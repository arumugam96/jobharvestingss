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notesMasterIdLst>
    <p:notesMasterId r:id="rId36"/>
  </p:notesMasterIdLst>
  <p:handoutMasterIdLst>
    <p:handoutMasterId r:id="rId37"/>
  </p:handoutMasterIdLst>
  <p:sldIdLst>
    <p:sldId id="653" r:id="rId3"/>
    <p:sldId id="2147468819" r:id="rId4"/>
    <p:sldId id="2147468735" r:id="rId5"/>
    <p:sldId id="2147468827" r:id="rId6"/>
    <p:sldId id="2147468818" r:id="rId7"/>
    <p:sldId id="2147468814" r:id="rId8"/>
    <p:sldId id="4175" r:id="rId9"/>
    <p:sldId id="2147468815" r:id="rId10"/>
    <p:sldId id="358" r:id="rId11"/>
    <p:sldId id="2147468828" r:id="rId12"/>
    <p:sldId id="2147468829" r:id="rId13"/>
    <p:sldId id="2147468865" r:id="rId14"/>
    <p:sldId id="2147468684" r:id="rId15"/>
    <p:sldId id="2147468810" r:id="rId16"/>
    <p:sldId id="2147468789" r:id="rId17"/>
    <p:sldId id="2147468740" r:id="rId18"/>
    <p:sldId id="643" r:id="rId19"/>
    <p:sldId id="4203" r:id="rId20"/>
    <p:sldId id="2147468699" r:id="rId21"/>
    <p:sldId id="2147468734" r:id="rId22"/>
    <p:sldId id="2147468813" r:id="rId23"/>
    <p:sldId id="516" r:id="rId24"/>
    <p:sldId id="640" r:id="rId25"/>
    <p:sldId id="656" r:id="rId26"/>
    <p:sldId id="634" r:id="rId27"/>
    <p:sldId id="636" r:id="rId28"/>
    <p:sldId id="657" r:id="rId29"/>
    <p:sldId id="660" r:id="rId30"/>
    <p:sldId id="664" r:id="rId31"/>
    <p:sldId id="666" r:id="rId32"/>
    <p:sldId id="667" r:id="rId33"/>
    <p:sldId id="2147468671" r:id="rId34"/>
    <p:sldId id="2147468741" r:id="rId35"/>
  </p:sldIdLst>
  <p:sldSz cx="12192000"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003" userDrawn="1">
          <p15:clr>
            <a:srgbClr val="A4A3A4"/>
          </p15:clr>
        </p15:guide>
        <p15:guide id="4" orient="horz" pos="3997" userDrawn="1">
          <p15:clr>
            <a:srgbClr val="A4A3A4"/>
          </p15:clr>
        </p15:guide>
        <p15:guide id="5" pos="7423" userDrawn="1">
          <p15:clr>
            <a:srgbClr val="A4A3A4"/>
          </p15:clr>
        </p15:guide>
        <p15:guide id="6" pos="279" userDrawn="1">
          <p15:clr>
            <a:srgbClr val="A4A3A4"/>
          </p15:clr>
        </p15:guide>
        <p15:guide id="7" pos="3976" userDrawn="1">
          <p15:clr>
            <a:srgbClr val="A4A3A4"/>
          </p15:clr>
        </p15:guide>
        <p15:guide id="8" pos="370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iyanshu Nishad" initials="PN" lastIdx="1" clrIdx="0">
    <p:extLst>
      <p:ext uri="{19B8F6BF-5375-455C-9EA6-DF929625EA0E}">
        <p15:presenceInfo xmlns:p15="http://schemas.microsoft.com/office/powerpoint/2012/main" userId="S-1-5-21-3729630881-1858938462-1898349478-10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B8"/>
    <a:srgbClr val="FFFFFF"/>
    <a:srgbClr val="297FD5"/>
    <a:srgbClr val="ACCBF9"/>
    <a:srgbClr val="0E58C4"/>
    <a:srgbClr val="85B2F6"/>
    <a:srgbClr val="F7F7F7"/>
    <a:srgbClr val="467A50"/>
    <a:srgbClr val="F3F3F3"/>
    <a:srgbClr val="5081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3792" autoAdjust="0"/>
  </p:normalViewPr>
  <p:slideViewPr>
    <p:cSldViewPr snapToGrid="0" showGuides="1">
      <p:cViewPr varScale="1">
        <p:scale>
          <a:sx n="56" d="100"/>
          <a:sy n="56" d="100"/>
        </p:scale>
        <p:origin x="1144" y="80"/>
      </p:cViewPr>
      <p:guideLst>
        <p:guide orient="horz" pos="2160"/>
        <p:guide pos="3840"/>
        <p:guide orient="horz" pos="1003"/>
        <p:guide orient="horz" pos="3997"/>
        <p:guide pos="7423"/>
        <p:guide pos="279"/>
        <p:guide pos="3976"/>
        <p:guide pos="3704"/>
      </p:guideLst>
    </p:cSldViewPr>
  </p:slideViewPr>
  <p:notesTextViewPr>
    <p:cViewPr>
      <p:scale>
        <a:sx n="1" d="1"/>
        <a:sy n="1" d="1"/>
      </p:scale>
      <p:origin x="0" y="0"/>
    </p:cViewPr>
  </p:notesTextViewPr>
  <p:sorterViewPr>
    <p:cViewPr>
      <p:scale>
        <a:sx n="150" d="100"/>
        <a:sy n="150" d="100"/>
      </p:scale>
      <p:origin x="0" y="-1938"/>
    </p:cViewPr>
  </p:sorterViewPr>
  <p:notesViewPr>
    <p:cSldViewPr snapToGrid="0">
      <p:cViewPr varScale="1">
        <p:scale>
          <a:sx n="65" d="100"/>
          <a:sy n="65" d="100"/>
        </p:scale>
        <p:origin x="3154"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47"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presProps" Target="presProps.xml"/><Relationship Id="rId45"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gs" Target="tags/tag1.xml"/><Relationship Id="rId46" Type="http://schemas.openxmlformats.org/officeDocument/2006/relationships/customXml" Target="../customXml/item2.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eswaran" userId="0f12996b-40b1-41ef-9984-26212f23af77" providerId="ADAL" clId="{A6474721-C073-40D6-8F60-65D8308B9F18}"/>
    <pc:docChg chg="undo redo custSel addSld delSld modSld">
      <pc:chgData name="Hameswaran" userId="0f12996b-40b1-41ef-9984-26212f23af77" providerId="ADAL" clId="{A6474721-C073-40D6-8F60-65D8308B9F18}" dt="2023-07-13T07:39:47.914" v="719"/>
      <pc:docMkLst>
        <pc:docMk/>
      </pc:docMkLst>
      <pc:sldChg chg="addSp delSp modSp add mod setBg">
        <pc:chgData name="Hameswaran" userId="0f12996b-40b1-41ef-9984-26212f23af77" providerId="ADAL" clId="{A6474721-C073-40D6-8F60-65D8308B9F18}" dt="2023-06-21T07:32:42.180" v="706"/>
        <pc:sldMkLst>
          <pc:docMk/>
          <pc:sldMk cId="3331082914" sldId="353"/>
        </pc:sldMkLst>
        <pc:spChg chg="mod">
          <ac:chgData name="Hameswaran" userId="0f12996b-40b1-41ef-9984-26212f23af77" providerId="ADAL" clId="{A6474721-C073-40D6-8F60-65D8308B9F18}" dt="2023-06-21T07:32:01.405" v="703" actId="1076"/>
          <ac:spMkLst>
            <pc:docMk/>
            <pc:sldMk cId="3331082914" sldId="353"/>
            <ac:spMk id="2" creationId="{2C2BFAE1-45D3-4B3B-81D2-0BF25FA84FB8}"/>
          </ac:spMkLst>
        </pc:spChg>
        <pc:spChg chg="add mod">
          <ac:chgData name="Hameswaran" userId="0f12996b-40b1-41ef-9984-26212f23af77" providerId="ADAL" clId="{A6474721-C073-40D6-8F60-65D8308B9F18}" dt="2023-06-21T07:32:42.180" v="706"/>
          <ac:spMkLst>
            <pc:docMk/>
            <pc:sldMk cId="3331082914" sldId="353"/>
            <ac:spMk id="10" creationId="{EC539144-EAB5-E439-327D-0627FF2205AF}"/>
          </ac:spMkLst>
        </pc:spChg>
        <pc:spChg chg="mod">
          <ac:chgData name="Hameswaran" userId="0f12996b-40b1-41ef-9984-26212f23af77" providerId="ADAL" clId="{A6474721-C073-40D6-8F60-65D8308B9F18}" dt="2023-06-21T07:31:06.389" v="691" actId="1076"/>
          <ac:spMkLst>
            <pc:docMk/>
            <pc:sldMk cId="3331082914" sldId="353"/>
            <ac:spMk id="21" creationId="{71CFEEDB-3C57-384A-A8CF-71B833D99CDA}"/>
          </ac:spMkLst>
        </pc:spChg>
        <pc:spChg chg="del">
          <ac:chgData name="Hameswaran" userId="0f12996b-40b1-41ef-9984-26212f23af77" providerId="ADAL" clId="{A6474721-C073-40D6-8F60-65D8308B9F18}" dt="2023-06-21T07:32:20.502" v="705" actId="478"/>
          <ac:spMkLst>
            <pc:docMk/>
            <pc:sldMk cId="3331082914" sldId="353"/>
            <ac:spMk id="31" creationId="{7EC34357-9BBA-5D4C-B89B-335FEF30466C}"/>
          </ac:spMkLst>
        </pc:spChg>
        <pc:spChg chg="del">
          <ac:chgData name="Hameswaran" userId="0f12996b-40b1-41ef-9984-26212f23af77" providerId="ADAL" clId="{A6474721-C073-40D6-8F60-65D8308B9F18}" dt="2023-06-21T07:32:20.502" v="705" actId="478"/>
          <ac:spMkLst>
            <pc:docMk/>
            <pc:sldMk cId="3331082914" sldId="353"/>
            <ac:spMk id="32" creationId="{9C4E49F1-607C-6044-81BF-697356C6FCA1}"/>
          </ac:spMkLst>
        </pc:spChg>
        <pc:spChg chg="del">
          <ac:chgData name="Hameswaran" userId="0f12996b-40b1-41ef-9984-26212f23af77" providerId="ADAL" clId="{A6474721-C073-40D6-8F60-65D8308B9F18}" dt="2023-06-21T07:32:20.502" v="705" actId="478"/>
          <ac:spMkLst>
            <pc:docMk/>
            <pc:sldMk cId="3331082914" sldId="353"/>
            <ac:spMk id="33" creationId="{01120315-CD03-534C-B625-5C4DFFB433BE}"/>
          </ac:spMkLst>
        </pc:spChg>
        <pc:spChg chg="del">
          <ac:chgData name="Hameswaran" userId="0f12996b-40b1-41ef-9984-26212f23af77" providerId="ADAL" clId="{A6474721-C073-40D6-8F60-65D8308B9F18}" dt="2023-06-21T07:32:20.502" v="705" actId="478"/>
          <ac:spMkLst>
            <pc:docMk/>
            <pc:sldMk cId="3331082914" sldId="353"/>
            <ac:spMk id="34" creationId="{6935984D-73BF-CF4A-930B-8817DA15F716}"/>
          </ac:spMkLst>
        </pc:spChg>
        <pc:spChg chg="del">
          <ac:chgData name="Hameswaran" userId="0f12996b-40b1-41ef-9984-26212f23af77" providerId="ADAL" clId="{A6474721-C073-40D6-8F60-65D8308B9F18}" dt="2023-06-21T07:32:20.502" v="705" actId="478"/>
          <ac:spMkLst>
            <pc:docMk/>
            <pc:sldMk cId="3331082914" sldId="353"/>
            <ac:spMk id="35" creationId="{EA06A1A4-5F21-AF4E-A475-4020CDC46848}"/>
          </ac:spMkLst>
        </pc:spChg>
        <pc:spChg chg="del">
          <ac:chgData name="Hameswaran" userId="0f12996b-40b1-41ef-9984-26212f23af77" providerId="ADAL" clId="{A6474721-C073-40D6-8F60-65D8308B9F18}" dt="2023-06-21T07:32:20.502" v="705" actId="478"/>
          <ac:spMkLst>
            <pc:docMk/>
            <pc:sldMk cId="3331082914" sldId="353"/>
            <ac:spMk id="36" creationId="{3A2E4D89-75AC-2B48-90BD-C1B066BE81D3}"/>
          </ac:spMkLst>
        </pc:spChg>
        <pc:spChg chg="mod">
          <ac:chgData name="Hameswaran" userId="0f12996b-40b1-41ef-9984-26212f23af77" providerId="ADAL" clId="{A6474721-C073-40D6-8F60-65D8308B9F18}" dt="2023-06-21T07:28:20.589" v="624"/>
          <ac:spMkLst>
            <pc:docMk/>
            <pc:sldMk cId="3331082914" sldId="353"/>
            <ac:spMk id="39" creationId="{D3DF5A73-B881-42BC-BDCA-33A31625BC2E}"/>
          </ac:spMkLst>
        </pc:spChg>
        <pc:spChg chg="mod">
          <ac:chgData name="Hameswaran" userId="0f12996b-40b1-41ef-9984-26212f23af77" providerId="ADAL" clId="{A6474721-C073-40D6-8F60-65D8308B9F18}" dt="2023-06-21T07:28:33.001" v="625"/>
          <ac:spMkLst>
            <pc:docMk/>
            <pc:sldMk cId="3331082914" sldId="353"/>
            <ac:spMk id="40" creationId="{E52A1FC6-034D-4FB8-90C7-8F82D78D23E0}"/>
          </ac:spMkLst>
        </pc:spChg>
        <pc:spChg chg="mod">
          <ac:chgData name="Hameswaran" userId="0f12996b-40b1-41ef-9984-26212f23af77" providerId="ADAL" clId="{A6474721-C073-40D6-8F60-65D8308B9F18}" dt="2023-06-21T07:29:04.337" v="671" actId="20577"/>
          <ac:spMkLst>
            <pc:docMk/>
            <pc:sldMk cId="3331082914" sldId="353"/>
            <ac:spMk id="42" creationId="{7204A5D7-FB0C-4D56-8CB2-A025374CB526}"/>
          </ac:spMkLst>
        </pc:spChg>
        <pc:spChg chg="mod">
          <ac:chgData name="Hameswaran" userId="0f12996b-40b1-41ef-9984-26212f23af77" providerId="ADAL" clId="{A6474721-C073-40D6-8F60-65D8308B9F18}" dt="2023-06-21T07:29:20.388" v="672"/>
          <ac:spMkLst>
            <pc:docMk/>
            <pc:sldMk cId="3331082914" sldId="353"/>
            <ac:spMk id="43" creationId="{F8737070-34C3-47B8-BABB-CBAD34B6152D}"/>
          </ac:spMkLst>
        </pc:spChg>
        <pc:spChg chg="mod">
          <ac:chgData name="Hameswaran" userId="0f12996b-40b1-41ef-9984-26212f23af77" providerId="ADAL" clId="{A6474721-C073-40D6-8F60-65D8308B9F18}" dt="2023-06-21T07:26:29.486" v="597" actId="120"/>
          <ac:spMkLst>
            <pc:docMk/>
            <pc:sldMk cId="3331082914" sldId="353"/>
            <ac:spMk id="45" creationId="{04C403E6-F857-43F9-99FE-C495B8609FCD}"/>
          </ac:spMkLst>
        </pc:spChg>
        <pc:spChg chg="mod">
          <ac:chgData name="Hameswaran" userId="0f12996b-40b1-41ef-9984-26212f23af77" providerId="ADAL" clId="{A6474721-C073-40D6-8F60-65D8308B9F18}" dt="2023-06-21T07:26:07.542" v="593"/>
          <ac:spMkLst>
            <pc:docMk/>
            <pc:sldMk cId="3331082914" sldId="353"/>
            <ac:spMk id="46" creationId="{37353C98-92E4-4C47-AC03-76C77520027A}"/>
          </ac:spMkLst>
        </pc:spChg>
        <pc:spChg chg="mod">
          <ac:chgData name="Hameswaran" userId="0f12996b-40b1-41ef-9984-26212f23af77" providerId="ADAL" clId="{A6474721-C073-40D6-8F60-65D8308B9F18}" dt="2023-06-21T07:27:33.164" v="621" actId="120"/>
          <ac:spMkLst>
            <pc:docMk/>
            <pc:sldMk cId="3331082914" sldId="353"/>
            <ac:spMk id="48" creationId="{536019EE-314F-4A50-A3C1-A3DEF15EAB73}"/>
          </ac:spMkLst>
        </pc:spChg>
        <pc:spChg chg="mod">
          <ac:chgData name="Hameswaran" userId="0f12996b-40b1-41ef-9984-26212f23af77" providerId="ADAL" clId="{A6474721-C073-40D6-8F60-65D8308B9F18}" dt="2023-06-21T07:27:24.184" v="620" actId="20577"/>
          <ac:spMkLst>
            <pc:docMk/>
            <pc:sldMk cId="3331082914" sldId="353"/>
            <ac:spMk id="49" creationId="{B8881640-86F9-42A2-BC1D-78A83459A244}"/>
          </ac:spMkLst>
        </pc:spChg>
        <pc:spChg chg="mod">
          <ac:chgData name="Hameswaran" userId="0f12996b-40b1-41ef-9984-26212f23af77" providerId="ADAL" clId="{A6474721-C073-40D6-8F60-65D8308B9F18}" dt="2023-06-21T07:27:46.715" v="622"/>
          <ac:spMkLst>
            <pc:docMk/>
            <pc:sldMk cId="3331082914" sldId="353"/>
            <ac:spMk id="51" creationId="{3D8CF5D1-6901-40BC-93EE-2F49A2AFDD45}"/>
          </ac:spMkLst>
        </pc:spChg>
        <pc:spChg chg="mod">
          <ac:chgData name="Hameswaran" userId="0f12996b-40b1-41ef-9984-26212f23af77" providerId="ADAL" clId="{A6474721-C073-40D6-8F60-65D8308B9F18}" dt="2023-06-21T07:27:57.359" v="623"/>
          <ac:spMkLst>
            <pc:docMk/>
            <pc:sldMk cId="3331082914" sldId="353"/>
            <ac:spMk id="52" creationId="{54C8C331-6243-427D-AECE-6908FDC56A98}"/>
          </ac:spMkLst>
        </pc:spChg>
        <pc:spChg chg="mod">
          <ac:chgData name="Hameswaran" userId="0f12996b-40b1-41ef-9984-26212f23af77" providerId="ADAL" clId="{A6474721-C073-40D6-8F60-65D8308B9F18}" dt="2023-06-21T07:26:26.564" v="596" actId="120"/>
          <ac:spMkLst>
            <pc:docMk/>
            <pc:sldMk cId="3331082914" sldId="353"/>
            <ac:spMk id="54" creationId="{34B21D79-C71E-4813-B77C-75D12BE310D8}"/>
          </ac:spMkLst>
        </pc:spChg>
        <pc:spChg chg="mod">
          <ac:chgData name="Hameswaran" userId="0f12996b-40b1-41ef-9984-26212f23af77" providerId="ADAL" clId="{A6474721-C073-40D6-8F60-65D8308B9F18}" dt="2023-06-21T07:26:24.131" v="595" actId="120"/>
          <ac:spMkLst>
            <pc:docMk/>
            <pc:sldMk cId="3331082914" sldId="353"/>
            <ac:spMk id="55" creationId="{19F18760-7008-4B2A-8497-E8417B2746F2}"/>
          </ac:spMkLst>
        </pc:spChg>
        <pc:picChg chg="add mod">
          <ac:chgData name="Hameswaran" userId="0f12996b-40b1-41ef-9984-26212f23af77" providerId="ADAL" clId="{A6474721-C073-40D6-8F60-65D8308B9F18}" dt="2023-06-21T07:31:22.596" v="695" actId="1076"/>
          <ac:picMkLst>
            <pc:docMk/>
            <pc:sldMk cId="3331082914" sldId="353"/>
            <ac:picMk id="3" creationId="{6B0A66A2-02C3-0154-B02C-AA1948150AB3}"/>
          </ac:picMkLst>
        </pc:picChg>
        <pc:picChg chg="add mod">
          <ac:chgData name="Hameswaran" userId="0f12996b-40b1-41ef-9984-26212f23af77" providerId="ADAL" clId="{A6474721-C073-40D6-8F60-65D8308B9F18}" dt="2023-06-21T07:31:20.421" v="694" actId="1076"/>
          <ac:picMkLst>
            <pc:docMk/>
            <pc:sldMk cId="3331082914" sldId="353"/>
            <ac:picMk id="4" creationId="{34EBDADE-C74F-30CB-A4A9-856CBFBAB3A6}"/>
          </ac:picMkLst>
        </pc:picChg>
        <pc:picChg chg="add del mod">
          <ac:chgData name="Hameswaran" userId="0f12996b-40b1-41ef-9984-26212f23af77" providerId="ADAL" clId="{A6474721-C073-40D6-8F60-65D8308B9F18}" dt="2023-06-21T07:30:13.897" v="680" actId="478"/>
          <ac:picMkLst>
            <pc:docMk/>
            <pc:sldMk cId="3331082914" sldId="353"/>
            <ac:picMk id="5" creationId="{49D6AB09-B22D-6FC2-0FC8-27FEFF84C1C3}"/>
          </ac:picMkLst>
        </pc:picChg>
        <pc:picChg chg="add mod">
          <ac:chgData name="Hameswaran" userId="0f12996b-40b1-41ef-9984-26212f23af77" providerId="ADAL" clId="{A6474721-C073-40D6-8F60-65D8308B9F18}" dt="2023-06-21T07:31:23.805" v="696" actId="1076"/>
          <ac:picMkLst>
            <pc:docMk/>
            <pc:sldMk cId="3331082914" sldId="353"/>
            <ac:picMk id="6" creationId="{4AA16353-4E82-A3DA-6EB4-093793D9CF78}"/>
          </ac:picMkLst>
        </pc:picChg>
        <pc:picChg chg="add del mod">
          <ac:chgData name="Hameswaran" userId="0f12996b-40b1-41ef-9984-26212f23af77" providerId="ADAL" clId="{A6474721-C073-40D6-8F60-65D8308B9F18}" dt="2023-06-21T07:30:46.283" v="687" actId="478"/>
          <ac:picMkLst>
            <pc:docMk/>
            <pc:sldMk cId="3331082914" sldId="353"/>
            <ac:picMk id="7" creationId="{21058B63-57AA-3E13-6B6A-D1DB7FADABE2}"/>
          </ac:picMkLst>
        </pc:picChg>
        <pc:picChg chg="add mod">
          <ac:chgData name="Hameswaran" userId="0f12996b-40b1-41ef-9984-26212f23af77" providerId="ADAL" clId="{A6474721-C073-40D6-8F60-65D8308B9F18}" dt="2023-06-21T07:31:30.260" v="698" actId="1076"/>
          <ac:picMkLst>
            <pc:docMk/>
            <pc:sldMk cId="3331082914" sldId="353"/>
            <ac:picMk id="8" creationId="{53EF4ED8-716D-438E-82ED-106648B9418E}"/>
          </ac:picMkLst>
        </pc:picChg>
        <pc:picChg chg="add mod">
          <ac:chgData name="Hameswaran" userId="0f12996b-40b1-41ef-9984-26212f23af77" providerId="ADAL" clId="{A6474721-C073-40D6-8F60-65D8308B9F18}" dt="2023-06-21T07:31:17.037" v="693" actId="1076"/>
          <ac:picMkLst>
            <pc:docMk/>
            <pc:sldMk cId="3331082914" sldId="353"/>
            <ac:picMk id="9" creationId="{CF72031F-F445-5E59-C994-C4C13D8268E1}"/>
          </ac:picMkLst>
        </pc:picChg>
        <pc:picChg chg="add mod">
          <ac:chgData name="Hameswaran" userId="0f12996b-40b1-41ef-9984-26212f23af77" providerId="ADAL" clId="{A6474721-C073-40D6-8F60-65D8308B9F18}" dt="2023-06-21T07:32:42.180" v="706"/>
          <ac:picMkLst>
            <pc:docMk/>
            <pc:sldMk cId="3331082914" sldId="353"/>
            <ac:picMk id="11" creationId="{7783B0B4-8DF9-FB81-9E72-A83C08C1414F}"/>
          </ac:picMkLst>
        </pc:picChg>
        <pc:picChg chg="del">
          <ac:chgData name="Hameswaran" userId="0f12996b-40b1-41ef-9984-26212f23af77" providerId="ADAL" clId="{A6474721-C073-40D6-8F60-65D8308B9F18}" dt="2023-06-21T07:29:49.021" v="673" actId="478"/>
          <ac:picMkLst>
            <pc:docMk/>
            <pc:sldMk cId="3331082914" sldId="353"/>
            <ac:picMk id="25" creationId="{51DEAB67-5708-5946-A9FB-F39AD8E82E76}"/>
          </ac:picMkLst>
        </pc:picChg>
        <pc:picChg chg="del">
          <ac:chgData name="Hameswaran" userId="0f12996b-40b1-41ef-9984-26212f23af77" providerId="ADAL" clId="{A6474721-C073-40D6-8F60-65D8308B9F18}" dt="2023-06-21T07:29:49.021" v="673" actId="478"/>
          <ac:picMkLst>
            <pc:docMk/>
            <pc:sldMk cId="3331082914" sldId="353"/>
            <ac:picMk id="26" creationId="{E631248F-C4F4-7A4F-92C9-B4C85758D88F}"/>
          </ac:picMkLst>
        </pc:picChg>
        <pc:picChg chg="del">
          <ac:chgData name="Hameswaran" userId="0f12996b-40b1-41ef-9984-26212f23af77" providerId="ADAL" clId="{A6474721-C073-40D6-8F60-65D8308B9F18}" dt="2023-06-21T07:29:49.021" v="673" actId="478"/>
          <ac:picMkLst>
            <pc:docMk/>
            <pc:sldMk cId="3331082914" sldId="353"/>
            <ac:picMk id="27" creationId="{CB514DEB-ECD1-9F4D-AC6E-5923421CAE30}"/>
          </ac:picMkLst>
        </pc:picChg>
        <pc:picChg chg="del">
          <ac:chgData name="Hameswaran" userId="0f12996b-40b1-41ef-9984-26212f23af77" providerId="ADAL" clId="{A6474721-C073-40D6-8F60-65D8308B9F18}" dt="2023-06-21T07:29:49.021" v="673" actId="478"/>
          <ac:picMkLst>
            <pc:docMk/>
            <pc:sldMk cId="3331082914" sldId="353"/>
            <ac:picMk id="28" creationId="{33A1D7E7-E9A2-6940-9ECC-7F410699C34E}"/>
          </ac:picMkLst>
        </pc:picChg>
        <pc:picChg chg="del">
          <ac:chgData name="Hameswaran" userId="0f12996b-40b1-41ef-9984-26212f23af77" providerId="ADAL" clId="{A6474721-C073-40D6-8F60-65D8308B9F18}" dt="2023-06-21T07:29:49.021" v="673" actId="478"/>
          <ac:picMkLst>
            <pc:docMk/>
            <pc:sldMk cId="3331082914" sldId="353"/>
            <ac:picMk id="29" creationId="{37D2BF4F-FE90-3447-BBBA-38FE661C4B07}"/>
          </ac:picMkLst>
        </pc:picChg>
        <pc:picChg chg="del">
          <ac:chgData name="Hameswaran" userId="0f12996b-40b1-41ef-9984-26212f23af77" providerId="ADAL" clId="{A6474721-C073-40D6-8F60-65D8308B9F18}" dt="2023-06-21T07:29:49.021" v="673" actId="478"/>
          <ac:picMkLst>
            <pc:docMk/>
            <pc:sldMk cId="3331082914" sldId="353"/>
            <ac:picMk id="30" creationId="{3EC47D7F-AB3B-5140-8C01-DDC79A7BA620}"/>
          </ac:picMkLst>
        </pc:picChg>
        <pc:picChg chg="del">
          <ac:chgData name="Hameswaran" userId="0f12996b-40b1-41ef-9984-26212f23af77" providerId="ADAL" clId="{A6474721-C073-40D6-8F60-65D8308B9F18}" dt="2023-06-21T07:32:04.120" v="704" actId="478"/>
          <ac:picMkLst>
            <pc:docMk/>
            <pc:sldMk cId="3331082914" sldId="353"/>
            <ac:picMk id="69" creationId="{A34FF481-8B0E-4405-8C5A-18CFA0007E0D}"/>
          </ac:picMkLst>
        </pc:picChg>
      </pc:sldChg>
      <pc:sldChg chg="modSp">
        <pc:chgData name="Hameswaran" userId="0f12996b-40b1-41ef-9984-26212f23af77" providerId="ADAL" clId="{A6474721-C073-40D6-8F60-65D8308B9F18}" dt="2023-06-14T05:38:28.686" v="1" actId="20578"/>
        <pc:sldMkLst>
          <pc:docMk/>
          <pc:sldMk cId="2953881820" sldId="516"/>
        </pc:sldMkLst>
        <pc:spChg chg="mod">
          <ac:chgData name="Hameswaran" userId="0f12996b-40b1-41ef-9984-26212f23af77" providerId="ADAL" clId="{A6474721-C073-40D6-8F60-65D8308B9F18}" dt="2023-06-14T05:38:28.686" v="1" actId="20578"/>
          <ac:spMkLst>
            <pc:docMk/>
            <pc:sldMk cId="2953881820" sldId="516"/>
            <ac:spMk id="58" creationId="{00000000-0000-0000-0000-000000000000}"/>
          </ac:spMkLst>
        </pc:spChg>
      </pc:sldChg>
      <pc:sldChg chg="addSp modSp">
        <pc:chgData name="Hameswaran" userId="0f12996b-40b1-41ef-9984-26212f23af77" providerId="ADAL" clId="{A6474721-C073-40D6-8F60-65D8308B9F18}" dt="2023-06-20T05:02:27.400" v="291" actId="164"/>
        <pc:sldMkLst>
          <pc:docMk/>
          <pc:sldMk cId="2568273116" sldId="653"/>
        </pc:sldMkLst>
        <pc:spChg chg="mod">
          <ac:chgData name="Hameswaran" userId="0f12996b-40b1-41ef-9984-26212f23af77" providerId="ADAL" clId="{A6474721-C073-40D6-8F60-65D8308B9F18}" dt="2023-06-20T05:02:27.400" v="291" actId="164"/>
          <ac:spMkLst>
            <pc:docMk/>
            <pc:sldMk cId="2568273116" sldId="653"/>
            <ac:spMk id="7" creationId="{9EA4181A-FF1D-4D0D-A631-25F00347033A}"/>
          </ac:spMkLst>
        </pc:spChg>
        <pc:spChg chg="mod">
          <ac:chgData name="Hameswaran" userId="0f12996b-40b1-41ef-9984-26212f23af77" providerId="ADAL" clId="{A6474721-C073-40D6-8F60-65D8308B9F18}" dt="2023-06-20T05:02:27.400" v="291" actId="164"/>
          <ac:spMkLst>
            <pc:docMk/>
            <pc:sldMk cId="2568273116" sldId="653"/>
            <ac:spMk id="8" creationId="{24FEB946-BE01-446E-9C75-1BB0817BC036}"/>
          </ac:spMkLst>
        </pc:spChg>
        <pc:spChg chg="mod">
          <ac:chgData name="Hameswaran" userId="0f12996b-40b1-41ef-9984-26212f23af77" providerId="ADAL" clId="{A6474721-C073-40D6-8F60-65D8308B9F18}" dt="2023-06-20T05:02:27.400" v="291" actId="164"/>
          <ac:spMkLst>
            <pc:docMk/>
            <pc:sldMk cId="2568273116" sldId="653"/>
            <ac:spMk id="13" creationId="{6120A2B2-CDDA-4439-927D-01ABC1D8AB96}"/>
          </ac:spMkLst>
        </pc:spChg>
        <pc:grpChg chg="add mod">
          <ac:chgData name="Hameswaran" userId="0f12996b-40b1-41ef-9984-26212f23af77" providerId="ADAL" clId="{A6474721-C073-40D6-8F60-65D8308B9F18}" dt="2023-06-20T05:02:27.400" v="291" actId="164"/>
          <ac:grpSpMkLst>
            <pc:docMk/>
            <pc:sldMk cId="2568273116" sldId="653"/>
            <ac:grpSpMk id="2" creationId="{E71EEC35-A1DE-56BF-B73F-CB44EA5156DB}"/>
          </ac:grpSpMkLst>
        </pc:grpChg>
        <pc:picChg chg="mod">
          <ac:chgData name="Hameswaran" userId="0f12996b-40b1-41ef-9984-26212f23af77" providerId="ADAL" clId="{A6474721-C073-40D6-8F60-65D8308B9F18}" dt="2023-06-20T05:02:27.400" v="291" actId="164"/>
          <ac:picMkLst>
            <pc:docMk/>
            <pc:sldMk cId="2568273116" sldId="653"/>
            <ac:picMk id="9" creationId="{C6EDB69C-F451-44FF-969D-7115A36D43F2}"/>
          </ac:picMkLst>
        </pc:picChg>
        <pc:cxnChg chg="mod">
          <ac:chgData name="Hameswaran" userId="0f12996b-40b1-41ef-9984-26212f23af77" providerId="ADAL" clId="{A6474721-C073-40D6-8F60-65D8308B9F18}" dt="2023-06-20T05:02:27.400" v="291" actId="164"/>
          <ac:cxnSpMkLst>
            <pc:docMk/>
            <pc:sldMk cId="2568273116" sldId="653"/>
            <ac:cxnSpMk id="10" creationId="{34E086B1-668B-4597-ABF2-5C7E794C5588}"/>
          </ac:cxnSpMkLst>
        </pc:cxnChg>
      </pc:sldChg>
      <pc:sldChg chg="addSp modSp">
        <pc:chgData name="Hameswaran" userId="0f12996b-40b1-41ef-9984-26212f23af77" providerId="ADAL" clId="{A6474721-C073-40D6-8F60-65D8308B9F18}" dt="2023-07-12T05:52:50.869" v="707" actId="164"/>
        <pc:sldMkLst>
          <pc:docMk/>
          <pc:sldMk cId="3318890469" sldId="4175"/>
        </pc:sldMkLst>
        <pc:spChg chg="mod">
          <ac:chgData name="Hameswaran" userId="0f12996b-40b1-41ef-9984-26212f23af77" providerId="ADAL" clId="{A6474721-C073-40D6-8F60-65D8308B9F18}" dt="2023-07-12T05:52:50.869" v="707" actId="164"/>
          <ac:spMkLst>
            <pc:docMk/>
            <pc:sldMk cId="3318890469" sldId="4175"/>
            <ac:spMk id="111" creationId="{10BDD589-3DB8-4539-8F22-BE45DFD574FA}"/>
          </ac:spMkLst>
        </pc:spChg>
        <pc:spChg chg="mod">
          <ac:chgData name="Hameswaran" userId="0f12996b-40b1-41ef-9984-26212f23af77" providerId="ADAL" clId="{A6474721-C073-40D6-8F60-65D8308B9F18}" dt="2023-07-12T05:52:50.869" v="707" actId="164"/>
          <ac:spMkLst>
            <pc:docMk/>
            <pc:sldMk cId="3318890469" sldId="4175"/>
            <ac:spMk id="112" creationId="{3ED320E9-C497-4695-B90F-DC896F735727}"/>
          </ac:spMkLst>
        </pc:spChg>
        <pc:spChg chg="mod">
          <ac:chgData name="Hameswaran" userId="0f12996b-40b1-41ef-9984-26212f23af77" providerId="ADAL" clId="{A6474721-C073-40D6-8F60-65D8308B9F18}" dt="2023-07-12T05:52:50.869" v="707" actId="164"/>
          <ac:spMkLst>
            <pc:docMk/>
            <pc:sldMk cId="3318890469" sldId="4175"/>
            <ac:spMk id="113" creationId="{AC473A5A-AB8B-41FD-9E62-6DF1F5EF76FE}"/>
          </ac:spMkLst>
        </pc:spChg>
        <pc:spChg chg="mod">
          <ac:chgData name="Hameswaran" userId="0f12996b-40b1-41ef-9984-26212f23af77" providerId="ADAL" clId="{A6474721-C073-40D6-8F60-65D8308B9F18}" dt="2023-07-12T05:52:50.869" v="707" actId="164"/>
          <ac:spMkLst>
            <pc:docMk/>
            <pc:sldMk cId="3318890469" sldId="4175"/>
            <ac:spMk id="114" creationId="{289FB96C-0303-4BCA-9342-CBD82D164011}"/>
          </ac:spMkLst>
        </pc:spChg>
        <pc:spChg chg="mod">
          <ac:chgData name="Hameswaran" userId="0f12996b-40b1-41ef-9984-26212f23af77" providerId="ADAL" clId="{A6474721-C073-40D6-8F60-65D8308B9F18}" dt="2023-07-12T05:52:50.869" v="707" actId="164"/>
          <ac:spMkLst>
            <pc:docMk/>
            <pc:sldMk cId="3318890469" sldId="4175"/>
            <ac:spMk id="116" creationId="{D6D40B8B-FAF2-4FE1-AA8E-15742F71DDFB}"/>
          </ac:spMkLst>
        </pc:spChg>
        <pc:spChg chg="mod">
          <ac:chgData name="Hameswaran" userId="0f12996b-40b1-41ef-9984-26212f23af77" providerId="ADAL" clId="{A6474721-C073-40D6-8F60-65D8308B9F18}" dt="2023-07-12T05:52:50.869" v="707" actId="164"/>
          <ac:spMkLst>
            <pc:docMk/>
            <pc:sldMk cId="3318890469" sldId="4175"/>
            <ac:spMk id="128" creationId="{DD9F7A1F-CBE9-4628-8DBD-E555D8A0DE10}"/>
          </ac:spMkLst>
        </pc:spChg>
        <pc:grpChg chg="add mod">
          <ac:chgData name="Hameswaran" userId="0f12996b-40b1-41ef-9984-26212f23af77" providerId="ADAL" clId="{A6474721-C073-40D6-8F60-65D8308B9F18}" dt="2023-07-12T05:52:50.869" v="707" actId="164"/>
          <ac:grpSpMkLst>
            <pc:docMk/>
            <pc:sldMk cId="3318890469" sldId="4175"/>
            <ac:grpSpMk id="3" creationId="{59D01C60-4743-3214-78A4-6643CD43C625}"/>
          </ac:grpSpMkLst>
        </pc:grpChg>
        <pc:cxnChg chg="mod">
          <ac:chgData name="Hameswaran" userId="0f12996b-40b1-41ef-9984-26212f23af77" providerId="ADAL" clId="{A6474721-C073-40D6-8F60-65D8308B9F18}" dt="2023-07-12T05:52:50.869" v="707" actId="164"/>
          <ac:cxnSpMkLst>
            <pc:docMk/>
            <pc:sldMk cId="3318890469" sldId="4175"/>
            <ac:cxnSpMk id="117" creationId="{579F1ABE-92F0-4966-946F-9E296F39AA48}"/>
          </ac:cxnSpMkLst>
        </pc:cxnChg>
      </pc:sldChg>
      <pc:sldChg chg="addSp delSp modSp add del mod">
        <pc:chgData name="Hameswaran" userId="0f12996b-40b1-41ef-9984-26212f23af77" providerId="ADAL" clId="{A6474721-C073-40D6-8F60-65D8308B9F18}" dt="2023-06-21T07:10:09.274" v="580"/>
        <pc:sldMkLst>
          <pc:docMk/>
          <pc:sldMk cId="620632328" sldId="4390"/>
        </pc:sldMkLst>
        <pc:spChg chg="add del mod ord">
          <ac:chgData name="Hameswaran" userId="0f12996b-40b1-41ef-9984-26212f23af77" providerId="ADAL" clId="{A6474721-C073-40D6-8F60-65D8308B9F18}" dt="2023-06-21T07:09:46.669" v="570"/>
          <ac:spMkLst>
            <pc:docMk/>
            <pc:sldMk cId="620632328" sldId="4390"/>
            <ac:spMk id="2" creationId="{EF4ED5FE-7A85-19D7-212C-4C60E958FB0E}"/>
          </ac:spMkLst>
        </pc:spChg>
        <pc:spChg chg="add del mod ord">
          <ac:chgData name="Hameswaran" userId="0f12996b-40b1-41ef-9984-26212f23af77" providerId="ADAL" clId="{A6474721-C073-40D6-8F60-65D8308B9F18}" dt="2023-06-21T07:09:46.669" v="570"/>
          <ac:spMkLst>
            <pc:docMk/>
            <pc:sldMk cId="620632328" sldId="4390"/>
            <ac:spMk id="3" creationId="{63518786-9CE1-FFF2-62A9-2EFBAE3FDD20}"/>
          </ac:spMkLst>
        </pc:spChg>
        <pc:spChg chg="add del mod">
          <ac:chgData name="Hameswaran" userId="0f12996b-40b1-41ef-9984-26212f23af77" providerId="ADAL" clId="{A6474721-C073-40D6-8F60-65D8308B9F18}" dt="2023-06-21T07:09:23.367" v="561"/>
          <ac:spMkLst>
            <pc:docMk/>
            <pc:sldMk cId="620632328" sldId="4390"/>
            <ac:spMk id="4" creationId="{9753B434-D374-499D-23D5-0AB897C949A7}"/>
          </ac:spMkLst>
        </pc:spChg>
        <pc:spChg chg="add del mod">
          <ac:chgData name="Hameswaran" userId="0f12996b-40b1-41ef-9984-26212f23af77" providerId="ADAL" clId="{A6474721-C073-40D6-8F60-65D8308B9F18}" dt="2023-06-21T07:09:23.367" v="561"/>
          <ac:spMkLst>
            <pc:docMk/>
            <pc:sldMk cId="620632328" sldId="4390"/>
            <ac:spMk id="5" creationId="{0C5AADBC-B898-254C-BA89-186F707FD628}"/>
          </ac:spMkLst>
        </pc:spChg>
        <pc:spChg chg="add del mod">
          <ac:chgData name="Hameswaran" userId="0f12996b-40b1-41ef-9984-26212f23af77" providerId="ADAL" clId="{A6474721-C073-40D6-8F60-65D8308B9F18}" dt="2023-06-21T07:09:44.966" v="567"/>
          <ac:spMkLst>
            <pc:docMk/>
            <pc:sldMk cId="620632328" sldId="4390"/>
            <ac:spMk id="6" creationId="{5C3BA944-BA99-D452-3E27-E738ACE48DFC}"/>
          </ac:spMkLst>
        </pc:spChg>
        <pc:spChg chg="add del mod">
          <ac:chgData name="Hameswaran" userId="0f12996b-40b1-41ef-9984-26212f23af77" providerId="ADAL" clId="{A6474721-C073-40D6-8F60-65D8308B9F18}" dt="2023-06-21T07:09:44.966" v="567"/>
          <ac:spMkLst>
            <pc:docMk/>
            <pc:sldMk cId="620632328" sldId="4390"/>
            <ac:spMk id="7" creationId="{2CF66021-891D-82B7-73E9-A6B07A2D3D30}"/>
          </ac:spMkLst>
        </pc:spChg>
        <pc:spChg chg="add del mod ord">
          <ac:chgData name="Hameswaran" userId="0f12996b-40b1-41ef-9984-26212f23af77" providerId="ADAL" clId="{A6474721-C073-40D6-8F60-65D8308B9F18}" dt="2023-06-21T07:10:08.349" v="576"/>
          <ac:spMkLst>
            <pc:docMk/>
            <pc:sldMk cId="620632328" sldId="4390"/>
            <ac:spMk id="8" creationId="{01348335-1C2F-7322-A9BE-41BEAC598AA0}"/>
          </ac:spMkLst>
        </pc:spChg>
        <pc:spChg chg="add del mod ord">
          <ac:chgData name="Hameswaran" userId="0f12996b-40b1-41ef-9984-26212f23af77" providerId="ADAL" clId="{A6474721-C073-40D6-8F60-65D8308B9F18}" dt="2023-06-21T07:10:08.349" v="576"/>
          <ac:spMkLst>
            <pc:docMk/>
            <pc:sldMk cId="620632328" sldId="4390"/>
            <ac:spMk id="9" creationId="{BB913F7D-15D4-BAA9-F033-5F1DD7BBF46E}"/>
          </ac:spMkLst>
        </pc:spChg>
        <pc:spChg chg="mod">
          <ac:chgData name="Hameswaran" userId="0f12996b-40b1-41ef-9984-26212f23af77" providerId="ADAL" clId="{A6474721-C073-40D6-8F60-65D8308B9F18}" dt="2023-06-21T07:09:20.599" v="559" actId="1076"/>
          <ac:spMkLst>
            <pc:docMk/>
            <pc:sldMk cId="620632328" sldId="4390"/>
            <ac:spMk id="26" creationId="{3363A187-64A3-5B4E-BEBF-DF72CBDF7A1E}"/>
          </ac:spMkLst>
        </pc:spChg>
        <pc:grpChg chg="mod">
          <ac:chgData name="Hameswaran" userId="0f12996b-40b1-41ef-9984-26212f23af77" providerId="ADAL" clId="{A6474721-C073-40D6-8F60-65D8308B9F18}" dt="2023-06-21T07:10:08.813" v="578" actId="1076"/>
          <ac:grpSpMkLst>
            <pc:docMk/>
            <pc:sldMk cId="620632328" sldId="4390"/>
            <ac:grpSpMk id="37" creationId="{0E283DD1-5160-5C40-8BEA-6B5FB1F3F94F}"/>
          </ac:grpSpMkLst>
        </pc:grpChg>
        <pc:grpChg chg="mod">
          <ac:chgData name="Hameswaran" userId="0f12996b-40b1-41ef-9984-26212f23af77" providerId="ADAL" clId="{A6474721-C073-40D6-8F60-65D8308B9F18}" dt="2023-06-21T07:10:09.032" v="579" actId="1076"/>
          <ac:grpSpMkLst>
            <pc:docMk/>
            <pc:sldMk cId="620632328" sldId="4390"/>
            <ac:grpSpMk id="46" creationId="{B9290D9E-CA65-8140-89DA-E3117DD76201}"/>
          </ac:grpSpMkLst>
        </pc:grpChg>
      </pc:sldChg>
      <pc:sldChg chg="add">
        <pc:chgData name="Hameswaran" userId="0f12996b-40b1-41ef-9984-26212f23af77" providerId="ADAL" clId="{A6474721-C073-40D6-8F60-65D8308B9F18}" dt="2023-06-21T06:59:35.606" v="528"/>
        <pc:sldMkLst>
          <pc:docMk/>
          <pc:sldMk cId="1621540330" sldId="2147468671"/>
        </pc:sldMkLst>
      </pc:sldChg>
      <pc:sldChg chg="addSp delSp modSp mod">
        <pc:chgData name="Hameswaran" userId="0f12996b-40b1-41ef-9984-26212f23af77" providerId="ADAL" clId="{A6474721-C073-40D6-8F60-65D8308B9F18}" dt="2023-06-21T07:13:11.070" v="584" actId="20577"/>
        <pc:sldMkLst>
          <pc:docMk/>
          <pc:sldMk cId="1476328933" sldId="2147468684"/>
        </pc:sldMkLst>
        <pc:spChg chg="add del mod">
          <ac:chgData name="Hameswaran" userId="0f12996b-40b1-41ef-9984-26212f23af77" providerId="ADAL" clId="{A6474721-C073-40D6-8F60-65D8308B9F18}" dt="2023-06-21T06:54:41.060" v="420"/>
          <ac:spMkLst>
            <pc:docMk/>
            <pc:sldMk cId="1476328933" sldId="2147468684"/>
            <ac:spMk id="3" creationId="{C499D9B7-9AD5-C343-FC81-BFBFF54AF576}"/>
          </ac:spMkLst>
        </pc:spChg>
        <pc:spChg chg="mod">
          <ac:chgData name="Hameswaran" userId="0f12996b-40b1-41ef-9984-26212f23af77" providerId="ADAL" clId="{A6474721-C073-40D6-8F60-65D8308B9F18}" dt="2023-06-21T07:13:11.070" v="584" actId="20577"/>
          <ac:spMkLst>
            <pc:docMk/>
            <pc:sldMk cId="1476328933" sldId="2147468684"/>
            <ac:spMk id="7" creationId="{12CBB715-1176-5685-537D-1003C1213B51}"/>
          </ac:spMkLst>
        </pc:spChg>
        <pc:spChg chg="mod">
          <ac:chgData name="Hameswaran" userId="0f12996b-40b1-41ef-9984-26212f23af77" providerId="ADAL" clId="{A6474721-C073-40D6-8F60-65D8308B9F18}" dt="2023-06-21T06:53:58.653" v="410" actId="1076"/>
          <ac:spMkLst>
            <pc:docMk/>
            <pc:sldMk cId="1476328933" sldId="2147468684"/>
            <ac:spMk id="13" creationId="{A1409989-7836-C73D-29AD-32844E726F6F}"/>
          </ac:spMkLst>
        </pc:spChg>
        <pc:spChg chg="add del">
          <ac:chgData name="Hameswaran" userId="0f12996b-40b1-41ef-9984-26212f23af77" providerId="ADAL" clId="{A6474721-C073-40D6-8F60-65D8308B9F18}" dt="2023-06-21T06:54:41.508" v="421" actId="21"/>
          <ac:spMkLst>
            <pc:docMk/>
            <pc:sldMk cId="1476328933" sldId="2147468684"/>
            <ac:spMk id="15" creationId="{96CAD18D-FB05-3BAD-BA51-B57BBE984577}"/>
          </ac:spMkLst>
        </pc:spChg>
        <pc:spChg chg="add del mod">
          <ac:chgData name="Hameswaran" userId="0f12996b-40b1-41ef-9984-26212f23af77" providerId="ADAL" clId="{A6474721-C073-40D6-8F60-65D8308B9F18}" dt="2023-06-21T06:54:41.508" v="421" actId="21"/>
          <ac:spMkLst>
            <pc:docMk/>
            <pc:sldMk cId="1476328933" sldId="2147468684"/>
            <ac:spMk id="18" creationId="{DD2D1DBD-693C-8198-476C-40409F80E72C}"/>
          </ac:spMkLst>
        </pc:spChg>
        <pc:spChg chg="mod">
          <ac:chgData name="Hameswaran" userId="0f12996b-40b1-41ef-9984-26212f23af77" providerId="ADAL" clId="{A6474721-C073-40D6-8F60-65D8308B9F18}" dt="2023-06-21T06:52:34.692" v="397" actId="14100"/>
          <ac:spMkLst>
            <pc:docMk/>
            <pc:sldMk cId="1476328933" sldId="2147468684"/>
            <ac:spMk id="20" creationId="{0906ED51-41D4-3020-885E-638BA99BB96E}"/>
          </ac:spMkLst>
        </pc:spChg>
        <pc:spChg chg="mod">
          <ac:chgData name="Hameswaran" userId="0f12996b-40b1-41ef-9984-26212f23af77" providerId="ADAL" clId="{A6474721-C073-40D6-8F60-65D8308B9F18}" dt="2023-06-21T06:52:51.174" v="400" actId="12"/>
          <ac:spMkLst>
            <pc:docMk/>
            <pc:sldMk cId="1476328933" sldId="2147468684"/>
            <ac:spMk id="22" creationId="{E8BB9953-F8E2-1FBF-25E7-B2CAF81D6AEB}"/>
          </ac:spMkLst>
        </pc:spChg>
        <pc:spChg chg="mod">
          <ac:chgData name="Hameswaran" userId="0f12996b-40b1-41ef-9984-26212f23af77" providerId="ADAL" clId="{A6474721-C073-40D6-8F60-65D8308B9F18}" dt="2023-06-21T06:51:06.748" v="389" actId="1076"/>
          <ac:spMkLst>
            <pc:docMk/>
            <pc:sldMk cId="1476328933" sldId="2147468684"/>
            <ac:spMk id="23" creationId="{60AED70F-19D4-3602-507C-1C180D28E29C}"/>
          </ac:spMkLst>
        </pc:spChg>
        <pc:spChg chg="mod">
          <ac:chgData name="Hameswaran" userId="0f12996b-40b1-41ef-9984-26212f23af77" providerId="ADAL" clId="{A6474721-C073-40D6-8F60-65D8308B9F18}" dt="2023-06-21T06:53:19.341" v="403" actId="12"/>
          <ac:spMkLst>
            <pc:docMk/>
            <pc:sldMk cId="1476328933" sldId="2147468684"/>
            <ac:spMk id="28" creationId="{5702F58E-A74D-FD3C-780F-D9ADE0E49450}"/>
          </ac:spMkLst>
        </pc:spChg>
        <pc:spChg chg="mod">
          <ac:chgData name="Hameswaran" userId="0f12996b-40b1-41ef-9984-26212f23af77" providerId="ADAL" clId="{A6474721-C073-40D6-8F60-65D8308B9F18}" dt="2023-06-21T06:53:22.867" v="404" actId="12"/>
          <ac:spMkLst>
            <pc:docMk/>
            <pc:sldMk cId="1476328933" sldId="2147468684"/>
            <ac:spMk id="33" creationId="{939441F0-0D48-B258-4362-228857A0ADDE}"/>
          </ac:spMkLst>
        </pc:spChg>
        <pc:spChg chg="add del mod">
          <ac:chgData name="Hameswaran" userId="0f12996b-40b1-41ef-9984-26212f23af77" providerId="ADAL" clId="{A6474721-C073-40D6-8F60-65D8308B9F18}" dt="2023-06-21T06:54:41.060" v="420"/>
          <ac:spMkLst>
            <pc:docMk/>
            <pc:sldMk cId="1476328933" sldId="2147468684"/>
            <ac:spMk id="40" creationId="{4A22D001-A7DC-8A64-2660-3912B150E960}"/>
          </ac:spMkLst>
        </pc:spChg>
      </pc:sldChg>
      <pc:sldChg chg="del">
        <pc:chgData name="Hameswaran" userId="0f12996b-40b1-41ef-9984-26212f23af77" providerId="ADAL" clId="{A6474721-C073-40D6-8F60-65D8308B9F18}" dt="2023-06-21T06:58:07.501" v="527" actId="47"/>
        <pc:sldMkLst>
          <pc:docMk/>
          <pc:sldMk cId="806371745" sldId="2147468691"/>
        </pc:sldMkLst>
      </pc:sldChg>
      <pc:sldChg chg="modSp mod modClrScheme chgLayout">
        <pc:chgData name="Hameswaran" userId="0f12996b-40b1-41ef-9984-26212f23af77" providerId="ADAL" clId="{A6474721-C073-40D6-8F60-65D8308B9F18}" dt="2023-07-13T07:37:01.168" v="717" actId="700"/>
        <pc:sldMkLst>
          <pc:docMk/>
          <pc:sldMk cId="4284507244" sldId="2147468735"/>
        </pc:sldMkLst>
        <pc:spChg chg="mod ord">
          <ac:chgData name="Hameswaran" userId="0f12996b-40b1-41ef-9984-26212f23af77" providerId="ADAL" clId="{A6474721-C073-40D6-8F60-65D8308B9F18}" dt="2023-07-13T07:37:01.168" v="717" actId="700"/>
          <ac:spMkLst>
            <pc:docMk/>
            <pc:sldMk cId="4284507244" sldId="2147468735"/>
            <ac:spMk id="15" creationId="{2F243135-1E1B-4A13-B4DF-6D56F78855C3}"/>
          </ac:spMkLst>
        </pc:spChg>
      </pc:sldChg>
      <pc:sldChg chg="addSp delSp modSp mod">
        <pc:chgData name="Hameswaran" userId="0f12996b-40b1-41ef-9984-26212f23af77" providerId="ADAL" clId="{A6474721-C073-40D6-8F60-65D8308B9F18}" dt="2023-06-21T06:56:42.899" v="525" actId="313"/>
        <pc:sldMkLst>
          <pc:docMk/>
          <pc:sldMk cId="2519057229" sldId="2147468740"/>
        </pc:sldMkLst>
        <pc:spChg chg="add mod ord">
          <ac:chgData name="Hameswaran" userId="0f12996b-40b1-41ef-9984-26212f23af77" providerId="ADAL" clId="{A6474721-C073-40D6-8F60-65D8308B9F18}" dt="2023-06-14T09:58:23.022" v="288" actId="14861"/>
          <ac:spMkLst>
            <pc:docMk/>
            <pc:sldMk cId="2519057229" sldId="2147468740"/>
            <ac:spMk id="4" creationId="{32BAE2CE-19CD-A1CE-3BAE-777AFD0733D3}"/>
          </ac:spMkLst>
        </pc:spChg>
        <pc:spChg chg="mod">
          <ac:chgData name="Hameswaran" userId="0f12996b-40b1-41ef-9984-26212f23af77" providerId="ADAL" clId="{A6474721-C073-40D6-8F60-65D8308B9F18}" dt="2023-06-13T04:52:06.331" v="0" actId="207"/>
          <ac:spMkLst>
            <pc:docMk/>
            <pc:sldMk cId="2519057229" sldId="2147468740"/>
            <ac:spMk id="5" creationId="{6469617B-E724-A3E1-5D90-1AAAE11DFC8B}"/>
          </ac:spMkLst>
        </pc:spChg>
        <pc:spChg chg="mod">
          <ac:chgData name="Hameswaran" userId="0f12996b-40b1-41ef-9984-26212f23af77" providerId="ADAL" clId="{A6474721-C073-40D6-8F60-65D8308B9F18}" dt="2023-06-13T04:52:06.331" v="0" actId="207"/>
          <ac:spMkLst>
            <pc:docMk/>
            <pc:sldMk cId="2519057229" sldId="2147468740"/>
            <ac:spMk id="6" creationId="{30FFAA54-45F6-8D5A-0A37-EF4BFFFBCABE}"/>
          </ac:spMkLst>
        </pc:spChg>
        <pc:spChg chg="mod">
          <ac:chgData name="Hameswaran" userId="0f12996b-40b1-41ef-9984-26212f23af77" providerId="ADAL" clId="{A6474721-C073-40D6-8F60-65D8308B9F18}" dt="2023-06-13T04:52:06.331" v="0" actId="207"/>
          <ac:spMkLst>
            <pc:docMk/>
            <pc:sldMk cId="2519057229" sldId="2147468740"/>
            <ac:spMk id="7" creationId="{DB72B483-1FFC-7E52-D092-2FE15F219AA9}"/>
          </ac:spMkLst>
        </pc:spChg>
        <pc:spChg chg="mod">
          <ac:chgData name="Hameswaran" userId="0f12996b-40b1-41ef-9984-26212f23af77" providerId="ADAL" clId="{A6474721-C073-40D6-8F60-65D8308B9F18}" dt="2023-06-13T04:52:06.331" v="0" actId="207"/>
          <ac:spMkLst>
            <pc:docMk/>
            <pc:sldMk cId="2519057229" sldId="2147468740"/>
            <ac:spMk id="8" creationId="{B3997B70-0618-E661-E27C-58CBB4122E97}"/>
          </ac:spMkLst>
        </pc:spChg>
        <pc:spChg chg="mod">
          <ac:chgData name="Hameswaran" userId="0f12996b-40b1-41ef-9984-26212f23af77" providerId="ADAL" clId="{A6474721-C073-40D6-8F60-65D8308B9F18}" dt="2023-06-13T04:52:06.331" v="0" actId="207"/>
          <ac:spMkLst>
            <pc:docMk/>
            <pc:sldMk cId="2519057229" sldId="2147468740"/>
            <ac:spMk id="9" creationId="{6E4E85A9-5E20-8827-F45E-0ABF4D8FD782}"/>
          </ac:spMkLst>
        </pc:spChg>
        <pc:spChg chg="mod">
          <ac:chgData name="Hameswaran" userId="0f12996b-40b1-41ef-9984-26212f23af77" providerId="ADAL" clId="{A6474721-C073-40D6-8F60-65D8308B9F18}" dt="2023-06-14T09:52:26.383" v="257" actId="207"/>
          <ac:spMkLst>
            <pc:docMk/>
            <pc:sldMk cId="2519057229" sldId="2147468740"/>
            <ac:spMk id="10" creationId="{7675FDF3-396F-5BD4-0A14-E226FEEC90A2}"/>
          </ac:spMkLst>
        </pc:spChg>
        <pc:spChg chg="mod">
          <ac:chgData name="Hameswaran" userId="0f12996b-40b1-41ef-9984-26212f23af77" providerId="ADAL" clId="{A6474721-C073-40D6-8F60-65D8308B9F18}" dt="2023-06-14T09:53:17.078" v="258" actId="207"/>
          <ac:spMkLst>
            <pc:docMk/>
            <pc:sldMk cId="2519057229" sldId="2147468740"/>
            <ac:spMk id="12" creationId="{5D122218-F6EE-0B1F-DE44-780F5E1DFB10}"/>
          </ac:spMkLst>
        </pc:spChg>
        <pc:spChg chg="mod">
          <ac:chgData name="Hameswaran" userId="0f12996b-40b1-41ef-9984-26212f23af77" providerId="ADAL" clId="{A6474721-C073-40D6-8F60-65D8308B9F18}" dt="2023-06-14T09:53:40.272" v="259" actId="207"/>
          <ac:spMkLst>
            <pc:docMk/>
            <pc:sldMk cId="2519057229" sldId="2147468740"/>
            <ac:spMk id="13" creationId="{D613247A-8F02-FA27-17B8-34CAA63797E6}"/>
          </ac:spMkLst>
        </pc:spChg>
        <pc:spChg chg="mod">
          <ac:chgData name="Hameswaran" userId="0f12996b-40b1-41ef-9984-26212f23af77" providerId="ADAL" clId="{A6474721-C073-40D6-8F60-65D8308B9F18}" dt="2023-06-14T09:53:40.272" v="259" actId="207"/>
          <ac:spMkLst>
            <pc:docMk/>
            <pc:sldMk cId="2519057229" sldId="2147468740"/>
            <ac:spMk id="14" creationId="{88FB9CFE-2B84-8F67-636B-DE3A7D851A5B}"/>
          </ac:spMkLst>
        </pc:spChg>
        <pc:spChg chg="mod">
          <ac:chgData name="Hameswaran" userId="0f12996b-40b1-41ef-9984-26212f23af77" providerId="ADAL" clId="{A6474721-C073-40D6-8F60-65D8308B9F18}" dt="2023-06-14T09:54:18.673" v="260" actId="207"/>
          <ac:spMkLst>
            <pc:docMk/>
            <pc:sldMk cId="2519057229" sldId="2147468740"/>
            <ac:spMk id="15" creationId="{A1AAC8A8-668A-FE2E-9F22-7255D6D7BB46}"/>
          </ac:spMkLst>
        </pc:spChg>
        <pc:spChg chg="mod">
          <ac:chgData name="Hameswaran" userId="0f12996b-40b1-41ef-9984-26212f23af77" providerId="ADAL" clId="{A6474721-C073-40D6-8F60-65D8308B9F18}" dt="2023-06-14T09:53:17.078" v="258" actId="207"/>
          <ac:spMkLst>
            <pc:docMk/>
            <pc:sldMk cId="2519057229" sldId="2147468740"/>
            <ac:spMk id="16" creationId="{8B89CCA2-A2A3-3EAE-B99F-9D8E2388B469}"/>
          </ac:spMkLst>
        </pc:spChg>
        <pc:spChg chg="mod">
          <ac:chgData name="Hameswaran" userId="0f12996b-40b1-41ef-9984-26212f23af77" providerId="ADAL" clId="{A6474721-C073-40D6-8F60-65D8308B9F18}" dt="2023-06-14T09:54:18.673" v="260" actId="207"/>
          <ac:spMkLst>
            <pc:docMk/>
            <pc:sldMk cId="2519057229" sldId="2147468740"/>
            <ac:spMk id="17" creationId="{6FCAE7ED-26EC-19DA-9CD2-7F72FACCF8D7}"/>
          </ac:spMkLst>
        </pc:spChg>
        <pc:spChg chg="mod">
          <ac:chgData name="Hameswaran" userId="0f12996b-40b1-41ef-9984-26212f23af77" providerId="ADAL" clId="{A6474721-C073-40D6-8F60-65D8308B9F18}" dt="2023-06-21T06:56:42.899" v="525" actId="313"/>
          <ac:spMkLst>
            <pc:docMk/>
            <pc:sldMk cId="2519057229" sldId="2147468740"/>
            <ac:spMk id="45" creationId="{80E5F962-BD0F-B8A4-A681-4A65C29C5081}"/>
          </ac:spMkLst>
        </pc:spChg>
        <pc:picChg chg="add mod">
          <ac:chgData name="Hameswaran" userId="0f12996b-40b1-41ef-9984-26212f23af77" providerId="ADAL" clId="{A6474721-C073-40D6-8F60-65D8308B9F18}" dt="2023-06-14T09:57:18.370" v="276" actId="1076"/>
          <ac:picMkLst>
            <pc:docMk/>
            <pc:sldMk cId="2519057229" sldId="2147468740"/>
            <ac:picMk id="3" creationId="{3C550B08-1B94-9E86-66E5-FED4D2FECD10}"/>
          </ac:picMkLst>
        </pc:picChg>
        <pc:picChg chg="del">
          <ac:chgData name="Hameswaran" userId="0f12996b-40b1-41ef-9984-26212f23af77" providerId="ADAL" clId="{A6474721-C073-40D6-8F60-65D8308B9F18}" dt="2023-06-14T09:55:32.249" v="261" actId="478"/>
          <ac:picMkLst>
            <pc:docMk/>
            <pc:sldMk cId="2519057229" sldId="2147468740"/>
            <ac:picMk id="58" creationId="{B3117226-5B4C-888B-E5A2-4AA6FE7A44CD}"/>
          </ac:picMkLst>
        </pc:picChg>
      </pc:sldChg>
      <pc:sldChg chg="add">
        <pc:chgData name="Hameswaran" userId="0f12996b-40b1-41ef-9984-26212f23af77" providerId="ADAL" clId="{A6474721-C073-40D6-8F60-65D8308B9F18}" dt="2023-06-21T06:58:03.139" v="526"/>
        <pc:sldMkLst>
          <pc:docMk/>
          <pc:sldMk cId="1439642392" sldId="2147468789"/>
        </pc:sldMkLst>
      </pc:sldChg>
      <pc:sldChg chg="add del">
        <pc:chgData name="Hameswaran" userId="0f12996b-40b1-41ef-9984-26212f23af77" providerId="ADAL" clId="{A6474721-C073-40D6-8F60-65D8308B9F18}" dt="2023-06-14T05:51:50.122" v="45" actId="47"/>
        <pc:sldMkLst>
          <pc:docMk/>
          <pc:sldMk cId="2623462466" sldId="2147468809"/>
        </pc:sldMkLst>
      </pc:sldChg>
      <pc:sldChg chg="delSp modSp mod">
        <pc:chgData name="Hameswaran" userId="0f12996b-40b1-41ef-9984-26212f23af77" providerId="ADAL" clId="{A6474721-C073-40D6-8F60-65D8308B9F18}" dt="2023-06-14T09:58:48.506" v="289" actId="207"/>
        <pc:sldMkLst>
          <pc:docMk/>
          <pc:sldMk cId="1304550914" sldId="2147468810"/>
        </pc:sldMkLst>
        <pc:spChg chg="mod topLvl">
          <ac:chgData name="Hameswaran" userId="0f12996b-40b1-41ef-9984-26212f23af77" providerId="ADAL" clId="{A6474721-C073-40D6-8F60-65D8308B9F18}" dt="2023-06-14T09:47:54.848" v="246" actId="165"/>
          <ac:spMkLst>
            <pc:docMk/>
            <pc:sldMk cId="1304550914" sldId="2147468810"/>
            <ac:spMk id="5" creationId="{39105350-6D25-F774-CFB3-9C7A565D3029}"/>
          </ac:spMkLst>
        </pc:spChg>
        <pc:spChg chg="mod topLvl">
          <ac:chgData name="Hameswaran" userId="0f12996b-40b1-41ef-9984-26212f23af77" providerId="ADAL" clId="{A6474721-C073-40D6-8F60-65D8308B9F18}" dt="2023-06-14T09:58:48.506" v="289" actId="207"/>
          <ac:spMkLst>
            <pc:docMk/>
            <pc:sldMk cId="1304550914" sldId="2147468810"/>
            <ac:spMk id="6" creationId="{9ACD96A4-AF61-EB14-A403-45B43F27DDB8}"/>
          </ac:spMkLst>
        </pc:spChg>
        <pc:spChg chg="mod topLvl">
          <ac:chgData name="Hameswaran" userId="0f12996b-40b1-41ef-9984-26212f23af77" providerId="ADAL" clId="{A6474721-C073-40D6-8F60-65D8308B9F18}" dt="2023-06-14T09:47:54.848" v="246" actId="165"/>
          <ac:spMkLst>
            <pc:docMk/>
            <pc:sldMk cId="1304550914" sldId="2147468810"/>
            <ac:spMk id="7" creationId="{6B307D1A-8373-9ECF-5DDD-CF46403A7F76}"/>
          </ac:spMkLst>
        </pc:spChg>
        <pc:spChg chg="mod topLvl">
          <ac:chgData name="Hameswaran" userId="0f12996b-40b1-41ef-9984-26212f23af77" providerId="ADAL" clId="{A6474721-C073-40D6-8F60-65D8308B9F18}" dt="2023-06-14T09:47:54.848" v="246" actId="165"/>
          <ac:spMkLst>
            <pc:docMk/>
            <pc:sldMk cId="1304550914" sldId="2147468810"/>
            <ac:spMk id="8" creationId="{B528F593-EB84-0E5E-50D5-DA3384E65D53}"/>
          </ac:spMkLst>
        </pc:spChg>
        <pc:spChg chg="mod topLvl">
          <ac:chgData name="Hameswaran" userId="0f12996b-40b1-41ef-9984-26212f23af77" providerId="ADAL" clId="{A6474721-C073-40D6-8F60-65D8308B9F18}" dt="2023-06-14T09:47:54.848" v="246" actId="165"/>
          <ac:spMkLst>
            <pc:docMk/>
            <pc:sldMk cId="1304550914" sldId="2147468810"/>
            <ac:spMk id="9" creationId="{04B8FCC5-2555-301A-AAB3-8F0C7F4ABB0C}"/>
          </ac:spMkLst>
        </pc:spChg>
        <pc:spChg chg="mod topLvl">
          <ac:chgData name="Hameswaran" userId="0f12996b-40b1-41ef-9984-26212f23af77" providerId="ADAL" clId="{A6474721-C073-40D6-8F60-65D8308B9F18}" dt="2023-06-14T09:47:54.848" v="246" actId="165"/>
          <ac:spMkLst>
            <pc:docMk/>
            <pc:sldMk cId="1304550914" sldId="2147468810"/>
            <ac:spMk id="10" creationId="{2F01EF06-F6BC-3B6A-9843-D91AFA2CA360}"/>
          </ac:spMkLst>
        </pc:spChg>
        <pc:spChg chg="mod topLvl">
          <ac:chgData name="Hameswaran" userId="0f12996b-40b1-41ef-9984-26212f23af77" providerId="ADAL" clId="{A6474721-C073-40D6-8F60-65D8308B9F18}" dt="2023-06-14T09:47:54.848" v="246" actId="165"/>
          <ac:spMkLst>
            <pc:docMk/>
            <pc:sldMk cId="1304550914" sldId="2147468810"/>
            <ac:spMk id="11" creationId="{DB189D41-9BC8-9917-6BCD-CFFBD4B6CB97}"/>
          </ac:spMkLst>
        </pc:spChg>
        <pc:spChg chg="mod topLvl">
          <ac:chgData name="Hameswaran" userId="0f12996b-40b1-41ef-9984-26212f23af77" providerId="ADAL" clId="{A6474721-C073-40D6-8F60-65D8308B9F18}" dt="2023-06-14T09:47:54.848" v="246" actId="165"/>
          <ac:spMkLst>
            <pc:docMk/>
            <pc:sldMk cId="1304550914" sldId="2147468810"/>
            <ac:spMk id="12" creationId="{312C68B3-863B-AAC2-259C-0B5C4F0341D0}"/>
          </ac:spMkLst>
        </pc:spChg>
        <pc:spChg chg="mod topLvl">
          <ac:chgData name="Hameswaran" userId="0f12996b-40b1-41ef-9984-26212f23af77" providerId="ADAL" clId="{A6474721-C073-40D6-8F60-65D8308B9F18}" dt="2023-06-14T09:47:54.848" v="246" actId="165"/>
          <ac:spMkLst>
            <pc:docMk/>
            <pc:sldMk cId="1304550914" sldId="2147468810"/>
            <ac:spMk id="13" creationId="{30541095-183D-3D75-A145-862E1D1393A9}"/>
          </ac:spMkLst>
        </pc:spChg>
        <pc:spChg chg="mod topLvl">
          <ac:chgData name="Hameswaran" userId="0f12996b-40b1-41ef-9984-26212f23af77" providerId="ADAL" clId="{A6474721-C073-40D6-8F60-65D8308B9F18}" dt="2023-06-14T09:47:54.848" v="246" actId="165"/>
          <ac:spMkLst>
            <pc:docMk/>
            <pc:sldMk cId="1304550914" sldId="2147468810"/>
            <ac:spMk id="14" creationId="{0DA5AEB3-57E4-D090-38D5-D78B39C38149}"/>
          </ac:spMkLst>
        </pc:spChg>
        <pc:spChg chg="mod topLvl">
          <ac:chgData name="Hameswaran" userId="0f12996b-40b1-41ef-9984-26212f23af77" providerId="ADAL" clId="{A6474721-C073-40D6-8F60-65D8308B9F18}" dt="2023-06-14T09:47:54.848" v="246" actId="165"/>
          <ac:spMkLst>
            <pc:docMk/>
            <pc:sldMk cId="1304550914" sldId="2147468810"/>
            <ac:spMk id="15" creationId="{BB519B08-CA19-830F-3817-1F9428C87AFF}"/>
          </ac:spMkLst>
        </pc:spChg>
        <pc:spChg chg="mod topLvl">
          <ac:chgData name="Hameswaran" userId="0f12996b-40b1-41ef-9984-26212f23af77" providerId="ADAL" clId="{A6474721-C073-40D6-8F60-65D8308B9F18}" dt="2023-06-14T09:47:54.848" v="246" actId="165"/>
          <ac:spMkLst>
            <pc:docMk/>
            <pc:sldMk cId="1304550914" sldId="2147468810"/>
            <ac:spMk id="16" creationId="{003C699A-FB6D-DC91-921D-B0A9DAD7903A}"/>
          </ac:spMkLst>
        </pc:spChg>
        <pc:spChg chg="mod topLvl">
          <ac:chgData name="Hameswaran" userId="0f12996b-40b1-41ef-9984-26212f23af77" providerId="ADAL" clId="{A6474721-C073-40D6-8F60-65D8308B9F18}" dt="2023-06-14T09:49:18.390" v="248" actId="207"/>
          <ac:spMkLst>
            <pc:docMk/>
            <pc:sldMk cId="1304550914" sldId="2147468810"/>
            <ac:spMk id="17" creationId="{515F6A8D-4242-3A3D-41DD-2EFC8DA3CC56}"/>
          </ac:spMkLst>
        </pc:spChg>
        <pc:spChg chg="mod topLvl">
          <ac:chgData name="Hameswaran" userId="0f12996b-40b1-41ef-9984-26212f23af77" providerId="ADAL" clId="{A6474721-C073-40D6-8F60-65D8308B9F18}" dt="2023-06-14T09:49:38.466" v="249" actId="207"/>
          <ac:spMkLst>
            <pc:docMk/>
            <pc:sldMk cId="1304550914" sldId="2147468810"/>
            <ac:spMk id="18" creationId="{F5544BA1-278C-1915-9EC1-BDFFE07146A7}"/>
          </ac:spMkLst>
        </pc:spChg>
        <pc:spChg chg="mod topLvl">
          <ac:chgData name="Hameswaran" userId="0f12996b-40b1-41ef-9984-26212f23af77" providerId="ADAL" clId="{A6474721-C073-40D6-8F60-65D8308B9F18}" dt="2023-06-14T09:47:54.848" v="246" actId="165"/>
          <ac:spMkLst>
            <pc:docMk/>
            <pc:sldMk cId="1304550914" sldId="2147468810"/>
            <ac:spMk id="19" creationId="{A08B558E-4F91-C82D-AF7B-DEDAA64BE80C}"/>
          </ac:spMkLst>
        </pc:spChg>
        <pc:spChg chg="mod topLvl">
          <ac:chgData name="Hameswaran" userId="0f12996b-40b1-41ef-9984-26212f23af77" providerId="ADAL" clId="{A6474721-C073-40D6-8F60-65D8308B9F18}" dt="2023-06-14T09:47:54.848" v="246" actId="165"/>
          <ac:spMkLst>
            <pc:docMk/>
            <pc:sldMk cId="1304550914" sldId="2147468810"/>
            <ac:spMk id="20" creationId="{359002E3-D462-77ED-97D0-E2DC44413129}"/>
          </ac:spMkLst>
        </pc:spChg>
        <pc:spChg chg="mod topLvl">
          <ac:chgData name="Hameswaran" userId="0f12996b-40b1-41ef-9984-26212f23af77" providerId="ADAL" clId="{A6474721-C073-40D6-8F60-65D8308B9F18}" dt="2023-06-14T09:47:54.848" v="246" actId="165"/>
          <ac:spMkLst>
            <pc:docMk/>
            <pc:sldMk cId="1304550914" sldId="2147468810"/>
            <ac:spMk id="21" creationId="{F1A01A3B-510A-D712-FC19-2A0C1E1250CC}"/>
          </ac:spMkLst>
        </pc:spChg>
        <pc:spChg chg="mod topLvl">
          <ac:chgData name="Hameswaran" userId="0f12996b-40b1-41ef-9984-26212f23af77" providerId="ADAL" clId="{A6474721-C073-40D6-8F60-65D8308B9F18}" dt="2023-06-14T09:47:54.848" v="246" actId="165"/>
          <ac:spMkLst>
            <pc:docMk/>
            <pc:sldMk cId="1304550914" sldId="2147468810"/>
            <ac:spMk id="22" creationId="{E07A1915-B33F-41E9-536B-E77C6737F7EF}"/>
          </ac:spMkLst>
        </pc:spChg>
        <pc:spChg chg="mod topLvl">
          <ac:chgData name="Hameswaran" userId="0f12996b-40b1-41ef-9984-26212f23af77" providerId="ADAL" clId="{A6474721-C073-40D6-8F60-65D8308B9F18}" dt="2023-06-14T09:47:54.848" v="246" actId="165"/>
          <ac:spMkLst>
            <pc:docMk/>
            <pc:sldMk cId="1304550914" sldId="2147468810"/>
            <ac:spMk id="23" creationId="{E24FD30F-5DC3-27B1-D3FF-707B4FC00561}"/>
          </ac:spMkLst>
        </pc:spChg>
        <pc:spChg chg="mod topLvl">
          <ac:chgData name="Hameswaran" userId="0f12996b-40b1-41ef-9984-26212f23af77" providerId="ADAL" clId="{A6474721-C073-40D6-8F60-65D8308B9F18}" dt="2023-06-14T09:47:54.848" v="246" actId="165"/>
          <ac:spMkLst>
            <pc:docMk/>
            <pc:sldMk cId="1304550914" sldId="2147468810"/>
            <ac:spMk id="24" creationId="{F0263A69-EC7F-199D-7202-DC26B887AE42}"/>
          </ac:spMkLst>
        </pc:spChg>
        <pc:spChg chg="mod topLvl">
          <ac:chgData name="Hameswaran" userId="0f12996b-40b1-41ef-9984-26212f23af77" providerId="ADAL" clId="{A6474721-C073-40D6-8F60-65D8308B9F18}" dt="2023-06-14T09:47:54.848" v="246" actId="165"/>
          <ac:spMkLst>
            <pc:docMk/>
            <pc:sldMk cId="1304550914" sldId="2147468810"/>
            <ac:spMk id="25" creationId="{2743EF10-3925-7706-9589-1FB61FA31304}"/>
          </ac:spMkLst>
        </pc:spChg>
        <pc:spChg chg="mod topLvl">
          <ac:chgData name="Hameswaran" userId="0f12996b-40b1-41ef-9984-26212f23af77" providerId="ADAL" clId="{A6474721-C073-40D6-8F60-65D8308B9F18}" dt="2023-06-14T09:47:54.848" v="246" actId="165"/>
          <ac:spMkLst>
            <pc:docMk/>
            <pc:sldMk cId="1304550914" sldId="2147468810"/>
            <ac:spMk id="26" creationId="{81C5DF56-FEA5-811F-9171-73C66D05C09C}"/>
          </ac:spMkLst>
        </pc:spChg>
        <pc:spChg chg="mod topLvl">
          <ac:chgData name="Hameswaran" userId="0f12996b-40b1-41ef-9984-26212f23af77" providerId="ADAL" clId="{A6474721-C073-40D6-8F60-65D8308B9F18}" dt="2023-06-14T09:47:54.848" v="246" actId="165"/>
          <ac:spMkLst>
            <pc:docMk/>
            <pc:sldMk cId="1304550914" sldId="2147468810"/>
            <ac:spMk id="27" creationId="{FE623A25-7DE6-4277-20B7-E38F2A65C58A}"/>
          </ac:spMkLst>
        </pc:spChg>
        <pc:spChg chg="mod topLvl">
          <ac:chgData name="Hameswaran" userId="0f12996b-40b1-41ef-9984-26212f23af77" providerId="ADAL" clId="{A6474721-C073-40D6-8F60-65D8308B9F18}" dt="2023-06-14T09:47:54.848" v="246" actId="165"/>
          <ac:spMkLst>
            <pc:docMk/>
            <pc:sldMk cId="1304550914" sldId="2147468810"/>
            <ac:spMk id="28" creationId="{69180052-2450-0633-149E-D4F5495A6D28}"/>
          </ac:spMkLst>
        </pc:spChg>
        <pc:spChg chg="mod topLvl">
          <ac:chgData name="Hameswaran" userId="0f12996b-40b1-41ef-9984-26212f23af77" providerId="ADAL" clId="{A6474721-C073-40D6-8F60-65D8308B9F18}" dt="2023-06-14T09:47:54.848" v="246" actId="165"/>
          <ac:spMkLst>
            <pc:docMk/>
            <pc:sldMk cId="1304550914" sldId="2147468810"/>
            <ac:spMk id="29" creationId="{DC5AD8B2-1F02-4B42-5A1C-CD326A99FB79}"/>
          </ac:spMkLst>
        </pc:spChg>
        <pc:spChg chg="mod topLvl">
          <ac:chgData name="Hameswaran" userId="0f12996b-40b1-41ef-9984-26212f23af77" providerId="ADAL" clId="{A6474721-C073-40D6-8F60-65D8308B9F18}" dt="2023-06-14T09:47:54.848" v="246" actId="165"/>
          <ac:spMkLst>
            <pc:docMk/>
            <pc:sldMk cId="1304550914" sldId="2147468810"/>
            <ac:spMk id="30" creationId="{487EF120-7F17-0B36-7C48-CD7A048D4FD7}"/>
          </ac:spMkLst>
        </pc:spChg>
        <pc:spChg chg="mod topLvl">
          <ac:chgData name="Hameswaran" userId="0f12996b-40b1-41ef-9984-26212f23af77" providerId="ADAL" clId="{A6474721-C073-40D6-8F60-65D8308B9F18}" dt="2023-06-14T09:47:54.848" v="246" actId="165"/>
          <ac:spMkLst>
            <pc:docMk/>
            <pc:sldMk cId="1304550914" sldId="2147468810"/>
            <ac:spMk id="31" creationId="{D1FBEAEC-95FD-8906-09B0-CFB33C28A6F6}"/>
          </ac:spMkLst>
        </pc:spChg>
        <pc:spChg chg="mod topLvl">
          <ac:chgData name="Hameswaran" userId="0f12996b-40b1-41ef-9984-26212f23af77" providerId="ADAL" clId="{A6474721-C073-40D6-8F60-65D8308B9F18}" dt="2023-06-14T09:47:54.848" v="246" actId="165"/>
          <ac:spMkLst>
            <pc:docMk/>
            <pc:sldMk cId="1304550914" sldId="2147468810"/>
            <ac:spMk id="32" creationId="{7B6BE293-F573-1A66-BDCA-3B6BA70FDE86}"/>
          </ac:spMkLst>
        </pc:spChg>
        <pc:spChg chg="mod topLvl">
          <ac:chgData name="Hameswaran" userId="0f12996b-40b1-41ef-9984-26212f23af77" providerId="ADAL" clId="{A6474721-C073-40D6-8F60-65D8308B9F18}" dt="2023-06-14T09:47:54.848" v="246" actId="165"/>
          <ac:spMkLst>
            <pc:docMk/>
            <pc:sldMk cId="1304550914" sldId="2147468810"/>
            <ac:spMk id="33" creationId="{08659004-DBBD-B3C0-52C5-A6C045292345}"/>
          </ac:spMkLst>
        </pc:spChg>
        <pc:spChg chg="mod topLvl">
          <ac:chgData name="Hameswaran" userId="0f12996b-40b1-41ef-9984-26212f23af77" providerId="ADAL" clId="{A6474721-C073-40D6-8F60-65D8308B9F18}" dt="2023-06-14T09:48:18.872" v="247" actId="207"/>
          <ac:spMkLst>
            <pc:docMk/>
            <pc:sldMk cId="1304550914" sldId="2147468810"/>
            <ac:spMk id="34" creationId="{6B9AC1ED-6951-1ED9-4108-4F1AFEE142B3}"/>
          </ac:spMkLst>
        </pc:spChg>
        <pc:spChg chg="mod topLvl">
          <ac:chgData name="Hameswaran" userId="0f12996b-40b1-41ef-9984-26212f23af77" providerId="ADAL" clId="{A6474721-C073-40D6-8F60-65D8308B9F18}" dt="2023-06-14T09:47:54.848" v="246" actId="165"/>
          <ac:spMkLst>
            <pc:docMk/>
            <pc:sldMk cId="1304550914" sldId="2147468810"/>
            <ac:spMk id="35" creationId="{F65CA9E9-CFD7-858A-E930-6338CD50DC49}"/>
          </ac:spMkLst>
        </pc:spChg>
        <pc:spChg chg="mod topLvl">
          <ac:chgData name="Hameswaran" userId="0f12996b-40b1-41ef-9984-26212f23af77" providerId="ADAL" clId="{A6474721-C073-40D6-8F60-65D8308B9F18}" dt="2023-06-14T09:47:54.848" v="246" actId="165"/>
          <ac:spMkLst>
            <pc:docMk/>
            <pc:sldMk cId="1304550914" sldId="2147468810"/>
            <ac:spMk id="36" creationId="{9A15831E-1041-47DD-886F-1E409B322729}"/>
          </ac:spMkLst>
        </pc:spChg>
        <pc:spChg chg="mod topLvl">
          <ac:chgData name="Hameswaran" userId="0f12996b-40b1-41ef-9984-26212f23af77" providerId="ADAL" clId="{A6474721-C073-40D6-8F60-65D8308B9F18}" dt="2023-06-14T09:47:54.848" v="246" actId="165"/>
          <ac:spMkLst>
            <pc:docMk/>
            <pc:sldMk cId="1304550914" sldId="2147468810"/>
            <ac:spMk id="37" creationId="{091EC8A5-2FD6-52E2-55EB-B9E25E795643}"/>
          </ac:spMkLst>
        </pc:spChg>
        <pc:spChg chg="mod topLvl">
          <ac:chgData name="Hameswaran" userId="0f12996b-40b1-41ef-9984-26212f23af77" providerId="ADAL" clId="{A6474721-C073-40D6-8F60-65D8308B9F18}" dt="2023-06-14T09:47:54.848" v="246" actId="165"/>
          <ac:spMkLst>
            <pc:docMk/>
            <pc:sldMk cId="1304550914" sldId="2147468810"/>
            <ac:spMk id="38" creationId="{8E862F9E-C0B6-45F3-ED3A-038C11557AAC}"/>
          </ac:spMkLst>
        </pc:spChg>
        <pc:spChg chg="mod topLvl">
          <ac:chgData name="Hameswaran" userId="0f12996b-40b1-41ef-9984-26212f23af77" providerId="ADAL" clId="{A6474721-C073-40D6-8F60-65D8308B9F18}" dt="2023-06-14T09:47:54.848" v="246" actId="165"/>
          <ac:spMkLst>
            <pc:docMk/>
            <pc:sldMk cId="1304550914" sldId="2147468810"/>
            <ac:spMk id="39" creationId="{2A05FE5A-110A-AC0C-9F02-745B711A6C54}"/>
          </ac:spMkLst>
        </pc:spChg>
        <pc:spChg chg="mod topLvl">
          <ac:chgData name="Hameswaran" userId="0f12996b-40b1-41ef-9984-26212f23af77" providerId="ADAL" clId="{A6474721-C073-40D6-8F60-65D8308B9F18}" dt="2023-06-14T09:47:54.848" v="246" actId="165"/>
          <ac:spMkLst>
            <pc:docMk/>
            <pc:sldMk cId="1304550914" sldId="2147468810"/>
            <ac:spMk id="40" creationId="{3DC195B2-958E-796E-AEBE-4E87FFA52838}"/>
          </ac:spMkLst>
        </pc:spChg>
        <pc:spChg chg="mod topLvl">
          <ac:chgData name="Hameswaran" userId="0f12996b-40b1-41ef-9984-26212f23af77" providerId="ADAL" clId="{A6474721-C073-40D6-8F60-65D8308B9F18}" dt="2023-06-14T09:47:54.848" v="246" actId="165"/>
          <ac:spMkLst>
            <pc:docMk/>
            <pc:sldMk cId="1304550914" sldId="2147468810"/>
            <ac:spMk id="41" creationId="{4BB3C391-31BA-EC0A-7254-81A8258AEB4C}"/>
          </ac:spMkLst>
        </pc:spChg>
        <pc:spChg chg="mod topLvl">
          <ac:chgData name="Hameswaran" userId="0f12996b-40b1-41ef-9984-26212f23af77" providerId="ADAL" clId="{A6474721-C073-40D6-8F60-65D8308B9F18}" dt="2023-06-14T09:47:54.848" v="246" actId="165"/>
          <ac:spMkLst>
            <pc:docMk/>
            <pc:sldMk cId="1304550914" sldId="2147468810"/>
            <ac:spMk id="42" creationId="{6D675C81-E817-8C28-992E-431FCD55C0A6}"/>
          </ac:spMkLst>
        </pc:spChg>
        <pc:spChg chg="mod topLvl">
          <ac:chgData name="Hameswaran" userId="0f12996b-40b1-41ef-9984-26212f23af77" providerId="ADAL" clId="{A6474721-C073-40D6-8F60-65D8308B9F18}" dt="2023-06-14T09:47:54.848" v="246" actId="165"/>
          <ac:spMkLst>
            <pc:docMk/>
            <pc:sldMk cId="1304550914" sldId="2147468810"/>
            <ac:spMk id="43" creationId="{4D09D757-7899-15D0-7BD3-23758106A119}"/>
          </ac:spMkLst>
        </pc:spChg>
        <pc:spChg chg="mod topLvl">
          <ac:chgData name="Hameswaran" userId="0f12996b-40b1-41ef-9984-26212f23af77" providerId="ADAL" clId="{A6474721-C073-40D6-8F60-65D8308B9F18}" dt="2023-06-14T09:47:54.848" v="246" actId="165"/>
          <ac:spMkLst>
            <pc:docMk/>
            <pc:sldMk cId="1304550914" sldId="2147468810"/>
            <ac:spMk id="48" creationId="{A91F28EF-DF0C-CD44-1204-811603114268}"/>
          </ac:spMkLst>
        </pc:spChg>
        <pc:spChg chg="mod topLvl">
          <ac:chgData name="Hameswaran" userId="0f12996b-40b1-41ef-9984-26212f23af77" providerId="ADAL" clId="{A6474721-C073-40D6-8F60-65D8308B9F18}" dt="2023-06-14T09:47:54.848" v="246" actId="165"/>
          <ac:spMkLst>
            <pc:docMk/>
            <pc:sldMk cId="1304550914" sldId="2147468810"/>
            <ac:spMk id="49" creationId="{42E65E39-62EC-392F-6126-260772239E96}"/>
          </ac:spMkLst>
        </pc:spChg>
        <pc:spChg chg="mod topLvl">
          <ac:chgData name="Hameswaran" userId="0f12996b-40b1-41ef-9984-26212f23af77" providerId="ADAL" clId="{A6474721-C073-40D6-8F60-65D8308B9F18}" dt="2023-06-14T09:47:54.848" v="246" actId="165"/>
          <ac:spMkLst>
            <pc:docMk/>
            <pc:sldMk cId="1304550914" sldId="2147468810"/>
            <ac:spMk id="50" creationId="{1E6A412C-B826-9837-E53F-593AE4363EA8}"/>
          </ac:spMkLst>
        </pc:spChg>
        <pc:spChg chg="mod topLvl">
          <ac:chgData name="Hameswaran" userId="0f12996b-40b1-41ef-9984-26212f23af77" providerId="ADAL" clId="{A6474721-C073-40D6-8F60-65D8308B9F18}" dt="2023-06-14T09:47:54.848" v="246" actId="165"/>
          <ac:spMkLst>
            <pc:docMk/>
            <pc:sldMk cId="1304550914" sldId="2147468810"/>
            <ac:spMk id="51" creationId="{F8686A99-0FD0-CF2A-F57F-2FF11101A30D}"/>
          </ac:spMkLst>
        </pc:spChg>
        <pc:grpChg chg="del">
          <ac:chgData name="Hameswaran" userId="0f12996b-40b1-41ef-9984-26212f23af77" providerId="ADAL" clId="{A6474721-C073-40D6-8F60-65D8308B9F18}" dt="2023-06-14T09:47:54.848" v="246" actId="165"/>
          <ac:grpSpMkLst>
            <pc:docMk/>
            <pc:sldMk cId="1304550914" sldId="2147468810"/>
            <ac:grpSpMk id="4" creationId="{CCFA75A8-C5AC-70AF-2803-E8F9DDCD9C7A}"/>
          </ac:grpSpMkLst>
        </pc:grpChg>
        <pc:picChg chg="mod topLvl">
          <ac:chgData name="Hameswaran" userId="0f12996b-40b1-41ef-9984-26212f23af77" providerId="ADAL" clId="{A6474721-C073-40D6-8F60-65D8308B9F18}" dt="2023-06-14T09:47:54.848" v="246" actId="165"/>
          <ac:picMkLst>
            <pc:docMk/>
            <pc:sldMk cId="1304550914" sldId="2147468810"/>
            <ac:picMk id="45" creationId="{D4800CD4-BBC2-00DA-93BB-EDADA2CCF776}"/>
          </ac:picMkLst>
        </pc:picChg>
        <pc:picChg chg="mod topLvl">
          <ac:chgData name="Hameswaran" userId="0f12996b-40b1-41ef-9984-26212f23af77" providerId="ADAL" clId="{A6474721-C073-40D6-8F60-65D8308B9F18}" dt="2023-06-14T09:47:54.848" v="246" actId="165"/>
          <ac:picMkLst>
            <pc:docMk/>
            <pc:sldMk cId="1304550914" sldId="2147468810"/>
            <ac:picMk id="46" creationId="{F743A3BB-252B-B4C5-7A56-B09A02C7BE2C}"/>
          </ac:picMkLst>
        </pc:picChg>
      </pc:sldChg>
      <pc:sldChg chg="modSp mod modClrScheme chgLayout">
        <pc:chgData name="Hameswaran" userId="0f12996b-40b1-41ef-9984-26212f23af77" providerId="ADAL" clId="{A6474721-C073-40D6-8F60-65D8308B9F18}" dt="2023-07-13T07:37:01.168" v="717" actId="700"/>
        <pc:sldMkLst>
          <pc:docMk/>
          <pc:sldMk cId="1160245394" sldId="2147468814"/>
        </pc:sldMkLst>
        <pc:spChg chg="mod ord">
          <ac:chgData name="Hameswaran" userId="0f12996b-40b1-41ef-9984-26212f23af77" providerId="ADAL" clId="{A6474721-C073-40D6-8F60-65D8308B9F18}" dt="2023-07-13T07:37:01.168" v="717" actId="700"/>
          <ac:spMkLst>
            <pc:docMk/>
            <pc:sldMk cId="1160245394" sldId="2147468814"/>
            <ac:spMk id="2" creationId="{988B72C6-9056-2073-1A90-10AD00614CA2}"/>
          </ac:spMkLst>
        </pc:spChg>
        <pc:spChg chg="mod ord">
          <ac:chgData name="Hameswaran" userId="0f12996b-40b1-41ef-9984-26212f23af77" providerId="ADAL" clId="{A6474721-C073-40D6-8F60-65D8308B9F18}" dt="2023-07-13T07:37:01.168" v="717" actId="700"/>
          <ac:spMkLst>
            <pc:docMk/>
            <pc:sldMk cId="1160245394" sldId="2147468814"/>
            <ac:spMk id="3" creationId="{AAA48B29-5E4A-48A5-6ED0-FDBF5DA7F846}"/>
          </ac:spMkLst>
        </pc:spChg>
      </pc:sldChg>
      <pc:sldChg chg="delSp modSp del mod">
        <pc:chgData name="Hameswaran" userId="0f12996b-40b1-41ef-9984-26212f23af77" providerId="ADAL" clId="{A6474721-C073-40D6-8F60-65D8308B9F18}" dt="2023-06-14T09:47:01.891" v="243" actId="47"/>
        <pc:sldMkLst>
          <pc:docMk/>
          <pc:sldMk cId="2538001354" sldId="2147468816"/>
        </pc:sldMkLst>
        <pc:spChg chg="mod topLvl">
          <ac:chgData name="Hameswaran" userId="0f12996b-40b1-41ef-9984-26212f23af77" providerId="ADAL" clId="{A6474721-C073-40D6-8F60-65D8308B9F18}" dt="2023-06-14T09:45:45.534" v="235" actId="165"/>
          <ac:spMkLst>
            <pc:docMk/>
            <pc:sldMk cId="2538001354" sldId="2147468816"/>
            <ac:spMk id="15" creationId="{44A4409D-0CF1-6F26-2C8C-12E3818FE38C}"/>
          </ac:spMkLst>
        </pc:spChg>
        <pc:spChg chg="mod topLvl">
          <ac:chgData name="Hameswaran" userId="0f12996b-40b1-41ef-9984-26212f23af77" providerId="ADAL" clId="{A6474721-C073-40D6-8F60-65D8308B9F18}" dt="2023-06-14T09:45:45.534" v="235" actId="165"/>
          <ac:spMkLst>
            <pc:docMk/>
            <pc:sldMk cId="2538001354" sldId="2147468816"/>
            <ac:spMk id="16" creationId="{24409115-9AB1-1587-C6FF-74B1DCCDA261}"/>
          </ac:spMkLst>
        </pc:spChg>
        <pc:spChg chg="mod topLvl">
          <ac:chgData name="Hameswaran" userId="0f12996b-40b1-41ef-9984-26212f23af77" providerId="ADAL" clId="{A6474721-C073-40D6-8F60-65D8308B9F18}" dt="2023-06-14T09:45:45.534" v="235" actId="165"/>
          <ac:spMkLst>
            <pc:docMk/>
            <pc:sldMk cId="2538001354" sldId="2147468816"/>
            <ac:spMk id="17" creationId="{57CBA4C0-996C-0067-451B-6C7DD8FD1C4B}"/>
          </ac:spMkLst>
        </pc:spChg>
        <pc:spChg chg="mod topLvl">
          <ac:chgData name="Hameswaran" userId="0f12996b-40b1-41ef-9984-26212f23af77" providerId="ADAL" clId="{A6474721-C073-40D6-8F60-65D8308B9F18}" dt="2023-06-14T09:45:45.534" v="235" actId="165"/>
          <ac:spMkLst>
            <pc:docMk/>
            <pc:sldMk cId="2538001354" sldId="2147468816"/>
            <ac:spMk id="18" creationId="{9F7A2DCC-54BD-68C1-0F23-BA337918606D}"/>
          </ac:spMkLst>
        </pc:spChg>
        <pc:spChg chg="mod topLvl">
          <ac:chgData name="Hameswaran" userId="0f12996b-40b1-41ef-9984-26212f23af77" providerId="ADAL" clId="{A6474721-C073-40D6-8F60-65D8308B9F18}" dt="2023-06-14T09:45:45.534" v="235" actId="165"/>
          <ac:spMkLst>
            <pc:docMk/>
            <pc:sldMk cId="2538001354" sldId="2147468816"/>
            <ac:spMk id="19" creationId="{DC58C0ED-D0F7-AA31-236F-5C4C5E73D7FE}"/>
          </ac:spMkLst>
        </pc:spChg>
        <pc:spChg chg="mod topLvl">
          <ac:chgData name="Hameswaran" userId="0f12996b-40b1-41ef-9984-26212f23af77" providerId="ADAL" clId="{A6474721-C073-40D6-8F60-65D8308B9F18}" dt="2023-06-14T09:45:45.534" v="235" actId="165"/>
          <ac:spMkLst>
            <pc:docMk/>
            <pc:sldMk cId="2538001354" sldId="2147468816"/>
            <ac:spMk id="20" creationId="{D4368360-A602-3EC4-ECB4-AA83916C7DCE}"/>
          </ac:spMkLst>
        </pc:spChg>
        <pc:grpChg chg="del">
          <ac:chgData name="Hameswaran" userId="0f12996b-40b1-41ef-9984-26212f23af77" providerId="ADAL" clId="{A6474721-C073-40D6-8F60-65D8308B9F18}" dt="2023-06-14T09:45:45.534" v="235" actId="165"/>
          <ac:grpSpMkLst>
            <pc:docMk/>
            <pc:sldMk cId="2538001354" sldId="2147468816"/>
            <ac:grpSpMk id="13" creationId="{8C6D119D-E93B-9908-C56D-106A244B431F}"/>
          </ac:grpSpMkLst>
        </pc:grpChg>
        <pc:picChg chg="mod topLvl">
          <ac:chgData name="Hameswaran" userId="0f12996b-40b1-41ef-9984-26212f23af77" providerId="ADAL" clId="{A6474721-C073-40D6-8F60-65D8308B9F18}" dt="2023-06-14T09:45:45.534" v="235" actId="165"/>
          <ac:picMkLst>
            <pc:docMk/>
            <pc:sldMk cId="2538001354" sldId="2147468816"/>
            <ac:picMk id="14" creationId="{E082F69D-9C6D-604A-3763-277311BF8C7C}"/>
          </ac:picMkLst>
        </pc:picChg>
      </pc:sldChg>
      <pc:sldChg chg="addSp delSp modSp new mod modClrScheme chgLayout">
        <pc:chgData name="Hameswaran" userId="0f12996b-40b1-41ef-9984-26212f23af77" providerId="ADAL" clId="{A6474721-C073-40D6-8F60-65D8308B9F18}" dt="2023-07-13T07:37:01.168" v="717" actId="700"/>
        <pc:sldMkLst>
          <pc:docMk/>
          <pc:sldMk cId="1373621274" sldId="2147468818"/>
        </pc:sldMkLst>
        <pc:spChg chg="del">
          <ac:chgData name="Hameswaran" userId="0f12996b-40b1-41ef-9984-26212f23af77" providerId="ADAL" clId="{A6474721-C073-40D6-8F60-65D8308B9F18}" dt="2023-06-14T05:43:41.439" v="6" actId="478"/>
          <ac:spMkLst>
            <pc:docMk/>
            <pc:sldMk cId="1373621274" sldId="2147468818"/>
            <ac:spMk id="2" creationId="{AD0EDFDE-8494-A30F-24E9-F8263988F729}"/>
          </ac:spMkLst>
        </pc:spChg>
        <pc:spChg chg="del">
          <ac:chgData name="Hameswaran" userId="0f12996b-40b1-41ef-9984-26212f23af77" providerId="ADAL" clId="{A6474721-C073-40D6-8F60-65D8308B9F18}" dt="2023-06-15T05:27:26.354" v="290" actId="478"/>
          <ac:spMkLst>
            <pc:docMk/>
            <pc:sldMk cId="1373621274" sldId="2147468818"/>
            <ac:spMk id="3" creationId="{DFA9C483-0F65-33C5-2596-062F60A6D720}"/>
          </ac:spMkLst>
        </pc:spChg>
        <pc:spChg chg="del">
          <ac:chgData name="Hameswaran" userId="0f12996b-40b1-41ef-9984-26212f23af77" providerId="ADAL" clId="{A6474721-C073-40D6-8F60-65D8308B9F18}" dt="2023-06-14T05:43:33.824" v="5" actId="478"/>
          <ac:spMkLst>
            <pc:docMk/>
            <pc:sldMk cId="1373621274" sldId="2147468818"/>
            <ac:spMk id="4" creationId="{DC7DFEF9-D737-B37E-9963-1179936687EC}"/>
          </ac:spMkLst>
        </pc:spChg>
        <pc:spChg chg="add del mod">
          <ac:chgData name="Hameswaran" userId="0f12996b-40b1-41ef-9984-26212f23af77" providerId="ADAL" clId="{A6474721-C073-40D6-8F60-65D8308B9F18}" dt="2023-06-14T05:43:22.656" v="4"/>
          <ac:spMkLst>
            <pc:docMk/>
            <pc:sldMk cId="1373621274" sldId="2147468818"/>
            <ac:spMk id="5" creationId="{609B56CD-2B29-FFE5-3366-D37843579232}"/>
          </ac:spMkLst>
        </pc:spChg>
        <pc:spChg chg="add del mod">
          <ac:chgData name="Hameswaran" userId="0f12996b-40b1-41ef-9984-26212f23af77" providerId="ADAL" clId="{A6474721-C073-40D6-8F60-65D8308B9F18}" dt="2023-06-14T05:43:22.656" v="4"/>
          <ac:spMkLst>
            <pc:docMk/>
            <pc:sldMk cId="1373621274" sldId="2147468818"/>
            <ac:spMk id="6" creationId="{EDBD4A82-4B1E-FC8D-BE1D-E960F9FEBF0F}"/>
          </ac:spMkLst>
        </pc:spChg>
        <pc:spChg chg="add del mod">
          <ac:chgData name="Hameswaran" userId="0f12996b-40b1-41ef-9984-26212f23af77" providerId="ADAL" clId="{A6474721-C073-40D6-8F60-65D8308B9F18}" dt="2023-06-14T05:43:22.656" v="4"/>
          <ac:spMkLst>
            <pc:docMk/>
            <pc:sldMk cId="1373621274" sldId="2147468818"/>
            <ac:spMk id="7" creationId="{B229A27E-6A47-EE14-4996-6F86C96462F8}"/>
          </ac:spMkLst>
        </pc:spChg>
        <pc:spChg chg="add del mod">
          <ac:chgData name="Hameswaran" userId="0f12996b-40b1-41ef-9984-26212f23af77" providerId="ADAL" clId="{A6474721-C073-40D6-8F60-65D8308B9F18}" dt="2023-06-14T05:43:22.656" v="4"/>
          <ac:spMkLst>
            <pc:docMk/>
            <pc:sldMk cId="1373621274" sldId="2147468818"/>
            <ac:spMk id="8" creationId="{9FC71B2F-2025-A8AD-95AB-69CB417881FD}"/>
          </ac:spMkLst>
        </pc:spChg>
        <pc:spChg chg="add del mod">
          <ac:chgData name="Hameswaran" userId="0f12996b-40b1-41ef-9984-26212f23af77" providerId="ADAL" clId="{A6474721-C073-40D6-8F60-65D8308B9F18}" dt="2023-06-14T05:43:22.656" v="4"/>
          <ac:spMkLst>
            <pc:docMk/>
            <pc:sldMk cId="1373621274" sldId="2147468818"/>
            <ac:spMk id="11" creationId="{D17F190B-6FAD-8C56-7B8F-32307488F63C}"/>
          </ac:spMkLst>
        </pc:spChg>
        <pc:spChg chg="add del mod">
          <ac:chgData name="Hameswaran" userId="0f12996b-40b1-41ef-9984-26212f23af77" providerId="ADAL" clId="{A6474721-C073-40D6-8F60-65D8308B9F18}" dt="2023-06-14T05:43:22.656" v="4"/>
          <ac:spMkLst>
            <pc:docMk/>
            <pc:sldMk cId="1373621274" sldId="2147468818"/>
            <ac:spMk id="12" creationId="{48DDFDAC-A436-3D1B-A533-DCF32DB9280F}"/>
          </ac:spMkLst>
        </pc:spChg>
        <pc:spChg chg="add del mod">
          <ac:chgData name="Hameswaran" userId="0f12996b-40b1-41ef-9984-26212f23af77" providerId="ADAL" clId="{A6474721-C073-40D6-8F60-65D8308B9F18}" dt="2023-06-14T05:43:22.656" v="4"/>
          <ac:spMkLst>
            <pc:docMk/>
            <pc:sldMk cId="1373621274" sldId="2147468818"/>
            <ac:spMk id="15" creationId="{657F8801-860C-C36E-388E-D90A04DF6CED}"/>
          </ac:spMkLst>
        </pc:spChg>
        <pc:spChg chg="add del mod">
          <ac:chgData name="Hameswaran" userId="0f12996b-40b1-41ef-9984-26212f23af77" providerId="ADAL" clId="{A6474721-C073-40D6-8F60-65D8308B9F18}" dt="2023-06-14T05:43:22.656" v="4"/>
          <ac:spMkLst>
            <pc:docMk/>
            <pc:sldMk cId="1373621274" sldId="2147468818"/>
            <ac:spMk id="32" creationId="{3EFD0E95-A316-2FC0-DC45-D9C9C0F236A3}"/>
          </ac:spMkLst>
        </pc:spChg>
        <pc:spChg chg="add del mod">
          <ac:chgData name="Hameswaran" userId="0f12996b-40b1-41ef-9984-26212f23af77" providerId="ADAL" clId="{A6474721-C073-40D6-8F60-65D8308B9F18}" dt="2023-06-14T05:43:54.374" v="8"/>
          <ac:spMkLst>
            <pc:docMk/>
            <pc:sldMk cId="1373621274" sldId="2147468818"/>
            <ac:spMk id="55" creationId="{ACE55BE3-D3AF-F9CB-A1D3-C9CC532BF1EB}"/>
          </ac:spMkLst>
        </pc:spChg>
        <pc:spChg chg="add del mod">
          <ac:chgData name="Hameswaran" userId="0f12996b-40b1-41ef-9984-26212f23af77" providerId="ADAL" clId="{A6474721-C073-40D6-8F60-65D8308B9F18}" dt="2023-06-14T05:43:54.374" v="8"/>
          <ac:spMkLst>
            <pc:docMk/>
            <pc:sldMk cId="1373621274" sldId="2147468818"/>
            <ac:spMk id="56" creationId="{8585E691-9B01-DE1F-3ECE-E04AFDE5D3E0}"/>
          </ac:spMkLst>
        </pc:spChg>
        <pc:spChg chg="add del mod">
          <ac:chgData name="Hameswaran" userId="0f12996b-40b1-41ef-9984-26212f23af77" providerId="ADAL" clId="{A6474721-C073-40D6-8F60-65D8308B9F18}" dt="2023-06-14T05:43:54.374" v="8"/>
          <ac:spMkLst>
            <pc:docMk/>
            <pc:sldMk cId="1373621274" sldId="2147468818"/>
            <ac:spMk id="57" creationId="{3093D135-975D-5539-4623-0EAB7AE42E4F}"/>
          </ac:spMkLst>
        </pc:spChg>
        <pc:spChg chg="add del mod">
          <ac:chgData name="Hameswaran" userId="0f12996b-40b1-41ef-9984-26212f23af77" providerId="ADAL" clId="{A6474721-C073-40D6-8F60-65D8308B9F18}" dt="2023-06-14T05:43:54.374" v="8"/>
          <ac:spMkLst>
            <pc:docMk/>
            <pc:sldMk cId="1373621274" sldId="2147468818"/>
            <ac:spMk id="58" creationId="{48095ED0-C648-BCC5-4396-1FD054EDEE14}"/>
          </ac:spMkLst>
        </pc:spChg>
        <pc:spChg chg="add del mod">
          <ac:chgData name="Hameswaran" userId="0f12996b-40b1-41ef-9984-26212f23af77" providerId="ADAL" clId="{A6474721-C073-40D6-8F60-65D8308B9F18}" dt="2023-06-14T05:43:54.374" v="8"/>
          <ac:spMkLst>
            <pc:docMk/>
            <pc:sldMk cId="1373621274" sldId="2147468818"/>
            <ac:spMk id="61" creationId="{F3A4AF1D-17EC-E7A0-702B-6ECA4D40A0F9}"/>
          </ac:spMkLst>
        </pc:spChg>
        <pc:spChg chg="add del mod">
          <ac:chgData name="Hameswaran" userId="0f12996b-40b1-41ef-9984-26212f23af77" providerId="ADAL" clId="{A6474721-C073-40D6-8F60-65D8308B9F18}" dt="2023-06-14T05:43:54.374" v="8"/>
          <ac:spMkLst>
            <pc:docMk/>
            <pc:sldMk cId="1373621274" sldId="2147468818"/>
            <ac:spMk id="62" creationId="{0C59EB1F-AFD0-034C-3B1A-6D3CDD3460D9}"/>
          </ac:spMkLst>
        </pc:spChg>
        <pc:spChg chg="add del mod">
          <ac:chgData name="Hameswaran" userId="0f12996b-40b1-41ef-9984-26212f23af77" providerId="ADAL" clId="{A6474721-C073-40D6-8F60-65D8308B9F18}" dt="2023-06-14T05:43:54.374" v="8"/>
          <ac:spMkLst>
            <pc:docMk/>
            <pc:sldMk cId="1373621274" sldId="2147468818"/>
            <ac:spMk id="65" creationId="{E867972B-7006-4693-446B-6460ED1E57D8}"/>
          </ac:spMkLst>
        </pc:spChg>
        <pc:spChg chg="add del mod">
          <ac:chgData name="Hameswaran" userId="0f12996b-40b1-41ef-9984-26212f23af77" providerId="ADAL" clId="{A6474721-C073-40D6-8F60-65D8308B9F18}" dt="2023-06-14T05:43:54.374" v="8"/>
          <ac:spMkLst>
            <pc:docMk/>
            <pc:sldMk cId="1373621274" sldId="2147468818"/>
            <ac:spMk id="82" creationId="{FCD6DD0A-6872-E7ED-3AA1-AB5E4ED9017F}"/>
          </ac:spMkLst>
        </pc:spChg>
        <pc:spChg chg="add mod">
          <ac:chgData name="Hameswaran" userId="0f12996b-40b1-41ef-9984-26212f23af77" providerId="ADAL" clId="{A6474721-C073-40D6-8F60-65D8308B9F18}" dt="2023-06-14T05:44:13.729" v="9"/>
          <ac:spMkLst>
            <pc:docMk/>
            <pc:sldMk cId="1373621274" sldId="2147468818"/>
            <ac:spMk id="105" creationId="{96AF9A30-4076-AFC1-65C3-BFD592C05BC9}"/>
          </ac:spMkLst>
        </pc:spChg>
        <pc:spChg chg="add del mod">
          <ac:chgData name="Hameswaran" userId="0f12996b-40b1-41ef-9984-26212f23af77" providerId="ADAL" clId="{A6474721-C073-40D6-8F60-65D8308B9F18}" dt="2023-06-14T05:44:58.113" v="17" actId="478"/>
          <ac:spMkLst>
            <pc:docMk/>
            <pc:sldMk cId="1373621274" sldId="2147468818"/>
            <ac:spMk id="106" creationId="{F8E14F9E-6DF4-4927-80A7-842819E87B9A}"/>
          </ac:spMkLst>
        </pc:spChg>
        <pc:spChg chg="add mod">
          <ac:chgData name="Hameswaran" userId="0f12996b-40b1-41ef-9984-26212f23af77" providerId="ADAL" clId="{A6474721-C073-40D6-8F60-65D8308B9F18}" dt="2023-06-14T05:44:29.521" v="12" actId="1076"/>
          <ac:spMkLst>
            <pc:docMk/>
            <pc:sldMk cId="1373621274" sldId="2147468818"/>
            <ac:spMk id="107" creationId="{41B6FA04-D673-CE0D-243C-B29B5B78C2BF}"/>
          </ac:spMkLst>
        </pc:spChg>
        <pc:spChg chg="add mod">
          <ac:chgData name="Hameswaran" userId="0f12996b-40b1-41ef-9984-26212f23af77" providerId="ADAL" clId="{A6474721-C073-40D6-8F60-65D8308B9F18}" dt="2023-06-14T05:44:38.322" v="14" actId="1076"/>
          <ac:spMkLst>
            <pc:docMk/>
            <pc:sldMk cId="1373621274" sldId="2147468818"/>
            <ac:spMk id="108" creationId="{980F402C-21C2-843E-07C7-95009D38B5F8}"/>
          </ac:spMkLst>
        </pc:spChg>
        <pc:spChg chg="add mod">
          <ac:chgData name="Hameswaran" userId="0f12996b-40b1-41ef-9984-26212f23af77" providerId="ADAL" clId="{A6474721-C073-40D6-8F60-65D8308B9F18}" dt="2023-06-14T05:44:13.729" v="9"/>
          <ac:spMkLst>
            <pc:docMk/>
            <pc:sldMk cId="1373621274" sldId="2147468818"/>
            <ac:spMk id="111" creationId="{EABA342A-5A65-D027-636E-CFBECAF250EB}"/>
          </ac:spMkLst>
        </pc:spChg>
        <pc:spChg chg="add mod">
          <ac:chgData name="Hameswaran" userId="0f12996b-40b1-41ef-9984-26212f23af77" providerId="ADAL" clId="{A6474721-C073-40D6-8F60-65D8308B9F18}" dt="2023-06-14T05:44:44.690" v="16" actId="1076"/>
          <ac:spMkLst>
            <pc:docMk/>
            <pc:sldMk cId="1373621274" sldId="2147468818"/>
            <ac:spMk id="112" creationId="{1E9B2509-E79C-B20F-D372-FC937003A998}"/>
          </ac:spMkLst>
        </pc:spChg>
        <pc:spChg chg="add mod">
          <ac:chgData name="Hameswaran" userId="0f12996b-40b1-41ef-9984-26212f23af77" providerId="ADAL" clId="{A6474721-C073-40D6-8F60-65D8308B9F18}" dt="2023-06-14T05:44:34.665" v="13" actId="1076"/>
          <ac:spMkLst>
            <pc:docMk/>
            <pc:sldMk cId="1373621274" sldId="2147468818"/>
            <ac:spMk id="115" creationId="{1A6FCFC5-F99C-9CFE-A2CB-CC8A64232C63}"/>
          </ac:spMkLst>
        </pc:spChg>
        <pc:spChg chg="add mod">
          <ac:chgData name="Hameswaran" userId="0f12996b-40b1-41ef-9984-26212f23af77" providerId="ADAL" clId="{A6474721-C073-40D6-8F60-65D8308B9F18}" dt="2023-06-14T05:44:13.729" v="9"/>
          <ac:spMkLst>
            <pc:docMk/>
            <pc:sldMk cId="1373621274" sldId="2147468818"/>
            <ac:spMk id="132" creationId="{BBA16158-D952-CBB5-9E4F-F416719C995F}"/>
          </ac:spMkLst>
        </pc:spChg>
        <pc:spChg chg="add mod ord">
          <ac:chgData name="Hameswaran" userId="0f12996b-40b1-41ef-9984-26212f23af77" providerId="ADAL" clId="{A6474721-C073-40D6-8F60-65D8308B9F18}" dt="2023-07-13T07:37:01.168" v="717" actId="700"/>
          <ac:spMkLst>
            <pc:docMk/>
            <pc:sldMk cId="1373621274" sldId="2147468818"/>
            <ac:spMk id="155" creationId="{58B52D52-8D66-6553-E93A-056EF80D4AE8}"/>
          </ac:spMkLst>
        </pc:spChg>
        <pc:picChg chg="add del mod">
          <ac:chgData name="Hameswaran" userId="0f12996b-40b1-41ef-9984-26212f23af77" providerId="ADAL" clId="{A6474721-C073-40D6-8F60-65D8308B9F18}" dt="2023-06-14T05:43:22.656" v="4"/>
          <ac:picMkLst>
            <pc:docMk/>
            <pc:sldMk cId="1373621274" sldId="2147468818"/>
            <ac:picMk id="9" creationId="{622233CA-8322-0CCB-7AFA-EDCE75DEBE73}"/>
          </ac:picMkLst>
        </pc:picChg>
        <pc:picChg chg="add del mod">
          <ac:chgData name="Hameswaran" userId="0f12996b-40b1-41ef-9984-26212f23af77" providerId="ADAL" clId="{A6474721-C073-40D6-8F60-65D8308B9F18}" dt="2023-06-14T05:43:22.656" v="4"/>
          <ac:picMkLst>
            <pc:docMk/>
            <pc:sldMk cId="1373621274" sldId="2147468818"/>
            <ac:picMk id="10" creationId="{DFD9C327-5645-CB81-42D7-BC7548647D78}"/>
          </ac:picMkLst>
        </pc:picChg>
        <pc:picChg chg="add del mod">
          <ac:chgData name="Hameswaran" userId="0f12996b-40b1-41ef-9984-26212f23af77" providerId="ADAL" clId="{A6474721-C073-40D6-8F60-65D8308B9F18}" dt="2023-06-14T05:43:22.656" v="4"/>
          <ac:picMkLst>
            <pc:docMk/>
            <pc:sldMk cId="1373621274" sldId="2147468818"/>
            <ac:picMk id="14" creationId="{182C700F-E1C9-27DD-C9A0-A37A567860A5}"/>
          </ac:picMkLst>
        </pc:picChg>
        <pc:picChg chg="add del mod">
          <ac:chgData name="Hameswaran" userId="0f12996b-40b1-41ef-9984-26212f23af77" providerId="ADAL" clId="{A6474721-C073-40D6-8F60-65D8308B9F18}" dt="2023-06-14T05:43:22.656" v="4"/>
          <ac:picMkLst>
            <pc:docMk/>
            <pc:sldMk cId="1373621274" sldId="2147468818"/>
            <ac:picMk id="16" creationId="{99953033-FAC1-E6B7-AA00-6281DA3606F3}"/>
          </ac:picMkLst>
        </pc:picChg>
        <pc:picChg chg="add del mod">
          <ac:chgData name="Hameswaran" userId="0f12996b-40b1-41ef-9984-26212f23af77" providerId="ADAL" clId="{A6474721-C073-40D6-8F60-65D8308B9F18}" dt="2023-06-14T05:43:22.656" v="4"/>
          <ac:picMkLst>
            <pc:docMk/>
            <pc:sldMk cId="1373621274" sldId="2147468818"/>
            <ac:picMk id="17" creationId="{75878763-E3F0-053D-F494-231222DE6F07}"/>
          </ac:picMkLst>
        </pc:picChg>
        <pc:picChg chg="add del mod">
          <ac:chgData name="Hameswaran" userId="0f12996b-40b1-41ef-9984-26212f23af77" providerId="ADAL" clId="{A6474721-C073-40D6-8F60-65D8308B9F18}" dt="2023-06-14T05:43:22.656" v="4"/>
          <ac:picMkLst>
            <pc:docMk/>
            <pc:sldMk cId="1373621274" sldId="2147468818"/>
            <ac:picMk id="18" creationId="{E4D0C238-028D-3A92-A9FC-D26278CFE7FA}"/>
          </ac:picMkLst>
        </pc:picChg>
        <pc:picChg chg="add del mod">
          <ac:chgData name="Hameswaran" userId="0f12996b-40b1-41ef-9984-26212f23af77" providerId="ADAL" clId="{A6474721-C073-40D6-8F60-65D8308B9F18}" dt="2023-06-14T05:43:22.656" v="4"/>
          <ac:picMkLst>
            <pc:docMk/>
            <pc:sldMk cId="1373621274" sldId="2147468818"/>
            <ac:picMk id="25" creationId="{38889FEC-15F3-D7F0-5DDC-3A086329E1F4}"/>
          </ac:picMkLst>
        </pc:picChg>
        <pc:picChg chg="add del mod">
          <ac:chgData name="Hameswaran" userId="0f12996b-40b1-41ef-9984-26212f23af77" providerId="ADAL" clId="{A6474721-C073-40D6-8F60-65D8308B9F18}" dt="2023-06-14T05:43:22.656" v="4"/>
          <ac:picMkLst>
            <pc:docMk/>
            <pc:sldMk cId="1373621274" sldId="2147468818"/>
            <ac:picMk id="26" creationId="{2FEADDBF-5899-8D60-A9AD-7AD2637E7306}"/>
          </ac:picMkLst>
        </pc:picChg>
        <pc:picChg chg="add del mod">
          <ac:chgData name="Hameswaran" userId="0f12996b-40b1-41ef-9984-26212f23af77" providerId="ADAL" clId="{A6474721-C073-40D6-8F60-65D8308B9F18}" dt="2023-06-14T05:43:22.656" v="4"/>
          <ac:picMkLst>
            <pc:docMk/>
            <pc:sldMk cId="1373621274" sldId="2147468818"/>
            <ac:picMk id="27" creationId="{F15F526D-4A5E-E6A0-D3B3-A12F3E3E9604}"/>
          </ac:picMkLst>
        </pc:picChg>
        <pc:picChg chg="add del mod">
          <ac:chgData name="Hameswaran" userId="0f12996b-40b1-41ef-9984-26212f23af77" providerId="ADAL" clId="{A6474721-C073-40D6-8F60-65D8308B9F18}" dt="2023-06-14T05:43:22.656" v="4"/>
          <ac:picMkLst>
            <pc:docMk/>
            <pc:sldMk cId="1373621274" sldId="2147468818"/>
            <ac:picMk id="28" creationId="{EA9A1289-D9DB-C4CC-0A28-AFF316ADA27C}"/>
          </ac:picMkLst>
        </pc:picChg>
        <pc:picChg chg="add del mod">
          <ac:chgData name="Hameswaran" userId="0f12996b-40b1-41ef-9984-26212f23af77" providerId="ADAL" clId="{A6474721-C073-40D6-8F60-65D8308B9F18}" dt="2023-06-14T05:43:22.656" v="4"/>
          <ac:picMkLst>
            <pc:docMk/>
            <pc:sldMk cId="1373621274" sldId="2147468818"/>
            <ac:picMk id="29" creationId="{7F4C0C2D-6D7C-D80A-60CB-183CBD20F5A6}"/>
          </ac:picMkLst>
        </pc:picChg>
        <pc:picChg chg="add del mod">
          <ac:chgData name="Hameswaran" userId="0f12996b-40b1-41ef-9984-26212f23af77" providerId="ADAL" clId="{A6474721-C073-40D6-8F60-65D8308B9F18}" dt="2023-06-14T05:43:22.656" v="4"/>
          <ac:picMkLst>
            <pc:docMk/>
            <pc:sldMk cId="1373621274" sldId="2147468818"/>
            <ac:picMk id="30" creationId="{4D34C2D3-4967-26D6-0D0E-4925FA9A0331}"/>
          </ac:picMkLst>
        </pc:picChg>
        <pc:picChg chg="add del mod">
          <ac:chgData name="Hameswaran" userId="0f12996b-40b1-41ef-9984-26212f23af77" providerId="ADAL" clId="{A6474721-C073-40D6-8F60-65D8308B9F18}" dt="2023-06-14T05:43:22.656" v="4"/>
          <ac:picMkLst>
            <pc:docMk/>
            <pc:sldMk cId="1373621274" sldId="2147468818"/>
            <ac:picMk id="31" creationId="{4F733604-17E8-BB8E-1559-591A37D1EB18}"/>
          </ac:picMkLst>
        </pc:picChg>
        <pc:picChg chg="add del mod">
          <ac:chgData name="Hameswaran" userId="0f12996b-40b1-41ef-9984-26212f23af77" providerId="ADAL" clId="{A6474721-C073-40D6-8F60-65D8308B9F18}" dt="2023-06-14T05:43:22.656" v="4"/>
          <ac:picMkLst>
            <pc:docMk/>
            <pc:sldMk cId="1373621274" sldId="2147468818"/>
            <ac:picMk id="33" creationId="{A771E943-35EB-3376-F75F-FC04CDD53433}"/>
          </ac:picMkLst>
        </pc:picChg>
        <pc:picChg chg="add del mod">
          <ac:chgData name="Hameswaran" userId="0f12996b-40b1-41ef-9984-26212f23af77" providerId="ADAL" clId="{A6474721-C073-40D6-8F60-65D8308B9F18}" dt="2023-06-14T05:43:22.656" v="4"/>
          <ac:picMkLst>
            <pc:docMk/>
            <pc:sldMk cId="1373621274" sldId="2147468818"/>
            <ac:picMk id="34" creationId="{B8A4BF8D-1A76-2857-A3B4-423CA01EDCCA}"/>
          </ac:picMkLst>
        </pc:picChg>
        <pc:picChg chg="add del mod">
          <ac:chgData name="Hameswaran" userId="0f12996b-40b1-41ef-9984-26212f23af77" providerId="ADAL" clId="{A6474721-C073-40D6-8F60-65D8308B9F18}" dt="2023-06-14T05:43:22.656" v="4"/>
          <ac:picMkLst>
            <pc:docMk/>
            <pc:sldMk cId="1373621274" sldId="2147468818"/>
            <ac:picMk id="35" creationId="{F03DEE6F-1583-4297-756D-21D433C1D3F2}"/>
          </ac:picMkLst>
        </pc:picChg>
        <pc:picChg chg="add del mod">
          <ac:chgData name="Hameswaran" userId="0f12996b-40b1-41ef-9984-26212f23af77" providerId="ADAL" clId="{A6474721-C073-40D6-8F60-65D8308B9F18}" dt="2023-06-14T05:43:22.656" v="4"/>
          <ac:picMkLst>
            <pc:docMk/>
            <pc:sldMk cId="1373621274" sldId="2147468818"/>
            <ac:picMk id="36" creationId="{07D0531C-F7F0-F654-C9A7-EB2D47073431}"/>
          </ac:picMkLst>
        </pc:picChg>
        <pc:picChg chg="add del mod">
          <ac:chgData name="Hameswaran" userId="0f12996b-40b1-41ef-9984-26212f23af77" providerId="ADAL" clId="{A6474721-C073-40D6-8F60-65D8308B9F18}" dt="2023-06-14T05:43:22.656" v="4"/>
          <ac:picMkLst>
            <pc:docMk/>
            <pc:sldMk cId="1373621274" sldId="2147468818"/>
            <ac:picMk id="37" creationId="{8EC491B3-6C81-15F9-60DD-029FE4966E57}"/>
          </ac:picMkLst>
        </pc:picChg>
        <pc:picChg chg="add del mod">
          <ac:chgData name="Hameswaran" userId="0f12996b-40b1-41ef-9984-26212f23af77" providerId="ADAL" clId="{A6474721-C073-40D6-8F60-65D8308B9F18}" dt="2023-06-14T05:43:22.656" v="4"/>
          <ac:picMkLst>
            <pc:docMk/>
            <pc:sldMk cId="1373621274" sldId="2147468818"/>
            <ac:picMk id="38" creationId="{CC0081B5-1787-0142-2184-4DB2B1754CD1}"/>
          </ac:picMkLst>
        </pc:picChg>
        <pc:picChg chg="add del mod">
          <ac:chgData name="Hameswaran" userId="0f12996b-40b1-41ef-9984-26212f23af77" providerId="ADAL" clId="{A6474721-C073-40D6-8F60-65D8308B9F18}" dt="2023-06-14T05:43:22.656" v="4"/>
          <ac:picMkLst>
            <pc:docMk/>
            <pc:sldMk cId="1373621274" sldId="2147468818"/>
            <ac:picMk id="39" creationId="{1C828B1D-CAC6-7961-1C12-0E48E4177294}"/>
          </ac:picMkLst>
        </pc:picChg>
        <pc:picChg chg="add del mod">
          <ac:chgData name="Hameswaran" userId="0f12996b-40b1-41ef-9984-26212f23af77" providerId="ADAL" clId="{A6474721-C073-40D6-8F60-65D8308B9F18}" dt="2023-06-14T05:43:22.656" v="4"/>
          <ac:picMkLst>
            <pc:docMk/>
            <pc:sldMk cId="1373621274" sldId="2147468818"/>
            <ac:picMk id="40" creationId="{E8C25FE7-46B4-5C42-8EFB-0A0CB8C90594}"/>
          </ac:picMkLst>
        </pc:picChg>
        <pc:picChg chg="add del mod">
          <ac:chgData name="Hameswaran" userId="0f12996b-40b1-41ef-9984-26212f23af77" providerId="ADAL" clId="{A6474721-C073-40D6-8F60-65D8308B9F18}" dt="2023-06-14T05:43:22.656" v="4"/>
          <ac:picMkLst>
            <pc:docMk/>
            <pc:sldMk cId="1373621274" sldId="2147468818"/>
            <ac:picMk id="41" creationId="{4C804421-E11C-5BBC-3A5B-FA6E59B30B0D}"/>
          </ac:picMkLst>
        </pc:picChg>
        <pc:picChg chg="add del mod">
          <ac:chgData name="Hameswaran" userId="0f12996b-40b1-41ef-9984-26212f23af77" providerId="ADAL" clId="{A6474721-C073-40D6-8F60-65D8308B9F18}" dt="2023-06-14T05:43:22.656" v="4"/>
          <ac:picMkLst>
            <pc:docMk/>
            <pc:sldMk cId="1373621274" sldId="2147468818"/>
            <ac:picMk id="42" creationId="{250600C9-B63B-6328-105A-BC6740BDD1F6}"/>
          </ac:picMkLst>
        </pc:picChg>
        <pc:picChg chg="add del mod">
          <ac:chgData name="Hameswaran" userId="0f12996b-40b1-41ef-9984-26212f23af77" providerId="ADAL" clId="{A6474721-C073-40D6-8F60-65D8308B9F18}" dt="2023-06-14T05:43:22.656" v="4"/>
          <ac:picMkLst>
            <pc:docMk/>
            <pc:sldMk cId="1373621274" sldId="2147468818"/>
            <ac:picMk id="43" creationId="{5E44D277-9873-7FB8-025A-0D2AE29A590B}"/>
          </ac:picMkLst>
        </pc:picChg>
        <pc:picChg chg="add del mod">
          <ac:chgData name="Hameswaran" userId="0f12996b-40b1-41ef-9984-26212f23af77" providerId="ADAL" clId="{A6474721-C073-40D6-8F60-65D8308B9F18}" dt="2023-06-14T05:43:22.656" v="4"/>
          <ac:picMkLst>
            <pc:docMk/>
            <pc:sldMk cId="1373621274" sldId="2147468818"/>
            <ac:picMk id="44" creationId="{A5BCED17-459B-9698-BB95-380657649FE3}"/>
          </ac:picMkLst>
        </pc:picChg>
        <pc:picChg chg="add del mod">
          <ac:chgData name="Hameswaran" userId="0f12996b-40b1-41ef-9984-26212f23af77" providerId="ADAL" clId="{A6474721-C073-40D6-8F60-65D8308B9F18}" dt="2023-06-14T05:43:22.656" v="4"/>
          <ac:picMkLst>
            <pc:docMk/>
            <pc:sldMk cId="1373621274" sldId="2147468818"/>
            <ac:picMk id="45" creationId="{2F4CA704-F3A7-ADA8-EE40-EFB0620CD156}"/>
          </ac:picMkLst>
        </pc:picChg>
        <pc:picChg chg="add del mod">
          <ac:chgData name="Hameswaran" userId="0f12996b-40b1-41ef-9984-26212f23af77" providerId="ADAL" clId="{A6474721-C073-40D6-8F60-65D8308B9F18}" dt="2023-06-14T05:43:22.656" v="4"/>
          <ac:picMkLst>
            <pc:docMk/>
            <pc:sldMk cId="1373621274" sldId="2147468818"/>
            <ac:picMk id="46" creationId="{5012037E-165A-C9DB-7151-0D50B93F690B}"/>
          </ac:picMkLst>
        </pc:picChg>
        <pc:picChg chg="add del mod">
          <ac:chgData name="Hameswaran" userId="0f12996b-40b1-41ef-9984-26212f23af77" providerId="ADAL" clId="{A6474721-C073-40D6-8F60-65D8308B9F18}" dt="2023-06-14T05:43:22.656" v="4"/>
          <ac:picMkLst>
            <pc:docMk/>
            <pc:sldMk cId="1373621274" sldId="2147468818"/>
            <ac:picMk id="47" creationId="{6E107A4D-6BD2-4BEC-11C2-E540FAAC34A9}"/>
          </ac:picMkLst>
        </pc:picChg>
        <pc:picChg chg="add del mod">
          <ac:chgData name="Hameswaran" userId="0f12996b-40b1-41ef-9984-26212f23af77" providerId="ADAL" clId="{A6474721-C073-40D6-8F60-65D8308B9F18}" dt="2023-06-14T05:43:22.656" v="4"/>
          <ac:picMkLst>
            <pc:docMk/>
            <pc:sldMk cId="1373621274" sldId="2147468818"/>
            <ac:picMk id="48" creationId="{8EB22A2A-3D05-2E00-737F-0F09563FCC22}"/>
          </ac:picMkLst>
        </pc:picChg>
        <pc:picChg chg="add del mod">
          <ac:chgData name="Hameswaran" userId="0f12996b-40b1-41ef-9984-26212f23af77" providerId="ADAL" clId="{A6474721-C073-40D6-8F60-65D8308B9F18}" dt="2023-06-14T05:43:22.656" v="4"/>
          <ac:picMkLst>
            <pc:docMk/>
            <pc:sldMk cId="1373621274" sldId="2147468818"/>
            <ac:picMk id="49" creationId="{06D3B52A-7B28-7D15-731F-07B0BD7162B4}"/>
          </ac:picMkLst>
        </pc:picChg>
        <pc:picChg chg="add del mod">
          <ac:chgData name="Hameswaran" userId="0f12996b-40b1-41ef-9984-26212f23af77" providerId="ADAL" clId="{A6474721-C073-40D6-8F60-65D8308B9F18}" dt="2023-06-14T05:43:22.656" v="4"/>
          <ac:picMkLst>
            <pc:docMk/>
            <pc:sldMk cId="1373621274" sldId="2147468818"/>
            <ac:picMk id="50" creationId="{B45516F6-F227-A4AC-15F4-51D5C2384B0B}"/>
          </ac:picMkLst>
        </pc:picChg>
        <pc:picChg chg="add del mod">
          <ac:chgData name="Hameswaran" userId="0f12996b-40b1-41ef-9984-26212f23af77" providerId="ADAL" clId="{A6474721-C073-40D6-8F60-65D8308B9F18}" dt="2023-06-14T05:43:22.656" v="4"/>
          <ac:picMkLst>
            <pc:docMk/>
            <pc:sldMk cId="1373621274" sldId="2147468818"/>
            <ac:picMk id="51" creationId="{B17D3DAE-9693-7E61-7AA6-34C9DCE94DF6}"/>
          </ac:picMkLst>
        </pc:picChg>
        <pc:picChg chg="add del mod">
          <ac:chgData name="Hameswaran" userId="0f12996b-40b1-41ef-9984-26212f23af77" providerId="ADAL" clId="{A6474721-C073-40D6-8F60-65D8308B9F18}" dt="2023-06-14T05:43:22.656" v="4"/>
          <ac:picMkLst>
            <pc:docMk/>
            <pc:sldMk cId="1373621274" sldId="2147468818"/>
            <ac:picMk id="52" creationId="{DD482B5E-441F-9986-B7A3-6895D50D3A1D}"/>
          </ac:picMkLst>
        </pc:picChg>
        <pc:picChg chg="add del mod">
          <ac:chgData name="Hameswaran" userId="0f12996b-40b1-41ef-9984-26212f23af77" providerId="ADAL" clId="{A6474721-C073-40D6-8F60-65D8308B9F18}" dt="2023-06-14T05:43:22.656" v="4"/>
          <ac:picMkLst>
            <pc:docMk/>
            <pc:sldMk cId="1373621274" sldId="2147468818"/>
            <ac:picMk id="53" creationId="{D7F667E7-68A1-E1F2-B81E-F6E2862A79DA}"/>
          </ac:picMkLst>
        </pc:picChg>
        <pc:picChg chg="add del mod">
          <ac:chgData name="Hameswaran" userId="0f12996b-40b1-41ef-9984-26212f23af77" providerId="ADAL" clId="{A6474721-C073-40D6-8F60-65D8308B9F18}" dt="2023-06-14T05:43:22.656" v="4"/>
          <ac:picMkLst>
            <pc:docMk/>
            <pc:sldMk cId="1373621274" sldId="2147468818"/>
            <ac:picMk id="54" creationId="{4D4D9806-802C-E1CC-003E-3C06CE8DD06C}"/>
          </ac:picMkLst>
        </pc:picChg>
        <pc:picChg chg="add del mod">
          <ac:chgData name="Hameswaran" userId="0f12996b-40b1-41ef-9984-26212f23af77" providerId="ADAL" clId="{A6474721-C073-40D6-8F60-65D8308B9F18}" dt="2023-06-14T05:43:54.374" v="8"/>
          <ac:picMkLst>
            <pc:docMk/>
            <pc:sldMk cId="1373621274" sldId="2147468818"/>
            <ac:picMk id="59" creationId="{9D131A36-021F-33D6-FD42-1BEEE65C7CA1}"/>
          </ac:picMkLst>
        </pc:picChg>
        <pc:picChg chg="add del mod">
          <ac:chgData name="Hameswaran" userId="0f12996b-40b1-41ef-9984-26212f23af77" providerId="ADAL" clId="{A6474721-C073-40D6-8F60-65D8308B9F18}" dt="2023-06-14T05:43:54.374" v="8"/>
          <ac:picMkLst>
            <pc:docMk/>
            <pc:sldMk cId="1373621274" sldId="2147468818"/>
            <ac:picMk id="60" creationId="{ECECC405-06AA-75F7-47F2-A4E218B66E3C}"/>
          </ac:picMkLst>
        </pc:picChg>
        <pc:picChg chg="add del mod">
          <ac:chgData name="Hameswaran" userId="0f12996b-40b1-41ef-9984-26212f23af77" providerId="ADAL" clId="{A6474721-C073-40D6-8F60-65D8308B9F18}" dt="2023-06-14T05:43:54.374" v="8"/>
          <ac:picMkLst>
            <pc:docMk/>
            <pc:sldMk cId="1373621274" sldId="2147468818"/>
            <ac:picMk id="64" creationId="{1C16C2D9-DCE3-8B83-BCA8-24E8FE8464C7}"/>
          </ac:picMkLst>
        </pc:picChg>
        <pc:picChg chg="add del mod">
          <ac:chgData name="Hameswaran" userId="0f12996b-40b1-41ef-9984-26212f23af77" providerId="ADAL" clId="{A6474721-C073-40D6-8F60-65D8308B9F18}" dt="2023-06-14T05:43:54.374" v="8"/>
          <ac:picMkLst>
            <pc:docMk/>
            <pc:sldMk cId="1373621274" sldId="2147468818"/>
            <ac:picMk id="66" creationId="{3F340369-6389-3E22-9879-EC06D3F94FF4}"/>
          </ac:picMkLst>
        </pc:picChg>
        <pc:picChg chg="add del mod">
          <ac:chgData name="Hameswaran" userId="0f12996b-40b1-41ef-9984-26212f23af77" providerId="ADAL" clId="{A6474721-C073-40D6-8F60-65D8308B9F18}" dt="2023-06-14T05:43:54.374" v="8"/>
          <ac:picMkLst>
            <pc:docMk/>
            <pc:sldMk cId="1373621274" sldId="2147468818"/>
            <ac:picMk id="67" creationId="{47213877-10A1-0943-6E34-71C4B753B4AC}"/>
          </ac:picMkLst>
        </pc:picChg>
        <pc:picChg chg="add del mod">
          <ac:chgData name="Hameswaran" userId="0f12996b-40b1-41ef-9984-26212f23af77" providerId="ADAL" clId="{A6474721-C073-40D6-8F60-65D8308B9F18}" dt="2023-06-14T05:43:54.374" v="8"/>
          <ac:picMkLst>
            <pc:docMk/>
            <pc:sldMk cId="1373621274" sldId="2147468818"/>
            <ac:picMk id="68" creationId="{8BB9BAE4-8720-3A7B-FC88-19A8CD52C3F3}"/>
          </ac:picMkLst>
        </pc:picChg>
        <pc:picChg chg="add del mod">
          <ac:chgData name="Hameswaran" userId="0f12996b-40b1-41ef-9984-26212f23af77" providerId="ADAL" clId="{A6474721-C073-40D6-8F60-65D8308B9F18}" dt="2023-06-14T05:43:54.374" v="8"/>
          <ac:picMkLst>
            <pc:docMk/>
            <pc:sldMk cId="1373621274" sldId="2147468818"/>
            <ac:picMk id="75" creationId="{7E9FCAE2-1F4D-F979-190F-372D0A6E4B84}"/>
          </ac:picMkLst>
        </pc:picChg>
        <pc:picChg chg="add del mod">
          <ac:chgData name="Hameswaran" userId="0f12996b-40b1-41ef-9984-26212f23af77" providerId="ADAL" clId="{A6474721-C073-40D6-8F60-65D8308B9F18}" dt="2023-06-14T05:43:54.374" v="8"/>
          <ac:picMkLst>
            <pc:docMk/>
            <pc:sldMk cId="1373621274" sldId="2147468818"/>
            <ac:picMk id="76" creationId="{4E08FB2C-F3B8-88E3-BE85-14239E779B50}"/>
          </ac:picMkLst>
        </pc:picChg>
        <pc:picChg chg="add del mod">
          <ac:chgData name="Hameswaran" userId="0f12996b-40b1-41ef-9984-26212f23af77" providerId="ADAL" clId="{A6474721-C073-40D6-8F60-65D8308B9F18}" dt="2023-06-14T05:43:54.374" v="8"/>
          <ac:picMkLst>
            <pc:docMk/>
            <pc:sldMk cId="1373621274" sldId="2147468818"/>
            <ac:picMk id="77" creationId="{215A041A-F769-BA0D-855C-559F6B94708A}"/>
          </ac:picMkLst>
        </pc:picChg>
        <pc:picChg chg="add del mod">
          <ac:chgData name="Hameswaran" userId="0f12996b-40b1-41ef-9984-26212f23af77" providerId="ADAL" clId="{A6474721-C073-40D6-8F60-65D8308B9F18}" dt="2023-06-14T05:43:54.374" v="8"/>
          <ac:picMkLst>
            <pc:docMk/>
            <pc:sldMk cId="1373621274" sldId="2147468818"/>
            <ac:picMk id="78" creationId="{ACF9F282-F81A-647B-62DB-E39206ED8DBB}"/>
          </ac:picMkLst>
        </pc:picChg>
        <pc:picChg chg="add del mod">
          <ac:chgData name="Hameswaran" userId="0f12996b-40b1-41ef-9984-26212f23af77" providerId="ADAL" clId="{A6474721-C073-40D6-8F60-65D8308B9F18}" dt="2023-06-14T05:43:54.374" v="8"/>
          <ac:picMkLst>
            <pc:docMk/>
            <pc:sldMk cId="1373621274" sldId="2147468818"/>
            <ac:picMk id="79" creationId="{27C9238D-60CF-2D06-6D41-E74B0AC575E5}"/>
          </ac:picMkLst>
        </pc:picChg>
        <pc:picChg chg="add del mod">
          <ac:chgData name="Hameswaran" userId="0f12996b-40b1-41ef-9984-26212f23af77" providerId="ADAL" clId="{A6474721-C073-40D6-8F60-65D8308B9F18}" dt="2023-06-14T05:43:54.374" v="8"/>
          <ac:picMkLst>
            <pc:docMk/>
            <pc:sldMk cId="1373621274" sldId="2147468818"/>
            <ac:picMk id="80" creationId="{C1F95B48-E9E8-98DD-0A04-721AA197C018}"/>
          </ac:picMkLst>
        </pc:picChg>
        <pc:picChg chg="add del mod">
          <ac:chgData name="Hameswaran" userId="0f12996b-40b1-41ef-9984-26212f23af77" providerId="ADAL" clId="{A6474721-C073-40D6-8F60-65D8308B9F18}" dt="2023-06-14T05:43:54.374" v="8"/>
          <ac:picMkLst>
            <pc:docMk/>
            <pc:sldMk cId="1373621274" sldId="2147468818"/>
            <ac:picMk id="81" creationId="{2DC06176-7A69-42EF-CCD1-75CF93E056C7}"/>
          </ac:picMkLst>
        </pc:picChg>
        <pc:picChg chg="add del mod">
          <ac:chgData name="Hameswaran" userId="0f12996b-40b1-41ef-9984-26212f23af77" providerId="ADAL" clId="{A6474721-C073-40D6-8F60-65D8308B9F18}" dt="2023-06-14T05:43:54.374" v="8"/>
          <ac:picMkLst>
            <pc:docMk/>
            <pc:sldMk cId="1373621274" sldId="2147468818"/>
            <ac:picMk id="83" creationId="{322DA4D6-51B9-1115-B6CA-F2C18A2F1919}"/>
          </ac:picMkLst>
        </pc:picChg>
        <pc:picChg chg="add del mod">
          <ac:chgData name="Hameswaran" userId="0f12996b-40b1-41ef-9984-26212f23af77" providerId="ADAL" clId="{A6474721-C073-40D6-8F60-65D8308B9F18}" dt="2023-06-14T05:43:54.374" v="8"/>
          <ac:picMkLst>
            <pc:docMk/>
            <pc:sldMk cId="1373621274" sldId="2147468818"/>
            <ac:picMk id="84" creationId="{A33B1981-F5F7-7251-2738-D85933B9A925}"/>
          </ac:picMkLst>
        </pc:picChg>
        <pc:picChg chg="add del mod">
          <ac:chgData name="Hameswaran" userId="0f12996b-40b1-41ef-9984-26212f23af77" providerId="ADAL" clId="{A6474721-C073-40D6-8F60-65D8308B9F18}" dt="2023-06-14T05:43:54.374" v="8"/>
          <ac:picMkLst>
            <pc:docMk/>
            <pc:sldMk cId="1373621274" sldId="2147468818"/>
            <ac:picMk id="85" creationId="{8FE992B3-732D-F076-5821-7DD72D9BC6F8}"/>
          </ac:picMkLst>
        </pc:picChg>
        <pc:picChg chg="add del mod">
          <ac:chgData name="Hameswaran" userId="0f12996b-40b1-41ef-9984-26212f23af77" providerId="ADAL" clId="{A6474721-C073-40D6-8F60-65D8308B9F18}" dt="2023-06-14T05:43:54.374" v="8"/>
          <ac:picMkLst>
            <pc:docMk/>
            <pc:sldMk cId="1373621274" sldId="2147468818"/>
            <ac:picMk id="86" creationId="{2C1FF263-CC7C-45AB-AA9D-CBA053B26EBF}"/>
          </ac:picMkLst>
        </pc:picChg>
        <pc:picChg chg="add del mod">
          <ac:chgData name="Hameswaran" userId="0f12996b-40b1-41ef-9984-26212f23af77" providerId="ADAL" clId="{A6474721-C073-40D6-8F60-65D8308B9F18}" dt="2023-06-14T05:43:54.374" v="8"/>
          <ac:picMkLst>
            <pc:docMk/>
            <pc:sldMk cId="1373621274" sldId="2147468818"/>
            <ac:picMk id="87" creationId="{3A5A0006-AA93-277F-CCDF-117035BA89CF}"/>
          </ac:picMkLst>
        </pc:picChg>
        <pc:picChg chg="add del mod">
          <ac:chgData name="Hameswaran" userId="0f12996b-40b1-41ef-9984-26212f23af77" providerId="ADAL" clId="{A6474721-C073-40D6-8F60-65D8308B9F18}" dt="2023-06-14T05:43:54.374" v="8"/>
          <ac:picMkLst>
            <pc:docMk/>
            <pc:sldMk cId="1373621274" sldId="2147468818"/>
            <ac:picMk id="88" creationId="{5F7CEDE9-CEF0-0039-E7F8-635769AF6124}"/>
          </ac:picMkLst>
        </pc:picChg>
        <pc:picChg chg="add del mod">
          <ac:chgData name="Hameswaran" userId="0f12996b-40b1-41ef-9984-26212f23af77" providerId="ADAL" clId="{A6474721-C073-40D6-8F60-65D8308B9F18}" dt="2023-06-14T05:43:54.374" v="8"/>
          <ac:picMkLst>
            <pc:docMk/>
            <pc:sldMk cId="1373621274" sldId="2147468818"/>
            <ac:picMk id="89" creationId="{704750E9-9E1E-56BD-163D-EDB610EF3A86}"/>
          </ac:picMkLst>
        </pc:picChg>
        <pc:picChg chg="add del mod">
          <ac:chgData name="Hameswaran" userId="0f12996b-40b1-41ef-9984-26212f23af77" providerId="ADAL" clId="{A6474721-C073-40D6-8F60-65D8308B9F18}" dt="2023-06-14T05:43:54.374" v="8"/>
          <ac:picMkLst>
            <pc:docMk/>
            <pc:sldMk cId="1373621274" sldId="2147468818"/>
            <ac:picMk id="90" creationId="{955DFBE7-382D-E3DB-F919-3DB5118561BC}"/>
          </ac:picMkLst>
        </pc:picChg>
        <pc:picChg chg="add del mod">
          <ac:chgData name="Hameswaran" userId="0f12996b-40b1-41ef-9984-26212f23af77" providerId="ADAL" clId="{A6474721-C073-40D6-8F60-65D8308B9F18}" dt="2023-06-14T05:43:54.374" v="8"/>
          <ac:picMkLst>
            <pc:docMk/>
            <pc:sldMk cId="1373621274" sldId="2147468818"/>
            <ac:picMk id="91" creationId="{F7121705-41E3-3C43-C869-AC64393657B0}"/>
          </ac:picMkLst>
        </pc:picChg>
        <pc:picChg chg="add del mod">
          <ac:chgData name="Hameswaran" userId="0f12996b-40b1-41ef-9984-26212f23af77" providerId="ADAL" clId="{A6474721-C073-40D6-8F60-65D8308B9F18}" dt="2023-06-14T05:43:54.374" v="8"/>
          <ac:picMkLst>
            <pc:docMk/>
            <pc:sldMk cId="1373621274" sldId="2147468818"/>
            <ac:picMk id="92" creationId="{2B542FC0-D5B0-1969-F1F3-FF65DF149714}"/>
          </ac:picMkLst>
        </pc:picChg>
        <pc:picChg chg="add del mod">
          <ac:chgData name="Hameswaran" userId="0f12996b-40b1-41ef-9984-26212f23af77" providerId="ADAL" clId="{A6474721-C073-40D6-8F60-65D8308B9F18}" dt="2023-06-14T05:43:54.374" v="8"/>
          <ac:picMkLst>
            <pc:docMk/>
            <pc:sldMk cId="1373621274" sldId="2147468818"/>
            <ac:picMk id="93" creationId="{92A646D0-8B19-6470-C650-3D49B1771CE7}"/>
          </ac:picMkLst>
        </pc:picChg>
        <pc:picChg chg="add del mod">
          <ac:chgData name="Hameswaran" userId="0f12996b-40b1-41ef-9984-26212f23af77" providerId="ADAL" clId="{A6474721-C073-40D6-8F60-65D8308B9F18}" dt="2023-06-14T05:43:54.374" v="8"/>
          <ac:picMkLst>
            <pc:docMk/>
            <pc:sldMk cId="1373621274" sldId="2147468818"/>
            <ac:picMk id="94" creationId="{DBC95CC3-7D24-7743-E8EC-671F2491CC0F}"/>
          </ac:picMkLst>
        </pc:picChg>
        <pc:picChg chg="add del mod">
          <ac:chgData name="Hameswaran" userId="0f12996b-40b1-41ef-9984-26212f23af77" providerId="ADAL" clId="{A6474721-C073-40D6-8F60-65D8308B9F18}" dt="2023-06-14T05:43:54.374" v="8"/>
          <ac:picMkLst>
            <pc:docMk/>
            <pc:sldMk cId="1373621274" sldId="2147468818"/>
            <ac:picMk id="95" creationId="{2BC016E7-C429-1C54-0468-1F0060DEFA48}"/>
          </ac:picMkLst>
        </pc:picChg>
        <pc:picChg chg="add del mod">
          <ac:chgData name="Hameswaran" userId="0f12996b-40b1-41ef-9984-26212f23af77" providerId="ADAL" clId="{A6474721-C073-40D6-8F60-65D8308B9F18}" dt="2023-06-14T05:43:54.374" v="8"/>
          <ac:picMkLst>
            <pc:docMk/>
            <pc:sldMk cId="1373621274" sldId="2147468818"/>
            <ac:picMk id="96" creationId="{86A373C1-39AE-55D7-AA70-83EECE180CC0}"/>
          </ac:picMkLst>
        </pc:picChg>
        <pc:picChg chg="add del mod">
          <ac:chgData name="Hameswaran" userId="0f12996b-40b1-41ef-9984-26212f23af77" providerId="ADAL" clId="{A6474721-C073-40D6-8F60-65D8308B9F18}" dt="2023-06-14T05:43:54.374" v="8"/>
          <ac:picMkLst>
            <pc:docMk/>
            <pc:sldMk cId="1373621274" sldId="2147468818"/>
            <ac:picMk id="97" creationId="{03456F62-4FDE-664F-9020-55D57384FDB6}"/>
          </ac:picMkLst>
        </pc:picChg>
        <pc:picChg chg="add del mod">
          <ac:chgData name="Hameswaran" userId="0f12996b-40b1-41ef-9984-26212f23af77" providerId="ADAL" clId="{A6474721-C073-40D6-8F60-65D8308B9F18}" dt="2023-06-14T05:43:54.374" v="8"/>
          <ac:picMkLst>
            <pc:docMk/>
            <pc:sldMk cId="1373621274" sldId="2147468818"/>
            <ac:picMk id="98" creationId="{23292D5C-6326-5034-2B7E-8047062D428F}"/>
          </ac:picMkLst>
        </pc:picChg>
        <pc:picChg chg="add del mod">
          <ac:chgData name="Hameswaran" userId="0f12996b-40b1-41ef-9984-26212f23af77" providerId="ADAL" clId="{A6474721-C073-40D6-8F60-65D8308B9F18}" dt="2023-06-14T05:43:54.374" v="8"/>
          <ac:picMkLst>
            <pc:docMk/>
            <pc:sldMk cId="1373621274" sldId="2147468818"/>
            <ac:picMk id="99" creationId="{C9B0E0BB-EBAF-B7E7-9B56-3E5C75383A35}"/>
          </ac:picMkLst>
        </pc:picChg>
        <pc:picChg chg="add del mod">
          <ac:chgData name="Hameswaran" userId="0f12996b-40b1-41ef-9984-26212f23af77" providerId="ADAL" clId="{A6474721-C073-40D6-8F60-65D8308B9F18}" dt="2023-06-14T05:43:54.374" v="8"/>
          <ac:picMkLst>
            <pc:docMk/>
            <pc:sldMk cId="1373621274" sldId="2147468818"/>
            <ac:picMk id="100" creationId="{6F0E2D2D-7645-5D7C-2860-62B4A24A8B26}"/>
          </ac:picMkLst>
        </pc:picChg>
        <pc:picChg chg="add del mod">
          <ac:chgData name="Hameswaran" userId="0f12996b-40b1-41ef-9984-26212f23af77" providerId="ADAL" clId="{A6474721-C073-40D6-8F60-65D8308B9F18}" dt="2023-06-14T05:43:54.374" v="8"/>
          <ac:picMkLst>
            <pc:docMk/>
            <pc:sldMk cId="1373621274" sldId="2147468818"/>
            <ac:picMk id="101" creationId="{B7739A2D-35F2-EE3F-BBFA-0AED7EDAEA46}"/>
          </ac:picMkLst>
        </pc:picChg>
        <pc:picChg chg="add del mod">
          <ac:chgData name="Hameswaran" userId="0f12996b-40b1-41ef-9984-26212f23af77" providerId="ADAL" clId="{A6474721-C073-40D6-8F60-65D8308B9F18}" dt="2023-06-14T05:43:54.374" v="8"/>
          <ac:picMkLst>
            <pc:docMk/>
            <pc:sldMk cId="1373621274" sldId="2147468818"/>
            <ac:picMk id="102" creationId="{F1D4F14F-7537-92DC-1EC3-10820E15769E}"/>
          </ac:picMkLst>
        </pc:picChg>
        <pc:picChg chg="add del mod">
          <ac:chgData name="Hameswaran" userId="0f12996b-40b1-41ef-9984-26212f23af77" providerId="ADAL" clId="{A6474721-C073-40D6-8F60-65D8308B9F18}" dt="2023-06-14T05:43:54.374" v="8"/>
          <ac:picMkLst>
            <pc:docMk/>
            <pc:sldMk cId="1373621274" sldId="2147468818"/>
            <ac:picMk id="103" creationId="{2CC5E827-D07A-0DC2-0A57-3A82E4EA5DD8}"/>
          </ac:picMkLst>
        </pc:picChg>
        <pc:picChg chg="add del mod">
          <ac:chgData name="Hameswaran" userId="0f12996b-40b1-41ef-9984-26212f23af77" providerId="ADAL" clId="{A6474721-C073-40D6-8F60-65D8308B9F18}" dt="2023-06-14T05:43:54.374" v="8"/>
          <ac:picMkLst>
            <pc:docMk/>
            <pc:sldMk cId="1373621274" sldId="2147468818"/>
            <ac:picMk id="104" creationId="{CD6E9CB6-F1B1-9A5D-7CB7-DEFF30C1D504}"/>
          </ac:picMkLst>
        </pc:picChg>
        <pc:picChg chg="add mod">
          <ac:chgData name="Hameswaran" userId="0f12996b-40b1-41ef-9984-26212f23af77" providerId="ADAL" clId="{A6474721-C073-40D6-8F60-65D8308B9F18}" dt="2023-06-14T05:44:13.729" v="9"/>
          <ac:picMkLst>
            <pc:docMk/>
            <pc:sldMk cId="1373621274" sldId="2147468818"/>
            <ac:picMk id="109" creationId="{A2D3E9A2-1AF1-3024-6A1D-86EDB273F9FA}"/>
          </ac:picMkLst>
        </pc:picChg>
        <pc:picChg chg="add mod">
          <ac:chgData name="Hameswaran" userId="0f12996b-40b1-41ef-9984-26212f23af77" providerId="ADAL" clId="{A6474721-C073-40D6-8F60-65D8308B9F18}" dt="2023-06-14T05:44:13.729" v="9"/>
          <ac:picMkLst>
            <pc:docMk/>
            <pc:sldMk cId="1373621274" sldId="2147468818"/>
            <ac:picMk id="110" creationId="{683DB817-37F4-C875-3FFC-775F8691456C}"/>
          </ac:picMkLst>
        </pc:picChg>
        <pc:picChg chg="add mod">
          <ac:chgData name="Hameswaran" userId="0f12996b-40b1-41ef-9984-26212f23af77" providerId="ADAL" clId="{A6474721-C073-40D6-8F60-65D8308B9F18}" dt="2023-06-14T05:44:13.729" v="9"/>
          <ac:picMkLst>
            <pc:docMk/>
            <pc:sldMk cId="1373621274" sldId="2147468818"/>
            <ac:picMk id="114" creationId="{6DF8C6DB-899C-076B-71F6-6E011B55616D}"/>
          </ac:picMkLst>
        </pc:picChg>
        <pc:picChg chg="add mod">
          <ac:chgData name="Hameswaran" userId="0f12996b-40b1-41ef-9984-26212f23af77" providerId="ADAL" clId="{A6474721-C073-40D6-8F60-65D8308B9F18}" dt="2023-06-14T05:44:13.729" v="9"/>
          <ac:picMkLst>
            <pc:docMk/>
            <pc:sldMk cId="1373621274" sldId="2147468818"/>
            <ac:picMk id="116" creationId="{2DB27A61-587F-C23D-44FD-4B5116EF4F05}"/>
          </ac:picMkLst>
        </pc:picChg>
        <pc:picChg chg="add mod">
          <ac:chgData name="Hameswaran" userId="0f12996b-40b1-41ef-9984-26212f23af77" providerId="ADAL" clId="{A6474721-C073-40D6-8F60-65D8308B9F18}" dt="2023-06-14T05:44:13.729" v="9"/>
          <ac:picMkLst>
            <pc:docMk/>
            <pc:sldMk cId="1373621274" sldId="2147468818"/>
            <ac:picMk id="117" creationId="{84A4534D-1A0A-AAF2-2A59-BCEC68A05DC3}"/>
          </ac:picMkLst>
        </pc:picChg>
        <pc:picChg chg="add mod">
          <ac:chgData name="Hameswaran" userId="0f12996b-40b1-41ef-9984-26212f23af77" providerId="ADAL" clId="{A6474721-C073-40D6-8F60-65D8308B9F18}" dt="2023-06-14T05:44:13.729" v="9"/>
          <ac:picMkLst>
            <pc:docMk/>
            <pc:sldMk cId="1373621274" sldId="2147468818"/>
            <ac:picMk id="118" creationId="{CF0FBE19-E63C-500A-989A-66921E32AAF3}"/>
          </ac:picMkLst>
        </pc:picChg>
        <pc:picChg chg="add mod">
          <ac:chgData name="Hameswaran" userId="0f12996b-40b1-41ef-9984-26212f23af77" providerId="ADAL" clId="{A6474721-C073-40D6-8F60-65D8308B9F18}" dt="2023-06-14T05:44:13.729" v="9"/>
          <ac:picMkLst>
            <pc:docMk/>
            <pc:sldMk cId="1373621274" sldId="2147468818"/>
            <ac:picMk id="125" creationId="{50B9220C-DA88-87FD-B249-8A3CFE0A35A9}"/>
          </ac:picMkLst>
        </pc:picChg>
        <pc:picChg chg="add mod">
          <ac:chgData name="Hameswaran" userId="0f12996b-40b1-41ef-9984-26212f23af77" providerId="ADAL" clId="{A6474721-C073-40D6-8F60-65D8308B9F18}" dt="2023-06-14T05:44:13.729" v="9"/>
          <ac:picMkLst>
            <pc:docMk/>
            <pc:sldMk cId="1373621274" sldId="2147468818"/>
            <ac:picMk id="126" creationId="{4E1ABC14-EA52-DEC0-E59F-82D4F34C1F49}"/>
          </ac:picMkLst>
        </pc:picChg>
        <pc:picChg chg="add mod">
          <ac:chgData name="Hameswaran" userId="0f12996b-40b1-41ef-9984-26212f23af77" providerId="ADAL" clId="{A6474721-C073-40D6-8F60-65D8308B9F18}" dt="2023-06-14T05:44:13.729" v="9"/>
          <ac:picMkLst>
            <pc:docMk/>
            <pc:sldMk cId="1373621274" sldId="2147468818"/>
            <ac:picMk id="127" creationId="{96680C87-9173-3FFC-3B90-36A71F0700A5}"/>
          </ac:picMkLst>
        </pc:picChg>
        <pc:picChg chg="add mod">
          <ac:chgData name="Hameswaran" userId="0f12996b-40b1-41ef-9984-26212f23af77" providerId="ADAL" clId="{A6474721-C073-40D6-8F60-65D8308B9F18}" dt="2023-06-14T05:44:13.729" v="9"/>
          <ac:picMkLst>
            <pc:docMk/>
            <pc:sldMk cId="1373621274" sldId="2147468818"/>
            <ac:picMk id="128" creationId="{6AC593F5-9128-8D2E-E530-9279AEADC155}"/>
          </ac:picMkLst>
        </pc:picChg>
        <pc:picChg chg="add mod">
          <ac:chgData name="Hameswaran" userId="0f12996b-40b1-41ef-9984-26212f23af77" providerId="ADAL" clId="{A6474721-C073-40D6-8F60-65D8308B9F18}" dt="2023-06-14T05:44:13.729" v="9"/>
          <ac:picMkLst>
            <pc:docMk/>
            <pc:sldMk cId="1373621274" sldId="2147468818"/>
            <ac:picMk id="129" creationId="{5E653511-684A-C770-BE48-3CFB69FAE87D}"/>
          </ac:picMkLst>
        </pc:picChg>
        <pc:picChg chg="add mod">
          <ac:chgData name="Hameswaran" userId="0f12996b-40b1-41ef-9984-26212f23af77" providerId="ADAL" clId="{A6474721-C073-40D6-8F60-65D8308B9F18}" dt="2023-06-14T05:44:13.729" v="9"/>
          <ac:picMkLst>
            <pc:docMk/>
            <pc:sldMk cId="1373621274" sldId="2147468818"/>
            <ac:picMk id="130" creationId="{D545A1A5-BD71-0A48-6910-30C98578DAD7}"/>
          </ac:picMkLst>
        </pc:picChg>
        <pc:picChg chg="add mod">
          <ac:chgData name="Hameswaran" userId="0f12996b-40b1-41ef-9984-26212f23af77" providerId="ADAL" clId="{A6474721-C073-40D6-8F60-65D8308B9F18}" dt="2023-06-14T05:44:13.729" v="9"/>
          <ac:picMkLst>
            <pc:docMk/>
            <pc:sldMk cId="1373621274" sldId="2147468818"/>
            <ac:picMk id="131" creationId="{9888EDC8-FDA7-3CCC-75EB-0C9A58AA1FA9}"/>
          </ac:picMkLst>
        </pc:picChg>
        <pc:picChg chg="add mod">
          <ac:chgData name="Hameswaran" userId="0f12996b-40b1-41ef-9984-26212f23af77" providerId="ADAL" clId="{A6474721-C073-40D6-8F60-65D8308B9F18}" dt="2023-06-14T05:44:13.729" v="9"/>
          <ac:picMkLst>
            <pc:docMk/>
            <pc:sldMk cId="1373621274" sldId="2147468818"/>
            <ac:picMk id="133" creationId="{83F43475-49E4-04E2-B248-F79EEE5BE28E}"/>
          </ac:picMkLst>
        </pc:picChg>
        <pc:picChg chg="add mod">
          <ac:chgData name="Hameswaran" userId="0f12996b-40b1-41ef-9984-26212f23af77" providerId="ADAL" clId="{A6474721-C073-40D6-8F60-65D8308B9F18}" dt="2023-06-14T05:44:13.729" v="9"/>
          <ac:picMkLst>
            <pc:docMk/>
            <pc:sldMk cId="1373621274" sldId="2147468818"/>
            <ac:picMk id="134" creationId="{60FFE503-1A4C-790D-6A97-D3678D915BA0}"/>
          </ac:picMkLst>
        </pc:picChg>
        <pc:picChg chg="add mod">
          <ac:chgData name="Hameswaran" userId="0f12996b-40b1-41ef-9984-26212f23af77" providerId="ADAL" clId="{A6474721-C073-40D6-8F60-65D8308B9F18}" dt="2023-06-14T05:44:13.729" v="9"/>
          <ac:picMkLst>
            <pc:docMk/>
            <pc:sldMk cId="1373621274" sldId="2147468818"/>
            <ac:picMk id="135" creationId="{5C8A552C-A9EE-6026-C4BC-840AF52120E6}"/>
          </ac:picMkLst>
        </pc:picChg>
        <pc:picChg chg="add mod">
          <ac:chgData name="Hameswaran" userId="0f12996b-40b1-41ef-9984-26212f23af77" providerId="ADAL" clId="{A6474721-C073-40D6-8F60-65D8308B9F18}" dt="2023-06-14T05:44:13.729" v="9"/>
          <ac:picMkLst>
            <pc:docMk/>
            <pc:sldMk cId="1373621274" sldId="2147468818"/>
            <ac:picMk id="136" creationId="{EF54C435-1E80-30A7-714A-F92FA7728ECB}"/>
          </ac:picMkLst>
        </pc:picChg>
        <pc:picChg chg="add mod">
          <ac:chgData name="Hameswaran" userId="0f12996b-40b1-41ef-9984-26212f23af77" providerId="ADAL" clId="{A6474721-C073-40D6-8F60-65D8308B9F18}" dt="2023-06-14T05:44:13.729" v="9"/>
          <ac:picMkLst>
            <pc:docMk/>
            <pc:sldMk cId="1373621274" sldId="2147468818"/>
            <ac:picMk id="137" creationId="{A4376EDB-80A8-6B10-3088-D1F6505D57CE}"/>
          </ac:picMkLst>
        </pc:picChg>
        <pc:picChg chg="add mod">
          <ac:chgData name="Hameswaran" userId="0f12996b-40b1-41ef-9984-26212f23af77" providerId="ADAL" clId="{A6474721-C073-40D6-8F60-65D8308B9F18}" dt="2023-06-14T05:44:13.729" v="9"/>
          <ac:picMkLst>
            <pc:docMk/>
            <pc:sldMk cId="1373621274" sldId="2147468818"/>
            <ac:picMk id="138" creationId="{8F806E6F-9EBE-46E6-C378-9858C0770759}"/>
          </ac:picMkLst>
        </pc:picChg>
        <pc:picChg chg="add mod">
          <ac:chgData name="Hameswaran" userId="0f12996b-40b1-41ef-9984-26212f23af77" providerId="ADAL" clId="{A6474721-C073-40D6-8F60-65D8308B9F18}" dt="2023-06-14T05:44:13.729" v="9"/>
          <ac:picMkLst>
            <pc:docMk/>
            <pc:sldMk cId="1373621274" sldId="2147468818"/>
            <ac:picMk id="139" creationId="{8764C744-DB49-397D-995A-A13F149F2937}"/>
          </ac:picMkLst>
        </pc:picChg>
        <pc:picChg chg="add mod">
          <ac:chgData name="Hameswaran" userId="0f12996b-40b1-41ef-9984-26212f23af77" providerId="ADAL" clId="{A6474721-C073-40D6-8F60-65D8308B9F18}" dt="2023-06-14T05:44:13.729" v="9"/>
          <ac:picMkLst>
            <pc:docMk/>
            <pc:sldMk cId="1373621274" sldId="2147468818"/>
            <ac:picMk id="140" creationId="{10FAA0AE-D895-7D8F-84B5-28A7A22655EB}"/>
          </ac:picMkLst>
        </pc:picChg>
        <pc:picChg chg="add mod">
          <ac:chgData name="Hameswaran" userId="0f12996b-40b1-41ef-9984-26212f23af77" providerId="ADAL" clId="{A6474721-C073-40D6-8F60-65D8308B9F18}" dt="2023-06-14T05:44:13.729" v="9"/>
          <ac:picMkLst>
            <pc:docMk/>
            <pc:sldMk cId="1373621274" sldId="2147468818"/>
            <ac:picMk id="141" creationId="{AD769D1B-C236-CA2A-4428-863783F39D79}"/>
          </ac:picMkLst>
        </pc:picChg>
        <pc:picChg chg="add mod">
          <ac:chgData name="Hameswaran" userId="0f12996b-40b1-41ef-9984-26212f23af77" providerId="ADAL" clId="{A6474721-C073-40D6-8F60-65D8308B9F18}" dt="2023-06-14T05:44:13.729" v="9"/>
          <ac:picMkLst>
            <pc:docMk/>
            <pc:sldMk cId="1373621274" sldId="2147468818"/>
            <ac:picMk id="142" creationId="{0AE3AB0E-3073-F320-9C18-313EA8E8581B}"/>
          </ac:picMkLst>
        </pc:picChg>
        <pc:picChg chg="add mod">
          <ac:chgData name="Hameswaran" userId="0f12996b-40b1-41ef-9984-26212f23af77" providerId="ADAL" clId="{A6474721-C073-40D6-8F60-65D8308B9F18}" dt="2023-06-14T05:44:13.729" v="9"/>
          <ac:picMkLst>
            <pc:docMk/>
            <pc:sldMk cId="1373621274" sldId="2147468818"/>
            <ac:picMk id="143" creationId="{39496F12-7174-1646-6C91-5C7649E2A0CD}"/>
          </ac:picMkLst>
        </pc:picChg>
        <pc:picChg chg="add mod">
          <ac:chgData name="Hameswaran" userId="0f12996b-40b1-41ef-9984-26212f23af77" providerId="ADAL" clId="{A6474721-C073-40D6-8F60-65D8308B9F18}" dt="2023-06-14T05:44:13.729" v="9"/>
          <ac:picMkLst>
            <pc:docMk/>
            <pc:sldMk cId="1373621274" sldId="2147468818"/>
            <ac:picMk id="144" creationId="{156583F0-EA81-C3A3-3064-A793B7DB998E}"/>
          </ac:picMkLst>
        </pc:picChg>
        <pc:picChg chg="add mod">
          <ac:chgData name="Hameswaran" userId="0f12996b-40b1-41ef-9984-26212f23af77" providerId="ADAL" clId="{A6474721-C073-40D6-8F60-65D8308B9F18}" dt="2023-06-14T05:44:13.729" v="9"/>
          <ac:picMkLst>
            <pc:docMk/>
            <pc:sldMk cId="1373621274" sldId="2147468818"/>
            <ac:picMk id="145" creationId="{30DF5158-ABD4-5D2C-7804-6ADFF548C4FB}"/>
          </ac:picMkLst>
        </pc:picChg>
        <pc:picChg chg="add mod">
          <ac:chgData name="Hameswaran" userId="0f12996b-40b1-41ef-9984-26212f23af77" providerId="ADAL" clId="{A6474721-C073-40D6-8F60-65D8308B9F18}" dt="2023-06-14T05:44:13.729" v="9"/>
          <ac:picMkLst>
            <pc:docMk/>
            <pc:sldMk cId="1373621274" sldId="2147468818"/>
            <ac:picMk id="146" creationId="{9F93B5BD-818E-1ADE-32E0-DCBA38A342FE}"/>
          </ac:picMkLst>
        </pc:picChg>
        <pc:picChg chg="add mod">
          <ac:chgData name="Hameswaran" userId="0f12996b-40b1-41ef-9984-26212f23af77" providerId="ADAL" clId="{A6474721-C073-40D6-8F60-65D8308B9F18}" dt="2023-06-14T05:44:13.729" v="9"/>
          <ac:picMkLst>
            <pc:docMk/>
            <pc:sldMk cId="1373621274" sldId="2147468818"/>
            <ac:picMk id="147" creationId="{AB665A8F-AABD-DA7A-D3DF-0137490394DA}"/>
          </ac:picMkLst>
        </pc:picChg>
        <pc:picChg chg="add mod">
          <ac:chgData name="Hameswaran" userId="0f12996b-40b1-41ef-9984-26212f23af77" providerId="ADAL" clId="{A6474721-C073-40D6-8F60-65D8308B9F18}" dt="2023-06-14T05:44:13.729" v="9"/>
          <ac:picMkLst>
            <pc:docMk/>
            <pc:sldMk cId="1373621274" sldId="2147468818"/>
            <ac:picMk id="148" creationId="{1EE1B52A-7986-6BAA-29F5-A33214022005}"/>
          </ac:picMkLst>
        </pc:picChg>
        <pc:picChg chg="add mod">
          <ac:chgData name="Hameswaran" userId="0f12996b-40b1-41ef-9984-26212f23af77" providerId="ADAL" clId="{A6474721-C073-40D6-8F60-65D8308B9F18}" dt="2023-06-14T05:44:13.729" v="9"/>
          <ac:picMkLst>
            <pc:docMk/>
            <pc:sldMk cId="1373621274" sldId="2147468818"/>
            <ac:picMk id="149" creationId="{22AF5255-95F4-B16A-C281-C56D6D720AA8}"/>
          </ac:picMkLst>
        </pc:picChg>
        <pc:picChg chg="add mod">
          <ac:chgData name="Hameswaran" userId="0f12996b-40b1-41ef-9984-26212f23af77" providerId="ADAL" clId="{A6474721-C073-40D6-8F60-65D8308B9F18}" dt="2023-06-14T05:44:13.729" v="9"/>
          <ac:picMkLst>
            <pc:docMk/>
            <pc:sldMk cId="1373621274" sldId="2147468818"/>
            <ac:picMk id="150" creationId="{2522B40B-79AC-4108-D85D-F4697A2823EB}"/>
          </ac:picMkLst>
        </pc:picChg>
        <pc:picChg chg="add mod">
          <ac:chgData name="Hameswaran" userId="0f12996b-40b1-41ef-9984-26212f23af77" providerId="ADAL" clId="{A6474721-C073-40D6-8F60-65D8308B9F18}" dt="2023-06-14T05:44:13.729" v="9"/>
          <ac:picMkLst>
            <pc:docMk/>
            <pc:sldMk cId="1373621274" sldId="2147468818"/>
            <ac:picMk id="151" creationId="{ED7F6994-773F-170C-842E-305D2C75B53C}"/>
          </ac:picMkLst>
        </pc:picChg>
        <pc:picChg chg="add mod">
          <ac:chgData name="Hameswaran" userId="0f12996b-40b1-41ef-9984-26212f23af77" providerId="ADAL" clId="{A6474721-C073-40D6-8F60-65D8308B9F18}" dt="2023-06-14T05:44:13.729" v="9"/>
          <ac:picMkLst>
            <pc:docMk/>
            <pc:sldMk cId="1373621274" sldId="2147468818"/>
            <ac:picMk id="152" creationId="{831FD9A5-A832-DC20-026E-96531DFDCAC2}"/>
          </ac:picMkLst>
        </pc:picChg>
        <pc:picChg chg="add mod">
          <ac:chgData name="Hameswaran" userId="0f12996b-40b1-41ef-9984-26212f23af77" providerId="ADAL" clId="{A6474721-C073-40D6-8F60-65D8308B9F18}" dt="2023-06-14T05:44:13.729" v="9"/>
          <ac:picMkLst>
            <pc:docMk/>
            <pc:sldMk cId="1373621274" sldId="2147468818"/>
            <ac:picMk id="153" creationId="{FE3F9805-0F3A-653C-12F0-0E9640D1D1BC}"/>
          </ac:picMkLst>
        </pc:picChg>
        <pc:picChg chg="add mod">
          <ac:chgData name="Hameswaran" userId="0f12996b-40b1-41ef-9984-26212f23af77" providerId="ADAL" clId="{A6474721-C073-40D6-8F60-65D8308B9F18}" dt="2023-06-14T05:44:13.729" v="9"/>
          <ac:picMkLst>
            <pc:docMk/>
            <pc:sldMk cId="1373621274" sldId="2147468818"/>
            <ac:picMk id="154" creationId="{A2355BFB-3280-85F0-CFEF-C9997CA9AFEC}"/>
          </ac:picMkLst>
        </pc:picChg>
        <pc:cxnChg chg="add del mod">
          <ac:chgData name="Hameswaran" userId="0f12996b-40b1-41ef-9984-26212f23af77" providerId="ADAL" clId="{A6474721-C073-40D6-8F60-65D8308B9F18}" dt="2023-06-14T05:43:22.656" v="4"/>
          <ac:cxnSpMkLst>
            <pc:docMk/>
            <pc:sldMk cId="1373621274" sldId="2147468818"/>
            <ac:cxnSpMk id="13" creationId="{9AF23D5B-03B7-184C-1260-0BF4AB252DB8}"/>
          </ac:cxnSpMkLst>
        </pc:cxnChg>
        <pc:cxnChg chg="add del mod">
          <ac:chgData name="Hameswaran" userId="0f12996b-40b1-41ef-9984-26212f23af77" providerId="ADAL" clId="{A6474721-C073-40D6-8F60-65D8308B9F18}" dt="2023-06-14T05:43:22.656" v="4"/>
          <ac:cxnSpMkLst>
            <pc:docMk/>
            <pc:sldMk cId="1373621274" sldId="2147468818"/>
            <ac:cxnSpMk id="19" creationId="{9008C803-C51F-278A-9557-32F2184B5D5B}"/>
          </ac:cxnSpMkLst>
        </pc:cxnChg>
        <pc:cxnChg chg="add del mod">
          <ac:chgData name="Hameswaran" userId="0f12996b-40b1-41ef-9984-26212f23af77" providerId="ADAL" clId="{A6474721-C073-40D6-8F60-65D8308B9F18}" dt="2023-06-14T05:43:22.656" v="4"/>
          <ac:cxnSpMkLst>
            <pc:docMk/>
            <pc:sldMk cId="1373621274" sldId="2147468818"/>
            <ac:cxnSpMk id="20" creationId="{4FBC5141-1C4E-34DF-CEF0-02FBAE2CD73E}"/>
          </ac:cxnSpMkLst>
        </pc:cxnChg>
        <pc:cxnChg chg="add del mod">
          <ac:chgData name="Hameswaran" userId="0f12996b-40b1-41ef-9984-26212f23af77" providerId="ADAL" clId="{A6474721-C073-40D6-8F60-65D8308B9F18}" dt="2023-06-14T05:43:22.656" v="4"/>
          <ac:cxnSpMkLst>
            <pc:docMk/>
            <pc:sldMk cId="1373621274" sldId="2147468818"/>
            <ac:cxnSpMk id="21" creationId="{77279B35-17FE-E5E7-5C22-7AB6F895F7D7}"/>
          </ac:cxnSpMkLst>
        </pc:cxnChg>
        <pc:cxnChg chg="add del mod">
          <ac:chgData name="Hameswaran" userId="0f12996b-40b1-41ef-9984-26212f23af77" providerId="ADAL" clId="{A6474721-C073-40D6-8F60-65D8308B9F18}" dt="2023-06-14T05:43:22.656" v="4"/>
          <ac:cxnSpMkLst>
            <pc:docMk/>
            <pc:sldMk cId="1373621274" sldId="2147468818"/>
            <ac:cxnSpMk id="22" creationId="{C0AA0099-1413-789B-C8F0-5AAA8CFB3E0D}"/>
          </ac:cxnSpMkLst>
        </pc:cxnChg>
        <pc:cxnChg chg="add del mod">
          <ac:chgData name="Hameswaran" userId="0f12996b-40b1-41ef-9984-26212f23af77" providerId="ADAL" clId="{A6474721-C073-40D6-8F60-65D8308B9F18}" dt="2023-06-14T05:43:22.656" v="4"/>
          <ac:cxnSpMkLst>
            <pc:docMk/>
            <pc:sldMk cId="1373621274" sldId="2147468818"/>
            <ac:cxnSpMk id="23" creationId="{9EE2E1BE-FECF-CD4C-67D8-664B4DEAC53C}"/>
          </ac:cxnSpMkLst>
        </pc:cxnChg>
        <pc:cxnChg chg="add del mod">
          <ac:chgData name="Hameswaran" userId="0f12996b-40b1-41ef-9984-26212f23af77" providerId="ADAL" clId="{A6474721-C073-40D6-8F60-65D8308B9F18}" dt="2023-06-14T05:43:22.656" v="4"/>
          <ac:cxnSpMkLst>
            <pc:docMk/>
            <pc:sldMk cId="1373621274" sldId="2147468818"/>
            <ac:cxnSpMk id="24" creationId="{BF99A81F-78E5-E048-D82C-91B8EA485E01}"/>
          </ac:cxnSpMkLst>
        </pc:cxnChg>
        <pc:cxnChg chg="add del mod">
          <ac:chgData name="Hameswaran" userId="0f12996b-40b1-41ef-9984-26212f23af77" providerId="ADAL" clId="{A6474721-C073-40D6-8F60-65D8308B9F18}" dt="2023-06-14T05:43:54.374" v="8"/>
          <ac:cxnSpMkLst>
            <pc:docMk/>
            <pc:sldMk cId="1373621274" sldId="2147468818"/>
            <ac:cxnSpMk id="63" creationId="{88094F73-4830-3AE6-7BF3-E29E48F87D0A}"/>
          </ac:cxnSpMkLst>
        </pc:cxnChg>
        <pc:cxnChg chg="add del mod">
          <ac:chgData name="Hameswaran" userId="0f12996b-40b1-41ef-9984-26212f23af77" providerId="ADAL" clId="{A6474721-C073-40D6-8F60-65D8308B9F18}" dt="2023-06-14T05:43:54.374" v="8"/>
          <ac:cxnSpMkLst>
            <pc:docMk/>
            <pc:sldMk cId="1373621274" sldId="2147468818"/>
            <ac:cxnSpMk id="69" creationId="{ABAEE435-3463-763E-FB92-B3B4EC59F3DC}"/>
          </ac:cxnSpMkLst>
        </pc:cxnChg>
        <pc:cxnChg chg="add del mod">
          <ac:chgData name="Hameswaran" userId="0f12996b-40b1-41ef-9984-26212f23af77" providerId="ADAL" clId="{A6474721-C073-40D6-8F60-65D8308B9F18}" dt="2023-06-14T05:43:54.374" v="8"/>
          <ac:cxnSpMkLst>
            <pc:docMk/>
            <pc:sldMk cId="1373621274" sldId="2147468818"/>
            <ac:cxnSpMk id="70" creationId="{ED770F78-F2C2-DF4E-B9E1-63BE5C4AB874}"/>
          </ac:cxnSpMkLst>
        </pc:cxnChg>
        <pc:cxnChg chg="add del mod">
          <ac:chgData name="Hameswaran" userId="0f12996b-40b1-41ef-9984-26212f23af77" providerId="ADAL" clId="{A6474721-C073-40D6-8F60-65D8308B9F18}" dt="2023-06-14T05:43:54.374" v="8"/>
          <ac:cxnSpMkLst>
            <pc:docMk/>
            <pc:sldMk cId="1373621274" sldId="2147468818"/>
            <ac:cxnSpMk id="71" creationId="{B451C8F2-D4E8-32FB-06D7-FE197E5258D3}"/>
          </ac:cxnSpMkLst>
        </pc:cxnChg>
        <pc:cxnChg chg="add del mod">
          <ac:chgData name="Hameswaran" userId="0f12996b-40b1-41ef-9984-26212f23af77" providerId="ADAL" clId="{A6474721-C073-40D6-8F60-65D8308B9F18}" dt="2023-06-14T05:43:54.374" v="8"/>
          <ac:cxnSpMkLst>
            <pc:docMk/>
            <pc:sldMk cId="1373621274" sldId="2147468818"/>
            <ac:cxnSpMk id="72" creationId="{ED458B89-5311-B02C-E66B-84921764E2EE}"/>
          </ac:cxnSpMkLst>
        </pc:cxnChg>
        <pc:cxnChg chg="add del mod">
          <ac:chgData name="Hameswaran" userId="0f12996b-40b1-41ef-9984-26212f23af77" providerId="ADAL" clId="{A6474721-C073-40D6-8F60-65D8308B9F18}" dt="2023-06-14T05:43:54.374" v="8"/>
          <ac:cxnSpMkLst>
            <pc:docMk/>
            <pc:sldMk cId="1373621274" sldId="2147468818"/>
            <ac:cxnSpMk id="73" creationId="{623A726D-02B1-A477-9110-B2885D3189F6}"/>
          </ac:cxnSpMkLst>
        </pc:cxnChg>
        <pc:cxnChg chg="add del mod">
          <ac:chgData name="Hameswaran" userId="0f12996b-40b1-41ef-9984-26212f23af77" providerId="ADAL" clId="{A6474721-C073-40D6-8F60-65D8308B9F18}" dt="2023-06-14T05:43:54.374" v="8"/>
          <ac:cxnSpMkLst>
            <pc:docMk/>
            <pc:sldMk cId="1373621274" sldId="2147468818"/>
            <ac:cxnSpMk id="74" creationId="{0E03FA21-496E-C1C2-2FA2-00B2B37D347D}"/>
          </ac:cxnSpMkLst>
        </pc:cxnChg>
        <pc:cxnChg chg="add mod">
          <ac:chgData name="Hameswaran" userId="0f12996b-40b1-41ef-9984-26212f23af77" providerId="ADAL" clId="{A6474721-C073-40D6-8F60-65D8308B9F18}" dt="2023-06-14T05:44:13.729" v="9"/>
          <ac:cxnSpMkLst>
            <pc:docMk/>
            <pc:sldMk cId="1373621274" sldId="2147468818"/>
            <ac:cxnSpMk id="113" creationId="{EA3F8AB3-F580-903D-6C2C-13FCE097F29C}"/>
          </ac:cxnSpMkLst>
        </pc:cxnChg>
        <pc:cxnChg chg="add mod">
          <ac:chgData name="Hameswaran" userId="0f12996b-40b1-41ef-9984-26212f23af77" providerId="ADAL" clId="{A6474721-C073-40D6-8F60-65D8308B9F18}" dt="2023-06-14T05:44:13.729" v="9"/>
          <ac:cxnSpMkLst>
            <pc:docMk/>
            <pc:sldMk cId="1373621274" sldId="2147468818"/>
            <ac:cxnSpMk id="119" creationId="{D7412576-E6B6-75AB-A4ED-37435277E100}"/>
          </ac:cxnSpMkLst>
        </pc:cxnChg>
        <pc:cxnChg chg="add mod">
          <ac:chgData name="Hameswaran" userId="0f12996b-40b1-41ef-9984-26212f23af77" providerId="ADAL" clId="{A6474721-C073-40D6-8F60-65D8308B9F18}" dt="2023-06-14T05:44:13.729" v="9"/>
          <ac:cxnSpMkLst>
            <pc:docMk/>
            <pc:sldMk cId="1373621274" sldId="2147468818"/>
            <ac:cxnSpMk id="120" creationId="{CAB4E475-A3B7-99ED-E79F-A0B1AE851C10}"/>
          </ac:cxnSpMkLst>
        </pc:cxnChg>
        <pc:cxnChg chg="add mod">
          <ac:chgData name="Hameswaran" userId="0f12996b-40b1-41ef-9984-26212f23af77" providerId="ADAL" clId="{A6474721-C073-40D6-8F60-65D8308B9F18}" dt="2023-06-14T05:44:13.729" v="9"/>
          <ac:cxnSpMkLst>
            <pc:docMk/>
            <pc:sldMk cId="1373621274" sldId="2147468818"/>
            <ac:cxnSpMk id="121" creationId="{81FF28D0-4E74-53E3-F4AD-82174A3D1376}"/>
          </ac:cxnSpMkLst>
        </pc:cxnChg>
        <pc:cxnChg chg="add mod">
          <ac:chgData name="Hameswaran" userId="0f12996b-40b1-41ef-9984-26212f23af77" providerId="ADAL" clId="{A6474721-C073-40D6-8F60-65D8308B9F18}" dt="2023-06-14T05:44:13.729" v="9"/>
          <ac:cxnSpMkLst>
            <pc:docMk/>
            <pc:sldMk cId="1373621274" sldId="2147468818"/>
            <ac:cxnSpMk id="122" creationId="{1480C3A3-84C6-B309-D357-BF7C932BB3E0}"/>
          </ac:cxnSpMkLst>
        </pc:cxnChg>
        <pc:cxnChg chg="add mod">
          <ac:chgData name="Hameswaran" userId="0f12996b-40b1-41ef-9984-26212f23af77" providerId="ADAL" clId="{A6474721-C073-40D6-8F60-65D8308B9F18}" dt="2023-06-14T05:44:13.729" v="9"/>
          <ac:cxnSpMkLst>
            <pc:docMk/>
            <pc:sldMk cId="1373621274" sldId="2147468818"/>
            <ac:cxnSpMk id="123" creationId="{30FA45F4-A280-ADE0-6B09-82D932329929}"/>
          </ac:cxnSpMkLst>
        </pc:cxnChg>
        <pc:cxnChg chg="add mod">
          <ac:chgData name="Hameswaran" userId="0f12996b-40b1-41ef-9984-26212f23af77" providerId="ADAL" clId="{A6474721-C073-40D6-8F60-65D8308B9F18}" dt="2023-06-14T05:44:13.729" v="9"/>
          <ac:cxnSpMkLst>
            <pc:docMk/>
            <pc:sldMk cId="1373621274" sldId="2147468818"/>
            <ac:cxnSpMk id="124" creationId="{D24EB96C-01C8-2DBD-9F76-B2FCD81EEFDA}"/>
          </ac:cxnSpMkLst>
        </pc:cxnChg>
      </pc:sldChg>
      <pc:sldChg chg="addSp delSp modSp add del mod modClrScheme chgLayout">
        <pc:chgData name="Hameswaran" userId="0f12996b-40b1-41ef-9984-26212f23af77" providerId="ADAL" clId="{A6474721-C073-40D6-8F60-65D8308B9F18}" dt="2023-07-13T07:36:04.215" v="716" actId="700"/>
        <pc:sldMkLst>
          <pc:docMk/>
          <pc:sldMk cId="822985170" sldId="2147468819"/>
        </pc:sldMkLst>
        <pc:spChg chg="mod">
          <ac:chgData name="Hameswaran" userId="0f12996b-40b1-41ef-9984-26212f23af77" providerId="ADAL" clId="{A6474721-C073-40D6-8F60-65D8308B9F18}" dt="2023-06-21T06:46:23.329" v="300" actId="20577"/>
          <ac:spMkLst>
            <pc:docMk/>
            <pc:sldMk cId="822985170" sldId="2147468819"/>
            <ac:spMk id="5" creationId="{89851B78-435B-9244-63AA-B5344767C093}"/>
          </ac:spMkLst>
        </pc:spChg>
        <pc:spChg chg="add del mod">
          <ac:chgData name="Hameswaran" userId="0f12996b-40b1-41ef-9984-26212f23af77" providerId="ADAL" clId="{A6474721-C073-40D6-8F60-65D8308B9F18}" dt="2023-06-21T06:46:03.371" v="295" actId="20577"/>
          <ac:spMkLst>
            <pc:docMk/>
            <pc:sldMk cId="822985170" sldId="2147468819"/>
            <ac:spMk id="6" creationId="{8FD394F7-0790-4370-C459-D83C1E38EB38}"/>
          </ac:spMkLst>
        </pc:spChg>
        <pc:spChg chg="add del">
          <ac:chgData name="Hameswaran" userId="0f12996b-40b1-41ef-9984-26212f23af77" providerId="ADAL" clId="{A6474721-C073-40D6-8F60-65D8308B9F18}" dt="2023-06-14T05:51:52.468" v="54" actId="478"/>
          <ac:spMkLst>
            <pc:docMk/>
            <pc:sldMk cId="822985170" sldId="2147468819"/>
            <ac:spMk id="10" creationId="{A5EC38B1-54FF-96E9-BCD7-60C1CEDE14D3}"/>
          </ac:spMkLst>
        </pc:spChg>
        <pc:spChg chg="add del">
          <ac:chgData name="Hameswaran" userId="0f12996b-40b1-41ef-9984-26212f23af77" providerId="ADAL" clId="{A6474721-C073-40D6-8F60-65D8308B9F18}" dt="2023-06-14T05:51:52.468" v="54" actId="478"/>
          <ac:spMkLst>
            <pc:docMk/>
            <pc:sldMk cId="822985170" sldId="2147468819"/>
            <ac:spMk id="15" creationId="{64ADD91F-B8E3-FD0E-776B-F2531BB711FC}"/>
          </ac:spMkLst>
        </pc:spChg>
        <pc:spChg chg="add del mod">
          <ac:chgData name="Hameswaran" userId="0f12996b-40b1-41ef-9984-26212f23af77" providerId="ADAL" clId="{A6474721-C073-40D6-8F60-65D8308B9F18}" dt="2023-06-14T05:51:51.013" v="47" actId="478"/>
          <ac:spMkLst>
            <pc:docMk/>
            <pc:sldMk cId="822985170" sldId="2147468819"/>
            <ac:spMk id="16" creationId="{34C6DCE0-A402-B0DA-6AEB-95B3D48D148C}"/>
          </ac:spMkLst>
        </pc:spChg>
        <pc:spChg chg="mod">
          <ac:chgData name="Hameswaran" userId="0f12996b-40b1-41ef-9984-26212f23af77" providerId="ADAL" clId="{A6474721-C073-40D6-8F60-65D8308B9F18}" dt="2023-06-14T05:51:52.116" v="53" actId="1076"/>
          <ac:spMkLst>
            <pc:docMk/>
            <pc:sldMk cId="822985170" sldId="2147468819"/>
            <ac:spMk id="27" creationId="{C3BCF277-18FE-8268-A4CA-2FBE8E8C5937}"/>
          </ac:spMkLst>
        </pc:spChg>
        <pc:spChg chg="add del">
          <ac:chgData name="Hameswaran" userId="0f12996b-40b1-41ef-9984-26212f23af77" providerId="ADAL" clId="{A6474721-C073-40D6-8F60-65D8308B9F18}" dt="2023-06-14T05:51:52.468" v="54" actId="478"/>
          <ac:spMkLst>
            <pc:docMk/>
            <pc:sldMk cId="822985170" sldId="2147468819"/>
            <ac:spMk id="29" creationId="{A8FCF76F-75B0-F600-8C55-E6B39F96A9A9}"/>
          </ac:spMkLst>
        </pc:spChg>
        <pc:spChg chg="add mod">
          <ac:chgData name="Hameswaran" userId="0f12996b-40b1-41ef-9984-26212f23af77" providerId="ADAL" clId="{A6474721-C073-40D6-8F60-65D8308B9F18}" dt="2023-06-14T05:52:08.874" v="121" actId="1037"/>
          <ac:spMkLst>
            <pc:docMk/>
            <pc:sldMk cId="822985170" sldId="2147468819"/>
            <ac:spMk id="30" creationId="{75B17D01-21F5-0BCE-8026-24BEB4750694}"/>
          </ac:spMkLst>
        </pc:spChg>
        <pc:spChg chg="add mod">
          <ac:chgData name="Hameswaran" userId="0f12996b-40b1-41ef-9984-26212f23af77" providerId="ADAL" clId="{A6474721-C073-40D6-8F60-65D8308B9F18}" dt="2023-06-14T05:51:58.557" v="56"/>
          <ac:spMkLst>
            <pc:docMk/>
            <pc:sldMk cId="822985170" sldId="2147468819"/>
            <ac:spMk id="32" creationId="{895E7DD4-25C5-D4DA-87E8-A40289CA3264}"/>
          </ac:spMkLst>
        </pc:spChg>
        <pc:spChg chg="add mod">
          <ac:chgData name="Hameswaran" userId="0f12996b-40b1-41ef-9984-26212f23af77" providerId="ADAL" clId="{A6474721-C073-40D6-8F60-65D8308B9F18}" dt="2023-06-14T05:51:58.557" v="56"/>
          <ac:spMkLst>
            <pc:docMk/>
            <pc:sldMk cId="822985170" sldId="2147468819"/>
            <ac:spMk id="33" creationId="{FDB48443-4461-E3E3-0179-F52B4FD8BFE6}"/>
          </ac:spMkLst>
        </pc:spChg>
        <pc:spChg chg="add mod ord">
          <ac:chgData name="Hameswaran" userId="0f12996b-40b1-41ef-9984-26212f23af77" providerId="ADAL" clId="{A6474721-C073-40D6-8F60-65D8308B9F18}" dt="2023-06-14T05:52:34.935" v="230" actId="167"/>
          <ac:spMkLst>
            <pc:docMk/>
            <pc:sldMk cId="822985170" sldId="2147468819"/>
            <ac:spMk id="45" creationId="{ADC005AA-E1DB-72E3-EB12-DEB4A5558AE9}"/>
          </ac:spMkLst>
        </pc:spChg>
        <pc:spChg chg="add del">
          <ac:chgData name="Hameswaran" userId="0f12996b-40b1-41ef-9984-26212f23af77" providerId="ADAL" clId="{A6474721-C073-40D6-8F60-65D8308B9F18}" dt="2023-06-14T05:51:52.468" v="54" actId="478"/>
          <ac:spMkLst>
            <pc:docMk/>
            <pc:sldMk cId="822985170" sldId="2147468819"/>
            <ac:spMk id="9229" creationId="{A1BAEEB0-6DF9-6B77-BFF6-1EA17F7069D3}"/>
          </ac:spMkLst>
        </pc:spChg>
        <pc:spChg chg="add del">
          <ac:chgData name="Hameswaran" userId="0f12996b-40b1-41ef-9984-26212f23af77" providerId="ADAL" clId="{A6474721-C073-40D6-8F60-65D8308B9F18}" dt="2023-06-14T05:51:54.206" v="55" actId="478"/>
          <ac:spMkLst>
            <pc:docMk/>
            <pc:sldMk cId="822985170" sldId="2147468819"/>
            <ac:spMk id="9232" creationId="{FB593AC7-8021-21D9-DA0E-8F3167298518}"/>
          </ac:spMkLst>
        </pc:spChg>
        <pc:spChg chg="mod">
          <ac:chgData name="Hameswaran" userId="0f12996b-40b1-41ef-9984-26212f23af77" providerId="ADAL" clId="{A6474721-C073-40D6-8F60-65D8308B9F18}" dt="2023-06-21T06:50:19.719" v="381" actId="20577"/>
          <ac:spMkLst>
            <pc:docMk/>
            <pc:sldMk cId="822985170" sldId="2147468819"/>
            <ac:spMk id="9251" creationId="{B002817E-E173-C321-C726-3865E4742535}"/>
          </ac:spMkLst>
        </pc:spChg>
        <pc:picChg chg="add del">
          <ac:chgData name="Hameswaran" userId="0f12996b-40b1-41ef-9984-26212f23af77" providerId="ADAL" clId="{A6474721-C073-40D6-8F60-65D8308B9F18}" dt="2023-06-14T05:51:52.468" v="54" actId="478"/>
          <ac:picMkLst>
            <pc:docMk/>
            <pc:sldMk cId="822985170" sldId="2147468819"/>
            <ac:picMk id="2" creationId="{44F18D52-DE2D-8176-0952-8172105696D3}"/>
          </ac:picMkLst>
        </pc:picChg>
        <pc:picChg chg="add del">
          <ac:chgData name="Hameswaran" userId="0f12996b-40b1-41ef-9984-26212f23af77" providerId="ADAL" clId="{A6474721-C073-40D6-8F60-65D8308B9F18}" dt="2023-06-14T05:51:52.468" v="54" actId="478"/>
          <ac:picMkLst>
            <pc:docMk/>
            <pc:sldMk cId="822985170" sldId="2147468819"/>
            <ac:picMk id="8" creationId="{EFCC679B-7AC8-64AB-62FE-BA9A922CF3BF}"/>
          </ac:picMkLst>
        </pc:picChg>
        <pc:picChg chg="add del">
          <ac:chgData name="Hameswaran" userId="0f12996b-40b1-41ef-9984-26212f23af77" providerId="ADAL" clId="{A6474721-C073-40D6-8F60-65D8308B9F18}" dt="2023-06-14T05:51:52.468" v="54" actId="478"/>
          <ac:picMkLst>
            <pc:docMk/>
            <pc:sldMk cId="822985170" sldId="2147468819"/>
            <ac:picMk id="9" creationId="{7B22DD84-62AB-43C2-AF3F-03381293DFA5}"/>
          </ac:picMkLst>
        </pc:picChg>
        <pc:picChg chg="add del">
          <ac:chgData name="Hameswaran" userId="0f12996b-40b1-41ef-9984-26212f23af77" providerId="ADAL" clId="{A6474721-C073-40D6-8F60-65D8308B9F18}" dt="2023-06-14T05:51:52.468" v="54" actId="478"/>
          <ac:picMkLst>
            <pc:docMk/>
            <pc:sldMk cId="822985170" sldId="2147468819"/>
            <ac:picMk id="12" creationId="{2548F936-512A-C471-78EC-C3FA8E6D9529}"/>
          </ac:picMkLst>
        </pc:picChg>
        <pc:picChg chg="add del">
          <ac:chgData name="Hameswaran" userId="0f12996b-40b1-41ef-9984-26212f23af77" providerId="ADAL" clId="{A6474721-C073-40D6-8F60-65D8308B9F18}" dt="2023-06-14T05:51:52.468" v="54" actId="478"/>
          <ac:picMkLst>
            <pc:docMk/>
            <pc:sldMk cId="822985170" sldId="2147468819"/>
            <ac:picMk id="17" creationId="{CF6322CE-313D-E93F-42DE-2EE3ECFE3FE1}"/>
          </ac:picMkLst>
        </pc:picChg>
        <pc:picChg chg="add mod">
          <ac:chgData name="Hameswaran" userId="0f12996b-40b1-41ef-9984-26212f23af77" providerId="ADAL" clId="{A6474721-C073-40D6-8F60-65D8308B9F18}" dt="2023-06-14T05:51:58.557" v="56"/>
          <ac:picMkLst>
            <pc:docMk/>
            <pc:sldMk cId="822985170" sldId="2147468819"/>
            <ac:picMk id="35" creationId="{6EC76DB3-9232-B577-981D-6338EDECC505}"/>
          </ac:picMkLst>
        </pc:picChg>
        <pc:picChg chg="add mod">
          <ac:chgData name="Hameswaran" userId="0f12996b-40b1-41ef-9984-26212f23af77" providerId="ADAL" clId="{A6474721-C073-40D6-8F60-65D8308B9F18}" dt="2023-06-14T05:51:58.557" v="56"/>
          <ac:picMkLst>
            <pc:docMk/>
            <pc:sldMk cId="822985170" sldId="2147468819"/>
            <ac:picMk id="36" creationId="{12456F5C-271E-E530-D30E-3F6FA139060F}"/>
          </ac:picMkLst>
        </pc:picChg>
        <pc:picChg chg="add mod">
          <ac:chgData name="Hameswaran" userId="0f12996b-40b1-41ef-9984-26212f23af77" providerId="ADAL" clId="{A6474721-C073-40D6-8F60-65D8308B9F18}" dt="2023-06-14T05:51:58.557" v="56"/>
          <ac:picMkLst>
            <pc:docMk/>
            <pc:sldMk cId="822985170" sldId="2147468819"/>
            <ac:picMk id="37" creationId="{B931A138-6929-8E3F-943D-FB9EC77B2897}"/>
          </ac:picMkLst>
        </pc:picChg>
        <pc:picChg chg="add mod">
          <ac:chgData name="Hameswaran" userId="0f12996b-40b1-41ef-9984-26212f23af77" providerId="ADAL" clId="{A6474721-C073-40D6-8F60-65D8308B9F18}" dt="2023-06-14T05:51:58.557" v="56"/>
          <ac:picMkLst>
            <pc:docMk/>
            <pc:sldMk cId="822985170" sldId="2147468819"/>
            <ac:picMk id="39" creationId="{265C1DE4-2436-0452-647A-5D57E3901759}"/>
          </ac:picMkLst>
        </pc:picChg>
        <pc:picChg chg="add mod">
          <ac:chgData name="Hameswaran" userId="0f12996b-40b1-41ef-9984-26212f23af77" providerId="ADAL" clId="{A6474721-C073-40D6-8F60-65D8308B9F18}" dt="2023-06-14T05:51:58.557" v="56"/>
          <ac:picMkLst>
            <pc:docMk/>
            <pc:sldMk cId="822985170" sldId="2147468819"/>
            <ac:picMk id="40" creationId="{09891C8C-2F65-B910-570A-AFF87991BADF}"/>
          </ac:picMkLst>
        </pc:picChg>
        <pc:picChg chg="add mod">
          <ac:chgData name="Hameswaran" userId="0f12996b-40b1-41ef-9984-26212f23af77" providerId="ADAL" clId="{A6474721-C073-40D6-8F60-65D8308B9F18}" dt="2023-06-14T05:51:58.557" v="56"/>
          <ac:picMkLst>
            <pc:docMk/>
            <pc:sldMk cId="822985170" sldId="2147468819"/>
            <ac:picMk id="42" creationId="{3C2AF15F-5A87-507A-A738-85FC7D61985A}"/>
          </ac:picMkLst>
        </pc:picChg>
        <pc:picChg chg="add mod">
          <ac:chgData name="Hameswaran" userId="0f12996b-40b1-41ef-9984-26212f23af77" providerId="ADAL" clId="{A6474721-C073-40D6-8F60-65D8308B9F18}" dt="2023-06-14T05:51:58.557" v="56"/>
          <ac:picMkLst>
            <pc:docMk/>
            <pc:sldMk cId="822985170" sldId="2147468819"/>
            <ac:picMk id="43" creationId="{77F10968-4E65-6301-7D24-DD0A37DEC7C3}"/>
          </ac:picMkLst>
        </pc:picChg>
        <pc:picChg chg="add del">
          <ac:chgData name="Hameswaran" userId="0f12996b-40b1-41ef-9984-26212f23af77" providerId="ADAL" clId="{A6474721-C073-40D6-8F60-65D8308B9F18}" dt="2023-06-14T05:51:52.468" v="54" actId="478"/>
          <ac:picMkLst>
            <pc:docMk/>
            <pc:sldMk cId="822985170" sldId="2147468819"/>
            <ac:picMk id="1028" creationId="{4691D319-861D-25AC-AFA0-0E9AC79FDA1D}"/>
          </ac:picMkLst>
        </pc:picChg>
        <pc:picChg chg="add del">
          <ac:chgData name="Hameswaran" userId="0f12996b-40b1-41ef-9984-26212f23af77" providerId="ADAL" clId="{A6474721-C073-40D6-8F60-65D8308B9F18}" dt="2023-06-14T05:51:52.468" v="54" actId="478"/>
          <ac:picMkLst>
            <pc:docMk/>
            <pc:sldMk cId="822985170" sldId="2147468819"/>
            <ac:picMk id="9233" creationId="{6CE9C97C-88A2-DD34-D8E9-9A72E8BB8F70}"/>
          </ac:picMkLst>
        </pc:picChg>
      </pc:sldChg>
      <pc:sldChg chg="addSp delSp modSp mod">
        <pc:chgData name="Hameswaran" userId="0f12996b-40b1-41ef-9984-26212f23af77" providerId="ADAL" clId="{A6474721-C073-40D6-8F60-65D8308B9F18}" dt="2023-06-14T09:47:33.619" v="245" actId="207"/>
        <pc:sldMkLst>
          <pc:docMk/>
          <pc:sldMk cId="664932692" sldId="2147468820"/>
        </pc:sldMkLst>
        <pc:spChg chg="del">
          <ac:chgData name="Hameswaran" userId="0f12996b-40b1-41ef-9984-26212f23af77" providerId="ADAL" clId="{A6474721-C073-40D6-8F60-65D8308B9F18}" dt="2023-06-14T09:46:56.750" v="241" actId="478"/>
          <ac:spMkLst>
            <pc:docMk/>
            <pc:sldMk cId="664932692" sldId="2147468820"/>
            <ac:spMk id="2" creationId="{F362FD46-A4DA-3ACA-40DF-E9CCAD594BD7}"/>
          </ac:spMkLst>
        </pc:spChg>
        <pc:spChg chg="add mod">
          <ac:chgData name="Hameswaran" userId="0f12996b-40b1-41ef-9984-26212f23af77" providerId="ADAL" clId="{A6474721-C073-40D6-8F60-65D8308B9F18}" dt="2023-06-14T09:45:19.382" v="232" actId="1076"/>
          <ac:spMkLst>
            <pc:docMk/>
            <pc:sldMk cId="664932692" sldId="2147468820"/>
            <ac:spMk id="3" creationId="{D67C9AB1-B005-D266-FED8-B931AED443BB}"/>
          </ac:spMkLst>
        </pc:spChg>
        <pc:spChg chg="add mod">
          <ac:chgData name="Hameswaran" userId="0f12996b-40b1-41ef-9984-26212f23af77" providerId="ADAL" clId="{A6474721-C073-40D6-8F60-65D8308B9F18}" dt="2023-06-14T09:45:19.382" v="232" actId="1076"/>
          <ac:spMkLst>
            <pc:docMk/>
            <pc:sldMk cId="664932692" sldId="2147468820"/>
            <ac:spMk id="4" creationId="{5EE3AE6C-6860-6F4B-EF3E-E81956CDB127}"/>
          </ac:spMkLst>
        </pc:spChg>
        <pc:spChg chg="add mod">
          <ac:chgData name="Hameswaran" userId="0f12996b-40b1-41ef-9984-26212f23af77" providerId="ADAL" clId="{A6474721-C073-40D6-8F60-65D8308B9F18}" dt="2023-06-14T09:45:19.382" v="232" actId="1076"/>
          <ac:spMkLst>
            <pc:docMk/>
            <pc:sldMk cId="664932692" sldId="2147468820"/>
            <ac:spMk id="5" creationId="{74EE5A90-36F1-D8ED-1964-3026060B2465}"/>
          </ac:spMkLst>
        </pc:spChg>
        <pc:spChg chg="add mod">
          <ac:chgData name="Hameswaran" userId="0f12996b-40b1-41ef-9984-26212f23af77" providerId="ADAL" clId="{A6474721-C073-40D6-8F60-65D8308B9F18}" dt="2023-06-14T09:45:19.382" v="232" actId="1076"/>
          <ac:spMkLst>
            <pc:docMk/>
            <pc:sldMk cId="664932692" sldId="2147468820"/>
            <ac:spMk id="8" creationId="{B0657A6E-33E2-2154-2BB9-7655AF95DD40}"/>
          </ac:spMkLst>
        </pc:spChg>
        <pc:spChg chg="add mod">
          <ac:chgData name="Hameswaran" userId="0f12996b-40b1-41ef-9984-26212f23af77" providerId="ADAL" clId="{A6474721-C073-40D6-8F60-65D8308B9F18}" dt="2023-06-14T09:45:19.382" v="232" actId="1076"/>
          <ac:spMkLst>
            <pc:docMk/>
            <pc:sldMk cId="664932692" sldId="2147468820"/>
            <ac:spMk id="9" creationId="{DAC45B8A-1D4F-2DC8-A382-F924DE291F60}"/>
          </ac:spMkLst>
        </pc:spChg>
        <pc:spChg chg="add mod">
          <ac:chgData name="Hameswaran" userId="0f12996b-40b1-41ef-9984-26212f23af77" providerId="ADAL" clId="{A6474721-C073-40D6-8F60-65D8308B9F18}" dt="2023-06-14T09:45:19.382" v="232" actId="1076"/>
          <ac:spMkLst>
            <pc:docMk/>
            <pc:sldMk cId="664932692" sldId="2147468820"/>
            <ac:spMk id="10" creationId="{09F408FC-CF43-0E69-64A0-442C739BB45B}"/>
          </ac:spMkLst>
        </pc:spChg>
        <pc:spChg chg="add mod">
          <ac:chgData name="Hameswaran" userId="0f12996b-40b1-41ef-9984-26212f23af77" providerId="ADAL" clId="{A6474721-C073-40D6-8F60-65D8308B9F18}" dt="2023-06-14T09:46:22.821" v="237" actId="1076"/>
          <ac:spMkLst>
            <pc:docMk/>
            <pc:sldMk cId="664932692" sldId="2147468820"/>
            <ac:spMk id="14" creationId="{6321144D-A476-2864-3E94-F728DE4AE2B3}"/>
          </ac:spMkLst>
        </pc:spChg>
        <pc:spChg chg="add mod">
          <ac:chgData name="Hameswaran" userId="0f12996b-40b1-41ef-9984-26212f23af77" providerId="ADAL" clId="{A6474721-C073-40D6-8F60-65D8308B9F18}" dt="2023-06-14T09:46:22.821" v="237" actId="1076"/>
          <ac:spMkLst>
            <pc:docMk/>
            <pc:sldMk cId="664932692" sldId="2147468820"/>
            <ac:spMk id="15" creationId="{79258A48-1244-8B92-3F80-933FA4BA7B73}"/>
          </ac:spMkLst>
        </pc:spChg>
        <pc:spChg chg="add mod">
          <ac:chgData name="Hameswaran" userId="0f12996b-40b1-41ef-9984-26212f23af77" providerId="ADAL" clId="{A6474721-C073-40D6-8F60-65D8308B9F18}" dt="2023-06-14T09:46:22.821" v="237" actId="1076"/>
          <ac:spMkLst>
            <pc:docMk/>
            <pc:sldMk cId="664932692" sldId="2147468820"/>
            <ac:spMk id="16" creationId="{1644A4F1-BC1A-FECF-8F84-2C461493D8C9}"/>
          </ac:spMkLst>
        </pc:spChg>
        <pc:spChg chg="add mod">
          <ac:chgData name="Hameswaran" userId="0f12996b-40b1-41ef-9984-26212f23af77" providerId="ADAL" clId="{A6474721-C073-40D6-8F60-65D8308B9F18}" dt="2023-06-14T09:46:22.821" v="237" actId="1076"/>
          <ac:spMkLst>
            <pc:docMk/>
            <pc:sldMk cId="664932692" sldId="2147468820"/>
            <ac:spMk id="17" creationId="{9D6E8BE0-BF7A-43F2-9C55-EF4E8A99550A}"/>
          </ac:spMkLst>
        </pc:spChg>
        <pc:spChg chg="add mod">
          <ac:chgData name="Hameswaran" userId="0f12996b-40b1-41ef-9984-26212f23af77" providerId="ADAL" clId="{A6474721-C073-40D6-8F60-65D8308B9F18}" dt="2023-06-14T09:46:22.821" v="237" actId="1076"/>
          <ac:spMkLst>
            <pc:docMk/>
            <pc:sldMk cId="664932692" sldId="2147468820"/>
            <ac:spMk id="18" creationId="{57C9821E-A82B-23FF-69D0-55E9EC84DBB9}"/>
          </ac:spMkLst>
        </pc:spChg>
        <pc:spChg chg="add mod">
          <ac:chgData name="Hameswaran" userId="0f12996b-40b1-41ef-9984-26212f23af77" providerId="ADAL" clId="{A6474721-C073-40D6-8F60-65D8308B9F18}" dt="2023-06-14T09:46:22.821" v="237" actId="1076"/>
          <ac:spMkLst>
            <pc:docMk/>
            <pc:sldMk cId="664932692" sldId="2147468820"/>
            <ac:spMk id="19" creationId="{08CD403C-3061-4F3B-91CB-DE44369646FF}"/>
          </ac:spMkLst>
        </pc:spChg>
        <pc:spChg chg="add mod">
          <ac:chgData name="Hameswaran" userId="0f12996b-40b1-41ef-9984-26212f23af77" providerId="ADAL" clId="{A6474721-C073-40D6-8F60-65D8308B9F18}" dt="2023-06-14T09:46:58.081" v="242"/>
          <ac:spMkLst>
            <pc:docMk/>
            <pc:sldMk cId="664932692" sldId="2147468820"/>
            <ac:spMk id="23" creationId="{D4E1D4D4-C206-EFE0-372E-5E04C3545037}"/>
          </ac:spMkLst>
        </pc:spChg>
        <pc:picChg chg="mod">
          <ac:chgData name="Hameswaran" userId="0f12996b-40b1-41ef-9984-26212f23af77" providerId="ADAL" clId="{A6474721-C073-40D6-8F60-65D8308B9F18}" dt="2023-06-14T09:47:33.619" v="245" actId="207"/>
          <ac:picMkLst>
            <pc:docMk/>
            <pc:sldMk cId="664932692" sldId="2147468820"/>
            <ac:picMk id="6" creationId="{78EA3D0A-5F45-7055-F209-F46384F75CE3}"/>
          </ac:picMkLst>
        </pc:picChg>
        <pc:picChg chg="add mod">
          <ac:chgData name="Hameswaran" userId="0f12996b-40b1-41ef-9984-26212f23af77" providerId="ADAL" clId="{A6474721-C073-40D6-8F60-65D8308B9F18}" dt="2023-06-14T09:45:19.382" v="232" actId="1076"/>
          <ac:picMkLst>
            <pc:docMk/>
            <pc:sldMk cId="664932692" sldId="2147468820"/>
            <ac:picMk id="11" creationId="{5E122250-C0E6-84F9-625B-14D8A9974DCE}"/>
          </ac:picMkLst>
        </pc:picChg>
        <pc:picChg chg="add mod">
          <ac:chgData name="Hameswaran" userId="0f12996b-40b1-41ef-9984-26212f23af77" providerId="ADAL" clId="{A6474721-C073-40D6-8F60-65D8308B9F18}" dt="2023-06-14T09:45:19.382" v="232" actId="1076"/>
          <ac:picMkLst>
            <pc:docMk/>
            <pc:sldMk cId="664932692" sldId="2147468820"/>
            <ac:picMk id="12" creationId="{D944AA79-65B6-99C7-E6DA-F95E78759E79}"/>
          </ac:picMkLst>
        </pc:picChg>
        <pc:picChg chg="add mod">
          <ac:chgData name="Hameswaran" userId="0f12996b-40b1-41ef-9984-26212f23af77" providerId="ADAL" clId="{A6474721-C073-40D6-8F60-65D8308B9F18}" dt="2023-06-14T09:45:19.382" v="232" actId="1076"/>
          <ac:picMkLst>
            <pc:docMk/>
            <pc:sldMk cId="664932692" sldId="2147468820"/>
            <ac:picMk id="13" creationId="{02090023-665B-D096-8293-92F0E752D958}"/>
          </ac:picMkLst>
        </pc:picChg>
        <pc:picChg chg="add mod">
          <ac:chgData name="Hameswaran" userId="0f12996b-40b1-41ef-9984-26212f23af77" providerId="ADAL" clId="{A6474721-C073-40D6-8F60-65D8308B9F18}" dt="2023-06-14T09:46:35.202" v="239" actId="1076"/>
          <ac:picMkLst>
            <pc:docMk/>
            <pc:sldMk cId="664932692" sldId="2147468820"/>
            <ac:picMk id="20" creationId="{3EEB809F-EF3E-47B4-ADE6-8FE6EC55C2C2}"/>
          </ac:picMkLst>
        </pc:picChg>
        <pc:picChg chg="add mod">
          <ac:chgData name="Hameswaran" userId="0f12996b-40b1-41ef-9984-26212f23af77" providerId="ADAL" clId="{A6474721-C073-40D6-8F60-65D8308B9F18}" dt="2023-06-14T09:46:38.450" v="240" actId="1076"/>
          <ac:picMkLst>
            <pc:docMk/>
            <pc:sldMk cId="664932692" sldId="2147468820"/>
            <ac:picMk id="21" creationId="{85FD442F-F2E4-A690-B169-FDF5D96BA738}"/>
          </ac:picMkLst>
        </pc:picChg>
        <pc:picChg chg="add mod">
          <ac:chgData name="Hameswaran" userId="0f12996b-40b1-41ef-9984-26212f23af77" providerId="ADAL" clId="{A6474721-C073-40D6-8F60-65D8308B9F18}" dt="2023-06-14T09:46:31.721" v="238" actId="1076"/>
          <ac:picMkLst>
            <pc:docMk/>
            <pc:sldMk cId="664932692" sldId="2147468820"/>
            <ac:picMk id="22" creationId="{B9BE9CD6-674C-D6DC-4BB7-5DF774F36CD9}"/>
          </ac:picMkLst>
        </pc:picChg>
      </pc:sldChg>
      <pc:sldChg chg="addSp delSp modSp new add del mod">
        <pc:chgData name="Hameswaran" userId="0f12996b-40b1-41ef-9984-26212f23af77" providerId="ADAL" clId="{A6474721-C073-40D6-8F60-65D8308B9F18}" dt="2023-06-21T07:10:13.519" v="582" actId="47"/>
        <pc:sldMkLst>
          <pc:docMk/>
          <pc:sldMk cId="2270093762" sldId="2147468823"/>
        </pc:sldMkLst>
        <pc:spChg chg="mod">
          <ac:chgData name="Hameswaran" userId="0f12996b-40b1-41ef-9984-26212f23af77" providerId="ADAL" clId="{A6474721-C073-40D6-8F60-65D8308B9F18}" dt="2023-06-21T07:07:51.901" v="545" actId="1076"/>
          <ac:spMkLst>
            <pc:docMk/>
            <pc:sldMk cId="2270093762" sldId="2147468823"/>
            <ac:spMk id="3" creationId="{30BCD9D2-2C65-BB30-D92F-BEBA50F8B847}"/>
          </ac:spMkLst>
        </pc:spChg>
        <pc:spChg chg="mod">
          <ac:chgData name="Hameswaran" userId="0f12996b-40b1-41ef-9984-26212f23af77" providerId="ADAL" clId="{A6474721-C073-40D6-8F60-65D8308B9F18}" dt="2023-06-21T07:07:51.901" v="545" actId="1076"/>
          <ac:spMkLst>
            <pc:docMk/>
            <pc:sldMk cId="2270093762" sldId="2147468823"/>
            <ac:spMk id="4" creationId="{5F39C54E-2558-8C10-F1BA-D90392E07BD6}"/>
          </ac:spMkLst>
        </pc:spChg>
        <pc:spChg chg="add del mod">
          <ac:chgData name="Hameswaran" userId="0f12996b-40b1-41ef-9984-26212f23af77" providerId="ADAL" clId="{A6474721-C073-40D6-8F60-65D8308B9F18}" dt="2023-06-21T07:07:17.814" v="541"/>
          <ac:spMkLst>
            <pc:docMk/>
            <pc:sldMk cId="2270093762" sldId="2147468823"/>
            <ac:spMk id="5" creationId="{932F371E-3000-68F2-4D29-8244F3D22181}"/>
          </ac:spMkLst>
        </pc:spChg>
        <pc:spChg chg="add del mod">
          <ac:chgData name="Hameswaran" userId="0f12996b-40b1-41ef-9984-26212f23af77" providerId="ADAL" clId="{A6474721-C073-40D6-8F60-65D8308B9F18}" dt="2023-06-21T07:07:17.814" v="541"/>
          <ac:spMkLst>
            <pc:docMk/>
            <pc:sldMk cId="2270093762" sldId="2147468823"/>
            <ac:spMk id="6" creationId="{D4CD1581-AB98-3CAF-2252-BA61085F6CB0}"/>
          </ac:spMkLst>
        </pc:spChg>
        <pc:spChg chg="add del mod">
          <ac:chgData name="Hameswaran" userId="0f12996b-40b1-41ef-9984-26212f23af77" providerId="ADAL" clId="{A6474721-C073-40D6-8F60-65D8308B9F18}" dt="2023-06-21T07:07:17.814" v="541"/>
          <ac:spMkLst>
            <pc:docMk/>
            <pc:sldMk cId="2270093762" sldId="2147468823"/>
            <ac:spMk id="7" creationId="{24A985A2-E84E-0407-78CC-074D16FCE5FE}"/>
          </ac:spMkLst>
        </pc:spChg>
        <pc:spChg chg="add del mod">
          <ac:chgData name="Hameswaran" userId="0f12996b-40b1-41ef-9984-26212f23af77" providerId="ADAL" clId="{A6474721-C073-40D6-8F60-65D8308B9F18}" dt="2023-06-21T07:07:17.814" v="541"/>
          <ac:spMkLst>
            <pc:docMk/>
            <pc:sldMk cId="2270093762" sldId="2147468823"/>
            <ac:spMk id="8" creationId="{9D5DBA8B-E599-23AF-1B14-B5A68B16A1BA}"/>
          </ac:spMkLst>
        </pc:spChg>
        <pc:spChg chg="add del mod">
          <ac:chgData name="Hameswaran" userId="0f12996b-40b1-41ef-9984-26212f23af77" providerId="ADAL" clId="{A6474721-C073-40D6-8F60-65D8308B9F18}" dt="2023-06-21T07:07:17.814" v="541"/>
          <ac:spMkLst>
            <pc:docMk/>
            <pc:sldMk cId="2270093762" sldId="2147468823"/>
            <ac:spMk id="9" creationId="{1B3E421B-4F73-CB78-8D3D-0CBE94B648FC}"/>
          </ac:spMkLst>
        </pc:spChg>
        <pc:spChg chg="add del mod">
          <ac:chgData name="Hameswaran" userId="0f12996b-40b1-41ef-9984-26212f23af77" providerId="ADAL" clId="{A6474721-C073-40D6-8F60-65D8308B9F18}" dt="2023-06-21T07:07:17.814" v="541"/>
          <ac:spMkLst>
            <pc:docMk/>
            <pc:sldMk cId="2270093762" sldId="2147468823"/>
            <ac:spMk id="10" creationId="{F996CF15-0B3C-4FD2-E953-60660F5A635D}"/>
          </ac:spMkLst>
        </pc:spChg>
        <pc:spChg chg="add del mod">
          <ac:chgData name="Hameswaran" userId="0f12996b-40b1-41ef-9984-26212f23af77" providerId="ADAL" clId="{A6474721-C073-40D6-8F60-65D8308B9F18}" dt="2023-06-21T07:07:17.814" v="541"/>
          <ac:spMkLst>
            <pc:docMk/>
            <pc:sldMk cId="2270093762" sldId="2147468823"/>
            <ac:spMk id="11" creationId="{3AC894A1-92B4-C337-CA23-F9DFEE1CA10B}"/>
          </ac:spMkLst>
        </pc:spChg>
        <pc:spChg chg="add del mod">
          <ac:chgData name="Hameswaran" userId="0f12996b-40b1-41ef-9984-26212f23af77" providerId="ADAL" clId="{A6474721-C073-40D6-8F60-65D8308B9F18}" dt="2023-06-21T07:07:17.814" v="541"/>
          <ac:spMkLst>
            <pc:docMk/>
            <pc:sldMk cId="2270093762" sldId="2147468823"/>
            <ac:spMk id="12" creationId="{B0690971-61C8-213A-0296-CE7571CA29CA}"/>
          </ac:spMkLst>
        </pc:spChg>
        <pc:spChg chg="add del mod">
          <ac:chgData name="Hameswaran" userId="0f12996b-40b1-41ef-9984-26212f23af77" providerId="ADAL" clId="{A6474721-C073-40D6-8F60-65D8308B9F18}" dt="2023-06-21T07:07:17.814" v="541"/>
          <ac:spMkLst>
            <pc:docMk/>
            <pc:sldMk cId="2270093762" sldId="2147468823"/>
            <ac:spMk id="13" creationId="{25ABD78B-07F8-CAE0-530D-42FD9875296B}"/>
          </ac:spMkLst>
        </pc:spChg>
        <pc:spChg chg="mod">
          <ac:chgData name="Hameswaran" userId="0f12996b-40b1-41ef-9984-26212f23af77" providerId="ADAL" clId="{A6474721-C073-40D6-8F60-65D8308B9F18}" dt="2023-06-21T07:06:47.680" v="530"/>
          <ac:spMkLst>
            <pc:docMk/>
            <pc:sldMk cId="2270093762" sldId="2147468823"/>
            <ac:spMk id="15" creationId="{90B2B8EC-E432-6C78-3C41-C99F756BF302}"/>
          </ac:spMkLst>
        </pc:spChg>
        <pc:spChg chg="mod">
          <ac:chgData name="Hameswaran" userId="0f12996b-40b1-41ef-9984-26212f23af77" providerId="ADAL" clId="{A6474721-C073-40D6-8F60-65D8308B9F18}" dt="2023-06-21T07:06:47.680" v="530"/>
          <ac:spMkLst>
            <pc:docMk/>
            <pc:sldMk cId="2270093762" sldId="2147468823"/>
            <ac:spMk id="16" creationId="{EE266576-AE7D-2853-CCC5-F2E400823C27}"/>
          </ac:spMkLst>
        </pc:spChg>
        <pc:spChg chg="mod">
          <ac:chgData name="Hameswaran" userId="0f12996b-40b1-41ef-9984-26212f23af77" providerId="ADAL" clId="{A6474721-C073-40D6-8F60-65D8308B9F18}" dt="2023-06-21T07:06:47.680" v="530"/>
          <ac:spMkLst>
            <pc:docMk/>
            <pc:sldMk cId="2270093762" sldId="2147468823"/>
            <ac:spMk id="18" creationId="{BD928A22-5687-C107-21E3-05610F2BFB57}"/>
          </ac:spMkLst>
        </pc:spChg>
        <pc:spChg chg="mod">
          <ac:chgData name="Hameswaran" userId="0f12996b-40b1-41ef-9984-26212f23af77" providerId="ADAL" clId="{A6474721-C073-40D6-8F60-65D8308B9F18}" dt="2023-06-21T07:06:47.680" v="530"/>
          <ac:spMkLst>
            <pc:docMk/>
            <pc:sldMk cId="2270093762" sldId="2147468823"/>
            <ac:spMk id="19" creationId="{D65D66E8-0B7B-A660-2575-A94D2FFA5AA3}"/>
          </ac:spMkLst>
        </pc:spChg>
        <pc:spChg chg="mod">
          <ac:chgData name="Hameswaran" userId="0f12996b-40b1-41ef-9984-26212f23af77" providerId="ADAL" clId="{A6474721-C073-40D6-8F60-65D8308B9F18}" dt="2023-06-21T07:06:47.680" v="530"/>
          <ac:spMkLst>
            <pc:docMk/>
            <pc:sldMk cId="2270093762" sldId="2147468823"/>
            <ac:spMk id="21" creationId="{498B2D38-9137-409A-A94B-E23443E01F5A}"/>
          </ac:spMkLst>
        </pc:spChg>
        <pc:spChg chg="mod">
          <ac:chgData name="Hameswaran" userId="0f12996b-40b1-41ef-9984-26212f23af77" providerId="ADAL" clId="{A6474721-C073-40D6-8F60-65D8308B9F18}" dt="2023-06-21T07:06:47.680" v="530"/>
          <ac:spMkLst>
            <pc:docMk/>
            <pc:sldMk cId="2270093762" sldId="2147468823"/>
            <ac:spMk id="22" creationId="{9CE88E6F-3CC6-020B-AC4A-CBC64716E876}"/>
          </ac:spMkLst>
        </pc:spChg>
        <pc:spChg chg="mod">
          <ac:chgData name="Hameswaran" userId="0f12996b-40b1-41ef-9984-26212f23af77" providerId="ADAL" clId="{A6474721-C073-40D6-8F60-65D8308B9F18}" dt="2023-06-21T07:06:47.680" v="530"/>
          <ac:spMkLst>
            <pc:docMk/>
            <pc:sldMk cId="2270093762" sldId="2147468823"/>
            <ac:spMk id="24" creationId="{62DCC21C-BA71-724C-AA3C-2010D7CEAD2D}"/>
          </ac:spMkLst>
        </pc:spChg>
        <pc:spChg chg="mod">
          <ac:chgData name="Hameswaran" userId="0f12996b-40b1-41ef-9984-26212f23af77" providerId="ADAL" clId="{A6474721-C073-40D6-8F60-65D8308B9F18}" dt="2023-06-21T07:06:47.680" v="530"/>
          <ac:spMkLst>
            <pc:docMk/>
            <pc:sldMk cId="2270093762" sldId="2147468823"/>
            <ac:spMk id="25" creationId="{1268A748-0B61-C1C1-37FE-6ACA41CD23BE}"/>
          </ac:spMkLst>
        </pc:spChg>
        <pc:spChg chg="add del mod">
          <ac:chgData name="Hameswaran" userId="0f12996b-40b1-41ef-9984-26212f23af77" providerId="ADAL" clId="{A6474721-C073-40D6-8F60-65D8308B9F18}" dt="2023-06-21T07:07:17.814" v="541"/>
          <ac:spMkLst>
            <pc:docMk/>
            <pc:sldMk cId="2270093762" sldId="2147468823"/>
            <ac:spMk id="26" creationId="{E0850A87-21D5-C428-FAF6-A1E34C54E7A5}"/>
          </ac:spMkLst>
        </pc:spChg>
        <pc:spChg chg="add del mod">
          <ac:chgData name="Hameswaran" userId="0f12996b-40b1-41ef-9984-26212f23af77" providerId="ADAL" clId="{A6474721-C073-40D6-8F60-65D8308B9F18}" dt="2023-06-21T07:07:17.814" v="541"/>
          <ac:spMkLst>
            <pc:docMk/>
            <pc:sldMk cId="2270093762" sldId="2147468823"/>
            <ac:spMk id="27" creationId="{C136E1B8-F654-64D1-454D-B4C320D491ED}"/>
          </ac:spMkLst>
        </pc:spChg>
        <pc:spChg chg="mod">
          <ac:chgData name="Hameswaran" userId="0f12996b-40b1-41ef-9984-26212f23af77" providerId="ADAL" clId="{A6474721-C073-40D6-8F60-65D8308B9F18}" dt="2023-06-21T07:06:47.680" v="530"/>
          <ac:spMkLst>
            <pc:docMk/>
            <pc:sldMk cId="2270093762" sldId="2147468823"/>
            <ac:spMk id="29" creationId="{140BFBB5-BC4A-A054-02C3-A78F120C09BE}"/>
          </ac:spMkLst>
        </pc:spChg>
        <pc:spChg chg="mod">
          <ac:chgData name="Hameswaran" userId="0f12996b-40b1-41ef-9984-26212f23af77" providerId="ADAL" clId="{A6474721-C073-40D6-8F60-65D8308B9F18}" dt="2023-06-21T07:06:47.680" v="530"/>
          <ac:spMkLst>
            <pc:docMk/>
            <pc:sldMk cId="2270093762" sldId="2147468823"/>
            <ac:spMk id="30" creationId="{FB395568-68D0-97D1-4B72-CAF9EF7E9F2E}"/>
          </ac:spMkLst>
        </pc:spChg>
        <pc:spChg chg="mod">
          <ac:chgData name="Hameswaran" userId="0f12996b-40b1-41ef-9984-26212f23af77" providerId="ADAL" clId="{A6474721-C073-40D6-8F60-65D8308B9F18}" dt="2023-06-21T07:06:47.680" v="530"/>
          <ac:spMkLst>
            <pc:docMk/>
            <pc:sldMk cId="2270093762" sldId="2147468823"/>
            <ac:spMk id="31" creationId="{D83C8F55-F1DE-AC26-5E7A-F4AE4B1D5356}"/>
          </ac:spMkLst>
        </pc:spChg>
        <pc:spChg chg="add del mod">
          <ac:chgData name="Hameswaran" userId="0f12996b-40b1-41ef-9984-26212f23af77" providerId="ADAL" clId="{A6474721-C073-40D6-8F60-65D8308B9F18}" dt="2023-06-21T07:07:17.814" v="541"/>
          <ac:spMkLst>
            <pc:docMk/>
            <pc:sldMk cId="2270093762" sldId="2147468823"/>
            <ac:spMk id="32" creationId="{D42905E2-CC37-2125-9D7F-858FC9057EB3}"/>
          </ac:spMkLst>
        </pc:spChg>
        <pc:spChg chg="add mod">
          <ac:chgData name="Hameswaran" userId="0f12996b-40b1-41ef-9984-26212f23af77" providerId="ADAL" clId="{A6474721-C073-40D6-8F60-65D8308B9F18}" dt="2023-06-21T07:06:56.395" v="532" actId="571"/>
          <ac:spMkLst>
            <pc:docMk/>
            <pc:sldMk cId="2270093762" sldId="2147468823"/>
            <ac:spMk id="33" creationId="{1F3C5E4A-97B7-278B-84FB-CF769ED3B2B2}"/>
          </ac:spMkLst>
        </pc:spChg>
        <pc:spChg chg="add mod">
          <ac:chgData name="Hameswaran" userId="0f12996b-40b1-41ef-9984-26212f23af77" providerId="ADAL" clId="{A6474721-C073-40D6-8F60-65D8308B9F18}" dt="2023-06-21T07:06:56.395" v="532" actId="571"/>
          <ac:spMkLst>
            <pc:docMk/>
            <pc:sldMk cId="2270093762" sldId="2147468823"/>
            <ac:spMk id="34" creationId="{E6855723-79A9-C91C-007F-A55636AAE4F0}"/>
          </ac:spMkLst>
        </pc:spChg>
        <pc:spChg chg="add mod">
          <ac:chgData name="Hameswaran" userId="0f12996b-40b1-41ef-9984-26212f23af77" providerId="ADAL" clId="{A6474721-C073-40D6-8F60-65D8308B9F18}" dt="2023-06-21T07:06:56.395" v="532" actId="571"/>
          <ac:spMkLst>
            <pc:docMk/>
            <pc:sldMk cId="2270093762" sldId="2147468823"/>
            <ac:spMk id="35" creationId="{65834A3A-5931-4B40-A21E-8D20B220FE88}"/>
          </ac:spMkLst>
        </pc:spChg>
        <pc:spChg chg="add mod">
          <ac:chgData name="Hameswaran" userId="0f12996b-40b1-41ef-9984-26212f23af77" providerId="ADAL" clId="{A6474721-C073-40D6-8F60-65D8308B9F18}" dt="2023-06-21T07:06:56.395" v="532" actId="571"/>
          <ac:spMkLst>
            <pc:docMk/>
            <pc:sldMk cId="2270093762" sldId="2147468823"/>
            <ac:spMk id="36" creationId="{3108C3AD-4181-E485-3F8B-C0F811964FD1}"/>
          </ac:spMkLst>
        </pc:spChg>
        <pc:spChg chg="add mod">
          <ac:chgData name="Hameswaran" userId="0f12996b-40b1-41ef-9984-26212f23af77" providerId="ADAL" clId="{A6474721-C073-40D6-8F60-65D8308B9F18}" dt="2023-06-21T07:06:56.395" v="532" actId="571"/>
          <ac:spMkLst>
            <pc:docMk/>
            <pc:sldMk cId="2270093762" sldId="2147468823"/>
            <ac:spMk id="37" creationId="{415F9D0D-7668-C591-100D-CCFA961FB15B}"/>
          </ac:spMkLst>
        </pc:spChg>
        <pc:spChg chg="add mod">
          <ac:chgData name="Hameswaran" userId="0f12996b-40b1-41ef-9984-26212f23af77" providerId="ADAL" clId="{A6474721-C073-40D6-8F60-65D8308B9F18}" dt="2023-06-21T07:06:56.395" v="532" actId="571"/>
          <ac:spMkLst>
            <pc:docMk/>
            <pc:sldMk cId="2270093762" sldId="2147468823"/>
            <ac:spMk id="38" creationId="{9033FC23-1FFC-873E-F2BB-3F0E1C098781}"/>
          </ac:spMkLst>
        </pc:spChg>
        <pc:spChg chg="add mod">
          <ac:chgData name="Hameswaran" userId="0f12996b-40b1-41ef-9984-26212f23af77" providerId="ADAL" clId="{A6474721-C073-40D6-8F60-65D8308B9F18}" dt="2023-06-21T07:06:56.395" v="532" actId="571"/>
          <ac:spMkLst>
            <pc:docMk/>
            <pc:sldMk cId="2270093762" sldId="2147468823"/>
            <ac:spMk id="39" creationId="{34CFA30F-C01C-B011-B91A-63DAC65477A2}"/>
          </ac:spMkLst>
        </pc:spChg>
        <pc:spChg chg="add mod">
          <ac:chgData name="Hameswaran" userId="0f12996b-40b1-41ef-9984-26212f23af77" providerId="ADAL" clId="{A6474721-C073-40D6-8F60-65D8308B9F18}" dt="2023-06-21T07:06:56.395" v="532" actId="571"/>
          <ac:spMkLst>
            <pc:docMk/>
            <pc:sldMk cId="2270093762" sldId="2147468823"/>
            <ac:spMk id="40" creationId="{7BE3C6BC-8425-8CEB-8434-D4F36B0A467E}"/>
          </ac:spMkLst>
        </pc:spChg>
        <pc:spChg chg="add mod">
          <ac:chgData name="Hameswaran" userId="0f12996b-40b1-41ef-9984-26212f23af77" providerId="ADAL" clId="{A6474721-C073-40D6-8F60-65D8308B9F18}" dt="2023-06-21T07:06:56.395" v="532" actId="571"/>
          <ac:spMkLst>
            <pc:docMk/>
            <pc:sldMk cId="2270093762" sldId="2147468823"/>
            <ac:spMk id="41" creationId="{635BCB2B-7935-FE34-7FC6-63035CF1EBA5}"/>
          </ac:spMkLst>
        </pc:spChg>
        <pc:spChg chg="mod">
          <ac:chgData name="Hameswaran" userId="0f12996b-40b1-41ef-9984-26212f23af77" providerId="ADAL" clId="{A6474721-C073-40D6-8F60-65D8308B9F18}" dt="2023-06-21T07:06:56.395" v="532" actId="571"/>
          <ac:spMkLst>
            <pc:docMk/>
            <pc:sldMk cId="2270093762" sldId="2147468823"/>
            <ac:spMk id="43" creationId="{0EBE9BCE-E00E-6F31-5CD1-1655BE7095CF}"/>
          </ac:spMkLst>
        </pc:spChg>
        <pc:spChg chg="mod">
          <ac:chgData name="Hameswaran" userId="0f12996b-40b1-41ef-9984-26212f23af77" providerId="ADAL" clId="{A6474721-C073-40D6-8F60-65D8308B9F18}" dt="2023-06-21T07:06:56.395" v="532" actId="571"/>
          <ac:spMkLst>
            <pc:docMk/>
            <pc:sldMk cId="2270093762" sldId="2147468823"/>
            <ac:spMk id="44" creationId="{B3471E3A-733D-07E3-C52B-4274722116E9}"/>
          </ac:spMkLst>
        </pc:spChg>
        <pc:spChg chg="mod">
          <ac:chgData name="Hameswaran" userId="0f12996b-40b1-41ef-9984-26212f23af77" providerId="ADAL" clId="{A6474721-C073-40D6-8F60-65D8308B9F18}" dt="2023-06-21T07:06:56.395" v="532" actId="571"/>
          <ac:spMkLst>
            <pc:docMk/>
            <pc:sldMk cId="2270093762" sldId="2147468823"/>
            <ac:spMk id="46" creationId="{762C3FB6-F635-2859-753E-C9EE6BF7FED6}"/>
          </ac:spMkLst>
        </pc:spChg>
        <pc:spChg chg="mod">
          <ac:chgData name="Hameswaran" userId="0f12996b-40b1-41ef-9984-26212f23af77" providerId="ADAL" clId="{A6474721-C073-40D6-8F60-65D8308B9F18}" dt="2023-06-21T07:06:56.395" v="532" actId="571"/>
          <ac:spMkLst>
            <pc:docMk/>
            <pc:sldMk cId="2270093762" sldId="2147468823"/>
            <ac:spMk id="47" creationId="{D1D7DAE4-7B4B-E327-DD4A-99B87BB646A1}"/>
          </ac:spMkLst>
        </pc:spChg>
        <pc:spChg chg="mod">
          <ac:chgData name="Hameswaran" userId="0f12996b-40b1-41ef-9984-26212f23af77" providerId="ADAL" clId="{A6474721-C073-40D6-8F60-65D8308B9F18}" dt="2023-06-21T07:06:56.395" v="532" actId="571"/>
          <ac:spMkLst>
            <pc:docMk/>
            <pc:sldMk cId="2270093762" sldId="2147468823"/>
            <ac:spMk id="49" creationId="{16925A12-25C9-F0F3-33A0-A8A646796A87}"/>
          </ac:spMkLst>
        </pc:spChg>
        <pc:spChg chg="mod">
          <ac:chgData name="Hameswaran" userId="0f12996b-40b1-41ef-9984-26212f23af77" providerId="ADAL" clId="{A6474721-C073-40D6-8F60-65D8308B9F18}" dt="2023-06-21T07:06:56.395" v="532" actId="571"/>
          <ac:spMkLst>
            <pc:docMk/>
            <pc:sldMk cId="2270093762" sldId="2147468823"/>
            <ac:spMk id="50" creationId="{9AD62CA3-D2CE-ADE4-4A02-E9753EB7A525}"/>
          </ac:spMkLst>
        </pc:spChg>
        <pc:spChg chg="mod">
          <ac:chgData name="Hameswaran" userId="0f12996b-40b1-41ef-9984-26212f23af77" providerId="ADAL" clId="{A6474721-C073-40D6-8F60-65D8308B9F18}" dt="2023-06-21T07:06:56.395" v="532" actId="571"/>
          <ac:spMkLst>
            <pc:docMk/>
            <pc:sldMk cId="2270093762" sldId="2147468823"/>
            <ac:spMk id="52" creationId="{0D4C27A5-BCFF-4143-8404-4F8EA7412A99}"/>
          </ac:spMkLst>
        </pc:spChg>
        <pc:spChg chg="mod">
          <ac:chgData name="Hameswaran" userId="0f12996b-40b1-41ef-9984-26212f23af77" providerId="ADAL" clId="{A6474721-C073-40D6-8F60-65D8308B9F18}" dt="2023-06-21T07:06:56.395" v="532" actId="571"/>
          <ac:spMkLst>
            <pc:docMk/>
            <pc:sldMk cId="2270093762" sldId="2147468823"/>
            <ac:spMk id="53" creationId="{D0094E3E-758F-78DF-CEAD-15980EA046DF}"/>
          </ac:spMkLst>
        </pc:spChg>
        <pc:spChg chg="add mod">
          <ac:chgData name="Hameswaran" userId="0f12996b-40b1-41ef-9984-26212f23af77" providerId="ADAL" clId="{A6474721-C073-40D6-8F60-65D8308B9F18}" dt="2023-06-21T07:06:56.395" v="532" actId="571"/>
          <ac:spMkLst>
            <pc:docMk/>
            <pc:sldMk cId="2270093762" sldId="2147468823"/>
            <ac:spMk id="54" creationId="{F892BCF3-8934-F379-02FD-6081BCD133F8}"/>
          </ac:spMkLst>
        </pc:spChg>
        <pc:spChg chg="add mod">
          <ac:chgData name="Hameswaran" userId="0f12996b-40b1-41ef-9984-26212f23af77" providerId="ADAL" clId="{A6474721-C073-40D6-8F60-65D8308B9F18}" dt="2023-06-21T07:06:56.395" v="532" actId="571"/>
          <ac:spMkLst>
            <pc:docMk/>
            <pc:sldMk cId="2270093762" sldId="2147468823"/>
            <ac:spMk id="55" creationId="{5EB86607-E543-D96F-0E22-9C0352A5224B}"/>
          </ac:spMkLst>
        </pc:spChg>
        <pc:spChg chg="mod">
          <ac:chgData name="Hameswaran" userId="0f12996b-40b1-41ef-9984-26212f23af77" providerId="ADAL" clId="{A6474721-C073-40D6-8F60-65D8308B9F18}" dt="2023-06-21T07:06:56.395" v="532" actId="571"/>
          <ac:spMkLst>
            <pc:docMk/>
            <pc:sldMk cId="2270093762" sldId="2147468823"/>
            <ac:spMk id="57" creationId="{A32626B0-3BAF-A00A-8105-0A72BB6803B0}"/>
          </ac:spMkLst>
        </pc:spChg>
        <pc:spChg chg="mod">
          <ac:chgData name="Hameswaran" userId="0f12996b-40b1-41ef-9984-26212f23af77" providerId="ADAL" clId="{A6474721-C073-40D6-8F60-65D8308B9F18}" dt="2023-06-21T07:06:56.395" v="532" actId="571"/>
          <ac:spMkLst>
            <pc:docMk/>
            <pc:sldMk cId="2270093762" sldId="2147468823"/>
            <ac:spMk id="58" creationId="{41C9AC9D-FC13-D204-F92A-2553B903B228}"/>
          </ac:spMkLst>
        </pc:spChg>
        <pc:spChg chg="mod">
          <ac:chgData name="Hameswaran" userId="0f12996b-40b1-41ef-9984-26212f23af77" providerId="ADAL" clId="{A6474721-C073-40D6-8F60-65D8308B9F18}" dt="2023-06-21T07:06:56.395" v="532" actId="571"/>
          <ac:spMkLst>
            <pc:docMk/>
            <pc:sldMk cId="2270093762" sldId="2147468823"/>
            <ac:spMk id="59" creationId="{B7BD598D-1CD2-1557-BB8E-51E494F3F7C7}"/>
          </ac:spMkLst>
        </pc:spChg>
        <pc:spChg chg="add mod">
          <ac:chgData name="Hameswaran" userId="0f12996b-40b1-41ef-9984-26212f23af77" providerId="ADAL" clId="{A6474721-C073-40D6-8F60-65D8308B9F18}" dt="2023-06-21T07:06:56.395" v="532" actId="571"/>
          <ac:spMkLst>
            <pc:docMk/>
            <pc:sldMk cId="2270093762" sldId="2147468823"/>
            <ac:spMk id="60" creationId="{509F7BBC-4BFD-1456-E28A-0B89B3745FE4}"/>
          </ac:spMkLst>
        </pc:spChg>
        <pc:spChg chg="add del mod">
          <ac:chgData name="Hameswaran" userId="0f12996b-40b1-41ef-9984-26212f23af77" providerId="ADAL" clId="{A6474721-C073-40D6-8F60-65D8308B9F18}" dt="2023-06-21T07:07:55.850" v="547"/>
          <ac:spMkLst>
            <pc:docMk/>
            <pc:sldMk cId="2270093762" sldId="2147468823"/>
            <ac:spMk id="61" creationId="{1105F957-2B59-BE14-6057-BA6B8E4E2673}"/>
          </ac:spMkLst>
        </pc:spChg>
        <pc:spChg chg="add del mod">
          <ac:chgData name="Hameswaran" userId="0f12996b-40b1-41ef-9984-26212f23af77" providerId="ADAL" clId="{A6474721-C073-40D6-8F60-65D8308B9F18}" dt="2023-06-21T07:07:55.850" v="547"/>
          <ac:spMkLst>
            <pc:docMk/>
            <pc:sldMk cId="2270093762" sldId="2147468823"/>
            <ac:spMk id="62" creationId="{77CCDCE6-3E31-6579-F573-10B72215D48E}"/>
          </ac:spMkLst>
        </pc:spChg>
        <pc:spChg chg="add del mod">
          <ac:chgData name="Hameswaran" userId="0f12996b-40b1-41ef-9984-26212f23af77" providerId="ADAL" clId="{A6474721-C073-40D6-8F60-65D8308B9F18}" dt="2023-06-21T07:07:55.850" v="547"/>
          <ac:spMkLst>
            <pc:docMk/>
            <pc:sldMk cId="2270093762" sldId="2147468823"/>
            <ac:spMk id="63" creationId="{441D8FAF-D126-CCFC-C93E-CE3621524B2A}"/>
          </ac:spMkLst>
        </pc:spChg>
        <pc:spChg chg="add del mod">
          <ac:chgData name="Hameswaran" userId="0f12996b-40b1-41ef-9984-26212f23af77" providerId="ADAL" clId="{A6474721-C073-40D6-8F60-65D8308B9F18}" dt="2023-06-21T07:07:55.850" v="547"/>
          <ac:spMkLst>
            <pc:docMk/>
            <pc:sldMk cId="2270093762" sldId="2147468823"/>
            <ac:spMk id="64" creationId="{F6A1D53F-5E47-811F-B652-F31552135754}"/>
          </ac:spMkLst>
        </pc:spChg>
        <pc:spChg chg="add del mod">
          <ac:chgData name="Hameswaran" userId="0f12996b-40b1-41ef-9984-26212f23af77" providerId="ADAL" clId="{A6474721-C073-40D6-8F60-65D8308B9F18}" dt="2023-06-21T07:07:55.850" v="547"/>
          <ac:spMkLst>
            <pc:docMk/>
            <pc:sldMk cId="2270093762" sldId="2147468823"/>
            <ac:spMk id="65" creationId="{99C454F1-E6E7-0BC9-0CA2-35BA925F3B43}"/>
          </ac:spMkLst>
        </pc:spChg>
        <pc:spChg chg="add del mod">
          <ac:chgData name="Hameswaran" userId="0f12996b-40b1-41ef-9984-26212f23af77" providerId="ADAL" clId="{A6474721-C073-40D6-8F60-65D8308B9F18}" dt="2023-06-21T07:07:55.850" v="547"/>
          <ac:spMkLst>
            <pc:docMk/>
            <pc:sldMk cId="2270093762" sldId="2147468823"/>
            <ac:spMk id="66" creationId="{54CEBDC3-E03C-78D8-1B13-AB51082EDB2C}"/>
          </ac:spMkLst>
        </pc:spChg>
        <pc:spChg chg="add del mod">
          <ac:chgData name="Hameswaran" userId="0f12996b-40b1-41ef-9984-26212f23af77" providerId="ADAL" clId="{A6474721-C073-40D6-8F60-65D8308B9F18}" dt="2023-06-21T07:07:55.850" v="547"/>
          <ac:spMkLst>
            <pc:docMk/>
            <pc:sldMk cId="2270093762" sldId="2147468823"/>
            <ac:spMk id="67" creationId="{AD483237-46E5-E15B-BDD1-4B38CDA2711F}"/>
          </ac:spMkLst>
        </pc:spChg>
        <pc:spChg chg="add del mod">
          <ac:chgData name="Hameswaran" userId="0f12996b-40b1-41ef-9984-26212f23af77" providerId="ADAL" clId="{A6474721-C073-40D6-8F60-65D8308B9F18}" dt="2023-06-21T07:07:55.850" v="547"/>
          <ac:spMkLst>
            <pc:docMk/>
            <pc:sldMk cId="2270093762" sldId="2147468823"/>
            <ac:spMk id="68" creationId="{2B4343BC-CD26-DAB1-0FB1-08FCBF29936F}"/>
          </ac:spMkLst>
        </pc:spChg>
        <pc:spChg chg="add del mod">
          <ac:chgData name="Hameswaran" userId="0f12996b-40b1-41ef-9984-26212f23af77" providerId="ADAL" clId="{A6474721-C073-40D6-8F60-65D8308B9F18}" dt="2023-06-21T07:07:55.850" v="547"/>
          <ac:spMkLst>
            <pc:docMk/>
            <pc:sldMk cId="2270093762" sldId="2147468823"/>
            <ac:spMk id="69" creationId="{C35637CB-EF5C-E661-B156-1A9DFE1D1DCD}"/>
          </ac:spMkLst>
        </pc:spChg>
        <pc:spChg chg="mod topLvl">
          <ac:chgData name="Hameswaran" userId="0f12996b-40b1-41ef-9984-26212f23af77" providerId="ADAL" clId="{A6474721-C073-40D6-8F60-65D8308B9F18}" dt="2023-06-21T07:07:55.411" v="546" actId="165"/>
          <ac:spMkLst>
            <pc:docMk/>
            <pc:sldMk cId="2270093762" sldId="2147468823"/>
            <ac:spMk id="71" creationId="{A3F5D2C4-F91A-9A9E-FFFE-DE26D60D5C40}"/>
          </ac:spMkLst>
        </pc:spChg>
        <pc:spChg chg="mod topLvl">
          <ac:chgData name="Hameswaran" userId="0f12996b-40b1-41ef-9984-26212f23af77" providerId="ADAL" clId="{A6474721-C073-40D6-8F60-65D8308B9F18}" dt="2023-06-21T07:07:55.411" v="546" actId="165"/>
          <ac:spMkLst>
            <pc:docMk/>
            <pc:sldMk cId="2270093762" sldId="2147468823"/>
            <ac:spMk id="72" creationId="{DCC96282-224B-EC53-C654-632EF4EBCE7B}"/>
          </ac:spMkLst>
        </pc:spChg>
        <pc:spChg chg="mod topLvl">
          <ac:chgData name="Hameswaran" userId="0f12996b-40b1-41ef-9984-26212f23af77" providerId="ADAL" clId="{A6474721-C073-40D6-8F60-65D8308B9F18}" dt="2023-06-21T07:07:55.411" v="546" actId="165"/>
          <ac:spMkLst>
            <pc:docMk/>
            <pc:sldMk cId="2270093762" sldId="2147468823"/>
            <ac:spMk id="74" creationId="{02D88E95-AACC-EC0E-8E2D-A52C47817D9C}"/>
          </ac:spMkLst>
        </pc:spChg>
        <pc:spChg chg="mod topLvl">
          <ac:chgData name="Hameswaran" userId="0f12996b-40b1-41ef-9984-26212f23af77" providerId="ADAL" clId="{A6474721-C073-40D6-8F60-65D8308B9F18}" dt="2023-06-21T07:07:55.411" v="546" actId="165"/>
          <ac:spMkLst>
            <pc:docMk/>
            <pc:sldMk cId="2270093762" sldId="2147468823"/>
            <ac:spMk id="75" creationId="{0228B224-4088-60E1-36E7-410946D542A0}"/>
          </ac:spMkLst>
        </pc:spChg>
        <pc:spChg chg="mod topLvl">
          <ac:chgData name="Hameswaran" userId="0f12996b-40b1-41ef-9984-26212f23af77" providerId="ADAL" clId="{A6474721-C073-40D6-8F60-65D8308B9F18}" dt="2023-06-21T07:07:55.411" v="546" actId="165"/>
          <ac:spMkLst>
            <pc:docMk/>
            <pc:sldMk cId="2270093762" sldId="2147468823"/>
            <ac:spMk id="77" creationId="{D7F61BAE-F202-F534-3D48-7CEA4EF1296C}"/>
          </ac:spMkLst>
        </pc:spChg>
        <pc:spChg chg="mod topLvl">
          <ac:chgData name="Hameswaran" userId="0f12996b-40b1-41ef-9984-26212f23af77" providerId="ADAL" clId="{A6474721-C073-40D6-8F60-65D8308B9F18}" dt="2023-06-21T07:07:55.411" v="546" actId="165"/>
          <ac:spMkLst>
            <pc:docMk/>
            <pc:sldMk cId="2270093762" sldId="2147468823"/>
            <ac:spMk id="78" creationId="{D0FD2E8D-A1CE-629E-D013-89929835C2A4}"/>
          </ac:spMkLst>
        </pc:spChg>
        <pc:spChg chg="mod topLvl">
          <ac:chgData name="Hameswaran" userId="0f12996b-40b1-41ef-9984-26212f23af77" providerId="ADAL" clId="{A6474721-C073-40D6-8F60-65D8308B9F18}" dt="2023-06-21T07:07:55.411" v="546" actId="165"/>
          <ac:spMkLst>
            <pc:docMk/>
            <pc:sldMk cId="2270093762" sldId="2147468823"/>
            <ac:spMk id="80" creationId="{07926354-193A-D943-6755-92B7B87E830A}"/>
          </ac:spMkLst>
        </pc:spChg>
        <pc:spChg chg="mod topLvl">
          <ac:chgData name="Hameswaran" userId="0f12996b-40b1-41ef-9984-26212f23af77" providerId="ADAL" clId="{A6474721-C073-40D6-8F60-65D8308B9F18}" dt="2023-06-21T07:07:55.411" v="546" actId="165"/>
          <ac:spMkLst>
            <pc:docMk/>
            <pc:sldMk cId="2270093762" sldId="2147468823"/>
            <ac:spMk id="81" creationId="{281254E1-DDC9-6A19-3D8D-E4EDF6A11B1E}"/>
          </ac:spMkLst>
        </pc:spChg>
        <pc:spChg chg="add del mod">
          <ac:chgData name="Hameswaran" userId="0f12996b-40b1-41ef-9984-26212f23af77" providerId="ADAL" clId="{A6474721-C073-40D6-8F60-65D8308B9F18}" dt="2023-06-21T07:07:55.850" v="547"/>
          <ac:spMkLst>
            <pc:docMk/>
            <pc:sldMk cId="2270093762" sldId="2147468823"/>
            <ac:spMk id="82" creationId="{F2E3DA80-D822-503C-C865-00775BE5B0B7}"/>
          </ac:spMkLst>
        </pc:spChg>
        <pc:spChg chg="add del mod">
          <ac:chgData name="Hameswaran" userId="0f12996b-40b1-41ef-9984-26212f23af77" providerId="ADAL" clId="{A6474721-C073-40D6-8F60-65D8308B9F18}" dt="2023-06-21T07:07:55.850" v="547"/>
          <ac:spMkLst>
            <pc:docMk/>
            <pc:sldMk cId="2270093762" sldId="2147468823"/>
            <ac:spMk id="83" creationId="{E7B81C55-DF3F-9191-E101-B4355E481B76}"/>
          </ac:spMkLst>
        </pc:spChg>
        <pc:spChg chg="mod topLvl">
          <ac:chgData name="Hameswaran" userId="0f12996b-40b1-41ef-9984-26212f23af77" providerId="ADAL" clId="{A6474721-C073-40D6-8F60-65D8308B9F18}" dt="2023-06-21T07:07:55.411" v="546" actId="165"/>
          <ac:spMkLst>
            <pc:docMk/>
            <pc:sldMk cId="2270093762" sldId="2147468823"/>
            <ac:spMk id="85" creationId="{F6B88744-4892-5D95-4DA9-1CFACA99D8D8}"/>
          </ac:spMkLst>
        </pc:spChg>
        <pc:spChg chg="mod topLvl">
          <ac:chgData name="Hameswaran" userId="0f12996b-40b1-41ef-9984-26212f23af77" providerId="ADAL" clId="{A6474721-C073-40D6-8F60-65D8308B9F18}" dt="2023-06-21T07:07:55.411" v="546" actId="165"/>
          <ac:spMkLst>
            <pc:docMk/>
            <pc:sldMk cId="2270093762" sldId="2147468823"/>
            <ac:spMk id="86" creationId="{B4550DC2-A8FB-096E-BACC-E31F83003A4B}"/>
          </ac:spMkLst>
        </pc:spChg>
        <pc:spChg chg="mod topLvl">
          <ac:chgData name="Hameswaran" userId="0f12996b-40b1-41ef-9984-26212f23af77" providerId="ADAL" clId="{A6474721-C073-40D6-8F60-65D8308B9F18}" dt="2023-06-21T07:07:55.411" v="546" actId="165"/>
          <ac:spMkLst>
            <pc:docMk/>
            <pc:sldMk cId="2270093762" sldId="2147468823"/>
            <ac:spMk id="87" creationId="{6E0BE078-A3A4-FE26-5F82-E646DF153541}"/>
          </ac:spMkLst>
        </pc:spChg>
        <pc:spChg chg="add del mod">
          <ac:chgData name="Hameswaran" userId="0f12996b-40b1-41ef-9984-26212f23af77" providerId="ADAL" clId="{A6474721-C073-40D6-8F60-65D8308B9F18}" dt="2023-06-21T07:07:55.850" v="547"/>
          <ac:spMkLst>
            <pc:docMk/>
            <pc:sldMk cId="2270093762" sldId="2147468823"/>
            <ac:spMk id="88" creationId="{207C751F-521A-B706-9232-D971458C1EA2}"/>
          </ac:spMkLst>
        </pc:spChg>
        <pc:grpChg chg="add del mod">
          <ac:chgData name="Hameswaran" userId="0f12996b-40b1-41ef-9984-26212f23af77" providerId="ADAL" clId="{A6474721-C073-40D6-8F60-65D8308B9F18}" dt="2023-06-21T07:07:17.814" v="541"/>
          <ac:grpSpMkLst>
            <pc:docMk/>
            <pc:sldMk cId="2270093762" sldId="2147468823"/>
            <ac:grpSpMk id="14" creationId="{257EA807-8210-6897-06F2-A466C148CCCC}"/>
          </ac:grpSpMkLst>
        </pc:grpChg>
        <pc:grpChg chg="add del mod">
          <ac:chgData name="Hameswaran" userId="0f12996b-40b1-41ef-9984-26212f23af77" providerId="ADAL" clId="{A6474721-C073-40D6-8F60-65D8308B9F18}" dt="2023-06-21T07:07:17.814" v="541"/>
          <ac:grpSpMkLst>
            <pc:docMk/>
            <pc:sldMk cId="2270093762" sldId="2147468823"/>
            <ac:grpSpMk id="17" creationId="{1936F485-8438-B6E2-659B-C41D83E1709B}"/>
          </ac:grpSpMkLst>
        </pc:grpChg>
        <pc:grpChg chg="add del mod">
          <ac:chgData name="Hameswaran" userId="0f12996b-40b1-41ef-9984-26212f23af77" providerId="ADAL" clId="{A6474721-C073-40D6-8F60-65D8308B9F18}" dt="2023-06-21T07:07:17.814" v="541"/>
          <ac:grpSpMkLst>
            <pc:docMk/>
            <pc:sldMk cId="2270093762" sldId="2147468823"/>
            <ac:grpSpMk id="20" creationId="{D92F0C4C-6CDC-7F64-E025-A30D201BC272}"/>
          </ac:grpSpMkLst>
        </pc:grpChg>
        <pc:grpChg chg="add del mod">
          <ac:chgData name="Hameswaran" userId="0f12996b-40b1-41ef-9984-26212f23af77" providerId="ADAL" clId="{A6474721-C073-40D6-8F60-65D8308B9F18}" dt="2023-06-21T07:07:17.814" v="541"/>
          <ac:grpSpMkLst>
            <pc:docMk/>
            <pc:sldMk cId="2270093762" sldId="2147468823"/>
            <ac:grpSpMk id="23" creationId="{0548ED9F-44F4-6D71-C9C8-77BD0ADFEBA8}"/>
          </ac:grpSpMkLst>
        </pc:grpChg>
        <pc:grpChg chg="add del mod">
          <ac:chgData name="Hameswaran" userId="0f12996b-40b1-41ef-9984-26212f23af77" providerId="ADAL" clId="{A6474721-C073-40D6-8F60-65D8308B9F18}" dt="2023-06-21T07:07:17.814" v="541"/>
          <ac:grpSpMkLst>
            <pc:docMk/>
            <pc:sldMk cId="2270093762" sldId="2147468823"/>
            <ac:grpSpMk id="28" creationId="{B7FDE8FF-A034-AF75-5FB2-A6685720C7ED}"/>
          </ac:grpSpMkLst>
        </pc:grpChg>
        <pc:grpChg chg="add mod">
          <ac:chgData name="Hameswaran" userId="0f12996b-40b1-41ef-9984-26212f23af77" providerId="ADAL" clId="{A6474721-C073-40D6-8F60-65D8308B9F18}" dt="2023-06-21T07:06:56.395" v="532" actId="571"/>
          <ac:grpSpMkLst>
            <pc:docMk/>
            <pc:sldMk cId="2270093762" sldId="2147468823"/>
            <ac:grpSpMk id="42" creationId="{A651D6DD-72A2-01EC-56EB-44656A5AF338}"/>
          </ac:grpSpMkLst>
        </pc:grpChg>
        <pc:grpChg chg="add mod">
          <ac:chgData name="Hameswaran" userId="0f12996b-40b1-41ef-9984-26212f23af77" providerId="ADAL" clId="{A6474721-C073-40D6-8F60-65D8308B9F18}" dt="2023-06-21T07:06:56.395" v="532" actId="571"/>
          <ac:grpSpMkLst>
            <pc:docMk/>
            <pc:sldMk cId="2270093762" sldId="2147468823"/>
            <ac:grpSpMk id="45" creationId="{26C9D302-2E04-3AF3-8EB9-D28F4694B9D7}"/>
          </ac:grpSpMkLst>
        </pc:grpChg>
        <pc:grpChg chg="add mod">
          <ac:chgData name="Hameswaran" userId="0f12996b-40b1-41ef-9984-26212f23af77" providerId="ADAL" clId="{A6474721-C073-40D6-8F60-65D8308B9F18}" dt="2023-06-21T07:06:56.395" v="532" actId="571"/>
          <ac:grpSpMkLst>
            <pc:docMk/>
            <pc:sldMk cId="2270093762" sldId="2147468823"/>
            <ac:grpSpMk id="48" creationId="{9C1E3389-8FCC-4C61-56E4-F8297BF250C1}"/>
          </ac:grpSpMkLst>
        </pc:grpChg>
        <pc:grpChg chg="add mod">
          <ac:chgData name="Hameswaran" userId="0f12996b-40b1-41ef-9984-26212f23af77" providerId="ADAL" clId="{A6474721-C073-40D6-8F60-65D8308B9F18}" dt="2023-06-21T07:06:56.395" v="532" actId="571"/>
          <ac:grpSpMkLst>
            <pc:docMk/>
            <pc:sldMk cId="2270093762" sldId="2147468823"/>
            <ac:grpSpMk id="51" creationId="{B302EFB8-9B3E-D5C3-4E4A-69F31322CD25}"/>
          </ac:grpSpMkLst>
        </pc:grpChg>
        <pc:grpChg chg="add mod">
          <ac:chgData name="Hameswaran" userId="0f12996b-40b1-41ef-9984-26212f23af77" providerId="ADAL" clId="{A6474721-C073-40D6-8F60-65D8308B9F18}" dt="2023-06-21T07:06:56.395" v="532" actId="571"/>
          <ac:grpSpMkLst>
            <pc:docMk/>
            <pc:sldMk cId="2270093762" sldId="2147468823"/>
            <ac:grpSpMk id="56" creationId="{E8545F55-72A4-BABE-0264-227A263DEFB1}"/>
          </ac:grpSpMkLst>
        </pc:grpChg>
        <pc:grpChg chg="add del mod">
          <ac:chgData name="Hameswaran" userId="0f12996b-40b1-41ef-9984-26212f23af77" providerId="ADAL" clId="{A6474721-C073-40D6-8F60-65D8308B9F18}" dt="2023-06-21T07:07:55.850" v="547"/>
          <ac:grpSpMkLst>
            <pc:docMk/>
            <pc:sldMk cId="2270093762" sldId="2147468823"/>
            <ac:grpSpMk id="70" creationId="{F636C785-798B-A7E6-2DC8-5AB64FC0847C}"/>
          </ac:grpSpMkLst>
        </pc:grpChg>
        <pc:grpChg chg="add del mod">
          <ac:chgData name="Hameswaran" userId="0f12996b-40b1-41ef-9984-26212f23af77" providerId="ADAL" clId="{A6474721-C073-40D6-8F60-65D8308B9F18}" dt="2023-06-21T07:07:55.850" v="547"/>
          <ac:grpSpMkLst>
            <pc:docMk/>
            <pc:sldMk cId="2270093762" sldId="2147468823"/>
            <ac:grpSpMk id="73" creationId="{CAB765E8-28EE-D5EE-3031-F888A42E9127}"/>
          </ac:grpSpMkLst>
        </pc:grpChg>
        <pc:grpChg chg="add del mod">
          <ac:chgData name="Hameswaran" userId="0f12996b-40b1-41ef-9984-26212f23af77" providerId="ADAL" clId="{A6474721-C073-40D6-8F60-65D8308B9F18}" dt="2023-06-21T07:07:55.850" v="547"/>
          <ac:grpSpMkLst>
            <pc:docMk/>
            <pc:sldMk cId="2270093762" sldId="2147468823"/>
            <ac:grpSpMk id="76" creationId="{329F8069-EEB5-F1AC-EED8-8944BFD9344D}"/>
          </ac:grpSpMkLst>
        </pc:grpChg>
        <pc:grpChg chg="add del mod">
          <ac:chgData name="Hameswaran" userId="0f12996b-40b1-41ef-9984-26212f23af77" providerId="ADAL" clId="{A6474721-C073-40D6-8F60-65D8308B9F18}" dt="2023-06-21T07:07:55.850" v="547"/>
          <ac:grpSpMkLst>
            <pc:docMk/>
            <pc:sldMk cId="2270093762" sldId="2147468823"/>
            <ac:grpSpMk id="79" creationId="{3772939F-EE0D-E6B5-7B55-E18121280FA2}"/>
          </ac:grpSpMkLst>
        </pc:grpChg>
        <pc:grpChg chg="add del mod">
          <ac:chgData name="Hameswaran" userId="0f12996b-40b1-41ef-9984-26212f23af77" providerId="ADAL" clId="{A6474721-C073-40D6-8F60-65D8308B9F18}" dt="2023-06-21T07:07:55.850" v="547"/>
          <ac:grpSpMkLst>
            <pc:docMk/>
            <pc:sldMk cId="2270093762" sldId="2147468823"/>
            <ac:grpSpMk id="84" creationId="{8B010509-0461-C22F-5518-FA417CEE53FA}"/>
          </ac:grpSpMkLst>
        </pc:grpChg>
      </pc:sldChg>
      <pc:sldChg chg="del">
        <pc:chgData name="Hameswaran" userId="0f12996b-40b1-41ef-9984-26212f23af77" providerId="ADAL" clId="{A6474721-C073-40D6-8F60-65D8308B9F18}" dt="2023-07-12T07:28:40.498" v="715" actId="47"/>
        <pc:sldMkLst>
          <pc:docMk/>
          <pc:sldMk cId="4040908096" sldId="2147468826"/>
        </pc:sldMkLst>
      </pc:sldChg>
      <pc:sldChg chg="modSp mod modClrScheme chgLayout">
        <pc:chgData name="Hameswaran" userId="0f12996b-40b1-41ef-9984-26212f23af77" providerId="ADAL" clId="{A6474721-C073-40D6-8F60-65D8308B9F18}" dt="2023-07-13T07:37:01.168" v="717" actId="700"/>
        <pc:sldMkLst>
          <pc:docMk/>
          <pc:sldMk cId="2538035650" sldId="2147468827"/>
        </pc:sldMkLst>
        <pc:spChg chg="mod ord">
          <ac:chgData name="Hameswaran" userId="0f12996b-40b1-41ef-9984-26212f23af77" providerId="ADAL" clId="{A6474721-C073-40D6-8F60-65D8308B9F18}" dt="2023-07-13T07:37:01.168" v="717" actId="700"/>
          <ac:spMkLst>
            <pc:docMk/>
            <pc:sldMk cId="2538035650" sldId="2147468827"/>
            <ac:spMk id="3" creationId="{4766F935-F1B3-327A-7505-B277A716F6E0}"/>
          </ac:spMkLst>
        </pc:spChg>
      </pc:sldChg>
      <pc:sldChg chg="add del">
        <pc:chgData name="Hameswaran" userId="0f12996b-40b1-41ef-9984-26212f23af77" providerId="ADAL" clId="{A6474721-C073-40D6-8F60-65D8308B9F18}" dt="2023-07-12T07:27:08.296" v="714" actId="47"/>
        <pc:sldMkLst>
          <pc:docMk/>
          <pc:sldMk cId="3868940818" sldId="2147468865"/>
        </pc:sldMkLst>
      </pc:sldChg>
      <pc:sldChg chg="add del">
        <pc:chgData name="Hameswaran" userId="0f12996b-40b1-41ef-9984-26212f23af77" providerId="ADAL" clId="{A6474721-C073-40D6-8F60-65D8308B9F18}" dt="2023-07-13T07:39:47.914" v="719"/>
        <pc:sldMkLst>
          <pc:docMk/>
          <pc:sldMk cId="3581926443" sldId="2147468866"/>
        </pc:sldMkLst>
      </pc:sldChg>
    </pc:docChg>
  </pc:docChgLst>
  <pc:docChgLst>
    <pc:chgData name="Yashwanth Karunakaran" userId="83fdda6f-724e-4671-a5e1-023abaa1de06" providerId="ADAL" clId="{C4B3CB35-7A40-40FB-875F-785C150139F1}"/>
    <pc:docChg chg="custSel addSld delSld modSld sldOrd">
      <pc:chgData name="Yashwanth Karunakaran" userId="83fdda6f-724e-4671-a5e1-023abaa1de06" providerId="ADAL" clId="{C4B3CB35-7A40-40FB-875F-785C150139F1}" dt="2023-06-29T06:07:10.231" v="29" actId="47"/>
      <pc:docMkLst>
        <pc:docMk/>
      </pc:docMkLst>
      <pc:sldChg chg="del">
        <pc:chgData name="Yashwanth Karunakaran" userId="83fdda6f-724e-4671-a5e1-023abaa1de06" providerId="ADAL" clId="{C4B3CB35-7A40-40FB-875F-785C150139F1}" dt="2023-06-29T06:05:14.077" v="22" actId="47"/>
        <pc:sldMkLst>
          <pc:docMk/>
          <pc:sldMk cId="3331082914" sldId="353"/>
        </pc:sldMkLst>
      </pc:sldChg>
      <pc:sldChg chg="add">
        <pc:chgData name="Yashwanth Karunakaran" userId="83fdda6f-724e-4671-a5e1-023abaa1de06" providerId="ADAL" clId="{C4B3CB35-7A40-40FB-875F-785C150139F1}" dt="2023-06-29T06:03:45.869" v="13"/>
        <pc:sldMkLst>
          <pc:docMk/>
          <pc:sldMk cId="2645782509" sldId="358"/>
        </pc:sldMkLst>
      </pc:sldChg>
      <pc:sldChg chg="del">
        <pc:chgData name="Yashwanth Karunakaran" userId="83fdda6f-724e-4671-a5e1-023abaa1de06" providerId="ADAL" clId="{C4B3CB35-7A40-40FB-875F-785C150139F1}" dt="2023-06-29T06:04:16.351" v="19" actId="47"/>
        <pc:sldMkLst>
          <pc:docMk/>
          <pc:sldMk cId="528675148" sldId="506"/>
        </pc:sldMkLst>
      </pc:sldChg>
      <pc:sldChg chg="del">
        <pc:chgData name="Yashwanth Karunakaran" userId="83fdda6f-724e-4671-a5e1-023abaa1de06" providerId="ADAL" clId="{C4B3CB35-7A40-40FB-875F-785C150139F1}" dt="2023-06-29T06:07:10.231" v="29" actId="47"/>
        <pc:sldMkLst>
          <pc:docMk/>
          <pc:sldMk cId="1569815099" sldId="865"/>
        </pc:sldMkLst>
      </pc:sldChg>
      <pc:sldChg chg="add ord">
        <pc:chgData name="Yashwanth Karunakaran" userId="83fdda6f-724e-4671-a5e1-023abaa1de06" providerId="ADAL" clId="{C4B3CB35-7A40-40FB-875F-785C150139F1}" dt="2023-06-29T06:06:26.251" v="26"/>
        <pc:sldMkLst>
          <pc:docMk/>
          <pc:sldMk cId="3318890469" sldId="4175"/>
        </pc:sldMkLst>
      </pc:sldChg>
      <pc:sldChg chg="del">
        <pc:chgData name="Yashwanth Karunakaran" userId="83fdda6f-724e-4671-a5e1-023abaa1de06" providerId="ADAL" clId="{C4B3CB35-7A40-40FB-875F-785C150139F1}" dt="2023-06-14T09:07:11.635" v="0" actId="47"/>
        <pc:sldMkLst>
          <pc:docMk/>
          <pc:sldMk cId="3067861239" sldId="2147468695"/>
        </pc:sldMkLst>
      </pc:sldChg>
      <pc:sldChg chg="del">
        <pc:chgData name="Yashwanth Karunakaran" userId="83fdda6f-724e-4671-a5e1-023abaa1de06" providerId="ADAL" clId="{C4B3CB35-7A40-40FB-875F-785C150139F1}" dt="2023-06-29T06:04:45.430" v="21" actId="47"/>
        <pc:sldMkLst>
          <pc:docMk/>
          <pc:sldMk cId="870927645" sldId="2147468727"/>
        </pc:sldMkLst>
      </pc:sldChg>
      <pc:sldChg chg="del">
        <pc:chgData name="Yashwanth Karunakaran" userId="83fdda6f-724e-4671-a5e1-023abaa1de06" providerId="ADAL" clId="{C4B3CB35-7A40-40FB-875F-785C150139F1}" dt="2023-06-29T06:03:53.618" v="14" actId="47"/>
        <pc:sldMkLst>
          <pc:docMk/>
          <pc:sldMk cId="193871198" sldId="2147468811"/>
        </pc:sldMkLst>
      </pc:sldChg>
      <pc:sldChg chg="ord">
        <pc:chgData name="Yashwanth Karunakaran" userId="83fdda6f-724e-4671-a5e1-023abaa1de06" providerId="ADAL" clId="{C4B3CB35-7A40-40FB-875F-785C150139F1}" dt="2023-06-29T06:05:27.401" v="24"/>
        <pc:sldMkLst>
          <pc:docMk/>
          <pc:sldMk cId="1160245394" sldId="2147468814"/>
        </pc:sldMkLst>
      </pc:sldChg>
      <pc:sldChg chg="add ord">
        <pc:chgData name="Yashwanth Karunakaran" userId="83fdda6f-724e-4671-a5e1-023abaa1de06" providerId="ADAL" clId="{C4B3CB35-7A40-40FB-875F-785C150139F1}" dt="2023-06-29T06:06:33.075" v="28"/>
        <pc:sldMkLst>
          <pc:docMk/>
          <pc:sldMk cId="4257824359" sldId="2147468815"/>
        </pc:sldMkLst>
      </pc:sldChg>
      <pc:sldChg chg="addSp delSp modSp mod ord">
        <pc:chgData name="Yashwanth Karunakaran" userId="83fdda6f-724e-4671-a5e1-023abaa1de06" providerId="ADAL" clId="{C4B3CB35-7A40-40FB-875F-785C150139F1}" dt="2023-06-29T06:03:58.253" v="16"/>
        <pc:sldMkLst>
          <pc:docMk/>
          <pc:sldMk cId="1373621274" sldId="2147468818"/>
        </pc:sldMkLst>
        <pc:picChg chg="add mod">
          <ac:chgData name="Yashwanth Karunakaran" userId="83fdda6f-724e-4671-a5e1-023abaa1de06" providerId="ADAL" clId="{C4B3CB35-7A40-40FB-875F-785C150139F1}" dt="2023-06-14T09:08:35.133" v="5" actId="14100"/>
          <ac:picMkLst>
            <pc:docMk/>
            <pc:sldMk cId="1373621274" sldId="2147468818"/>
            <ac:picMk id="4" creationId="{06EB22F9-3EF8-1EE1-619D-DDEE7A6B7B59}"/>
          </ac:picMkLst>
        </pc:picChg>
        <pc:picChg chg="del">
          <ac:chgData name="Yashwanth Karunakaran" userId="83fdda6f-724e-4671-a5e1-023abaa1de06" providerId="ADAL" clId="{C4B3CB35-7A40-40FB-875F-785C150139F1}" dt="2023-06-14T09:08:26.832" v="3" actId="478"/>
          <ac:picMkLst>
            <pc:docMk/>
            <pc:sldMk cId="1373621274" sldId="2147468818"/>
            <ac:picMk id="109" creationId="{A2D3E9A2-1AF1-3024-6A1D-86EDB273F9FA}"/>
          </ac:picMkLst>
        </pc:picChg>
        <pc:picChg chg="del">
          <ac:chgData name="Yashwanth Karunakaran" userId="83fdda6f-724e-4671-a5e1-023abaa1de06" providerId="ADAL" clId="{C4B3CB35-7A40-40FB-875F-785C150139F1}" dt="2023-06-14T09:08:26.832" v="3" actId="478"/>
          <ac:picMkLst>
            <pc:docMk/>
            <pc:sldMk cId="1373621274" sldId="2147468818"/>
            <ac:picMk id="110" creationId="{683DB817-37F4-C875-3FFC-775F8691456C}"/>
          </ac:picMkLst>
        </pc:picChg>
      </pc:sldChg>
      <pc:sldChg chg="addSp delSp modSp new del mod">
        <pc:chgData name="Yashwanth Karunakaran" userId="83fdda6f-724e-4671-a5e1-023abaa1de06" providerId="ADAL" clId="{C4B3CB35-7A40-40FB-875F-785C150139F1}" dt="2023-06-29T06:04:23.991" v="20" actId="47"/>
        <pc:sldMkLst>
          <pc:docMk/>
          <pc:sldMk cId="664932692" sldId="2147468820"/>
        </pc:sldMkLst>
        <pc:spChg chg="del">
          <ac:chgData name="Yashwanth Karunakaran" userId="83fdda6f-724e-4671-a5e1-023abaa1de06" providerId="ADAL" clId="{C4B3CB35-7A40-40FB-875F-785C150139F1}" dt="2023-06-14T09:13:40.316" v="12" actId="478"/>
          <ac:spMkLst>
            <pc:docMk/>
            <pc:sldMk cId="664932692" sldId="2147468820"/>
            <ac:spMk id="3" creationId="{5ED37EAD-DFC0-6A93-CE4A-54FD5111A32A}"/>
          </ac:spMkLst>
        </pc:spChg>
        <pc:spChg chg="del">
          <ac:chgData name="Yashwanth Karunakaran" userId="83fdda6f-724e-4671-a5e1-023abaa1de06" providerId="ADAL" clId="{C4B3CB35-7A40-40FB-875F-785C150139F1}" dt="2023-06-14T09:13:40.316" v="12" actId="478"/>
          <ac:spMkLst>
            <pc:docMk/>
            <pc:sldMk cId="664932692" sldId="2147468820"/>
            <ac:spMk id="4" creationId="{09AC5E2B-2F31-D21A-9C66-D906E639F0A0}"/>
          </ac:spMkLst>
        </pc:spChg>
        <pc:picChg chg="add mod">
          <ac:chgData name="Yashwanth Karunakaran" userId="83fdda6f-724e-4671-a5e1-023abaa1de06" providerId="ADAL" clId="{C4B3CB35-7A40-40FB-875F-785C150139F1}" dt="2023-06-14T09:13:09.567" v="9" actId="1076"/>
          <ac:picMkLst>
            <pc:docMk/>
            <pc:sldMk cId="664932692" sldId="2147468820"/>
            <ac:picMk id="6" creationId="{78EA3D0A-5F45-7055-F209-F46384F75CE3}"/>
          </ac:picMkLst>
        </pc:picChg>
        <pc:picChg chg="add mod">
          <ac:chgData name="Yashwanth Karunakaran" userId="83fdda6f-724e-4671-a5e1-023abaa1de06" providerId="ADAL" clId="{C4B3CB35-7A40-40FB-875F-785C150139F1}" dt="2023-06-14T09:13:25.898" v="11" actId="1076"/>
          <ac:picMkLst>
            <pc:docMk/>
            <pc:sldMk cId="664932692" sldId="2147468820"/>
            <ac:picMk id="7" creationId="{A7209B06-7C3A-964E-205A-54D84738CF63}"/>
          </ac:picMkLst>
        </pc:picChg>
      </pc:sldChg>
      <pc:sldChg chg="del">
        <pc:chgData name="Yashwanth Karunakaran" userId="83fdda6f-724e-4671-a5e1-023abaa1de06" providerId="ADAL" clId="{C4B3CB35-7A40-40FB-875F-785C150139F1}" dt="2023-06-29T06:04:07.387" v="17" actId="47"/>
        <pc:sldMkLst>
          <pc:docMk/>
          <pc:sldMk cId="3392043275" sldId="2147468821"/>
        </pc:sldMkLst>
      </pc:sldChg>
      <pc:sldChg chg="del">
        <pc:chgData name="Yashwanth Karunakaran" userId="83fdda6f-724e-4671-a5e1-023abaa1de06" providerId="ADAL" clId="{C4B3CB35-7A40-40FB-875F-785C150139F1}" dt="2023-06-29T06:04:08.668" v="18" actId="47"/>
        <pc:sldMkLst>
          <pc:docMk/>
          <pc:sldMk cId="2680030989" sldId="2147468822"/>
        </pc:sldMkLst>
      </pc:sldChg>
      <pc:sldChg chg="add">
        <pc:chgData name="Yashwanth Karunakaran" userId="83fdda6f-724e-4671-a5e1-023abaa1de06" providerId="ADAL" clId="{C4B3CB35-7A40-40FB-875F-785C150139F1}" dt="2023-06-29T06:03:45.869" v="13"/>
        <pc:sldMkLst>
          <pc:docMk/>
          <pc:sldMk cId="4040908096" sldId="2147468826"/>
        </pc:sldMkLst>
      </pc:sldChg>
      <pc:sldChg chg="add">
        <pc:chgData name="Yashwanth Karunakaran" userId="83fdda6f-724e-4671-a5e1-023abaa1de06" providerId="ADAL" clId="{C4B3CB35-7A40-40FB-875F-785C150139F1}" dt="2023-06-29T06:03:45.869" v="13"/>
        <pc:sldMkLst>
          <pc:docMk/>
          <pc:sldMk cId="2538035650" sldId="2147468827"/>
        </pc:sldMkLst>
      </pc:sldChg>
      <pc:sldChg chg="add">
        <pc:chgData name="Yashwanth Karunakaran" userId="83fdda6f-724e-4671-a5e1-023abaa1de06" providerId="ADAL" clId="{C4B3CB35-7A40-40FB-875F-785C150139F1}" dt="2023-06-29T06:03:45.869" v="13"/>
        <pc:sldMkLst>
          <pc:docMk/>
          <pc:sldMk cId="273570767" sldId="2147468828"/>
        </pc:sldMkLst>
      </pc:sldChg>
      <pc:sldChg chg="add">
        <pc:chgData name="Yashwanth Karunakaran" userId="83fdda6f-724e-4671-a5e1-023abaa1de06" providerId="ADAL" clId="{C4B3CB35-7A40-40FB-875F-785C150139F1}" dt="2023-06-29T06:03:45.869" v="13"/>
        <pc:sldMkLst>
          <pc:docMk/>
          <pc:sldMk cId="2511544889" sldId="2147468829"/>
        </pc:sldMkLst>
      </pc:sldChg>
      <pc:sldMasterChg chg="delSldLayout">
        <pc:chgData name="Yashwanth Karunakaran" userId="83fdda6f-724e-4671-a5e1-023abaa1de06" providerId="ADAL" clId="{C4B3CB35-7A40-40FB-875F-785C150139F1}" dt="2023-06-29T06:05:14.077" v="22" actId="47"/>
        <pc:sldMasterMkLst>
          <pc:docMk/>
          <pc:sldMasterMk cId="3000288554" sldId="2147483648"/>
        </pc:sldMasterMkLst>
        <pc:sldLayoutChg chg="del">
          <pc:chgData name="Yashwanth Karunakaran" userId="83fdda6f-724e-4671-a5e1-023abaa1de06" providerId="ADAL" clId="{C4B3CB35-7A40-40FB-875F-785C150139F1}" dt="2023-06-29T06:05:14.077" v="22" actId="47"/>
          <pc:sldLayoutMkLst>
            <pc:docMk/>
            <pc:sldMasterMk cId="3000288554" sldId="2147483648"/>
            <pc:sldLayoutMk cId="2372419159" sldId="2147483671"/>
          </pc:sldLayoutMkLst>
        </pc:sldLayoutChg>
      </pc:sldMasterChg>
    </pc:docChg>
  </pc:docChgLst>
  <pc:docChgLst>
    <pc:chgData name="Yashwanth Karunakaran" userId="83fdda6f-724e-4671-a5e1-023abaa1de06" providerId="ADAL" clId="{CEDF4E72-EAFE-4440-B6F1-D2736A3D5A45}"/>
    <pc:docChg chg="modSld">
      <pc:chgData name="Yashwanth Karunakaran" userId="83fdda6f-724e-4671-a5e1-023abaa1de06" providerId="ADAL" clId="{CEDF4E72-EAFE-4440-B6F1-D2736A3D5A45}" dt="2023-08-02T08:50:08.765" v="9" actId="1076"/>
      <pc:docMkLst>
        <pc:docMk/>
      </pc:docMkLst>
      <pc:sldChg chg="modSp mod">
        <pc:chgData name="Yashwanth Karunakaran" userId="83fdda6f-724e-4671-a5e1-023abaa1de06" providerId="ADAL" clId="{CEDF4E72-EAFE-4440-B6F1-D2736A3D5A45}" dt="2023-08-02T08:50:08.765" v="9" actId="1076"/>
        <pc:sldMkLst>
          <pc:docMk/>
          <pc:sldMk cId="2538035650" sldId="2147468827"/>
        </pc:sldMkLst>
        <pc:spChg chg="mod">
          <ac:chgData name="Yashwanth Karunakaran" userId="83fdda6f-724e-4671-a5e1-023abaa1de06" providerId="ADAL" clId="{CEDF4E72-EAFE-4440-B6F1-D2736A3D5A45}" dt="2023-08-02T08:50:03.220" v="8" actId="1076"/>
          <ac:spMkLst>
            <pc:docMk/>
            <pc:sldMk cId="2538035650" sldId="2147468827"/>
            <ac:spMk id="6" creationId="{555256AC-F360-447C-AFCA-0020029A8A32}"/>
          </ac:spMkLst>
        </pc:spChg>
        <pc:spChg chg="mod">
          <ac:chgData name="Yashwanth Karunakaran" userId="83fdda6f-724e-4671-a5e1-023abaa1de06" providerId="ADAL" clId="{CEDF4E72-EAFE-4440-B6F1-D2736A3D5A45}" dt="2023-08-02T08:50:03.220" v="8" actId="1076"/>
          <ac:spMkLst>
            <pc:docMk/>
            <pc:sldMk cId="2538035650" sldId="2147468827"/>
            <ac:spMk id="7" creationId="{6ECA925E-525C-4A8F-B165-67E5D99D8ACD}"/>
          </ac:spMkLst>
        </pc:spChg>
        <pc:spChg chg="mod">
          <ac:chgData name="Yashwanth Karunakaran" userId="83fdda6f-724e-4671-a5e1-023abaa1de06" providerId="ADAL" clId="{CEDF4E72-EAFE-4440-B6F1-D2736A3D5A45}" dt="2023-08-02T08:50:03.220" v="8" actId="1076"/>
          <ac:spMkLst>
            <pc:docMk/>
            <pc:sldMk cId="2538035650" sldId="2147468827"/>
            <ac:spMk id="81" creationId="{019018FB-CB18-4E72-A381-25E34FFCAAB8}"/>
          </ac:spMkLst>
        </pc:spChg>
        <pc:spChg chg="mod">
          <ac:chgData name="Yashwanth Karunakaran" userId="83fdda6f-724e-4671-a5e1-023abaa1de06" providerId="ADAL" clId="{CEDF4E72-EAFE-4440-B6F1-D2736A3D5A45}" dt="2023-08-02T08:50:03.220" v="8" actId="1076"/>
          <ac:spMkLst>
            <pc:docMk/>
            <pc:sldMk cId="2538035650" sldId="2147468827"/>
            <ac:spMk id="87" creationId="{10CC41CB-DE2E-44A0-ACC2-18D0451EE5A5}"/>
          </ac:spMkLst>
        </pc:spChg>
        <pc:spChg chg="mod">
          <ac:chgData name="Yashwanth Karunakaran" userId="83fdda6f-724e-4671-a5e1-023abaa1de06" providerId="ADAL" clId="{CEDF4E72-EAFE-4440-B6F1-D2736A3D5A45}" dt="2023-08-02T08:50:03.220" v="8" actId="1076"/>
          <ac:spMkLst>
            <pc:docMk/>
            <pc:sldMk cId="2538035650" sldId="2147468827"/>
            <ac:spMk id="90" creationId="{2F0E0E9D-EC20-4148-AFED-325E2BFAC820}"/>
          </ac:spMkLst>
        </pc:spChg>
        <pc:spChg chg="mod">
          <ac:chgData name="Yashwanth Karunakaran" userId="83fdda6f-724e-4671-a5e1-023abaa1de06" providerId="ADAL" clId="{CEDF4E72-EAFE-4440-B6F1-D2736A3D5A45}" dt="2023-08-02T08:50:03.220" v="8" actId="1076"/>
          <ac:spMkLst>
            <pc:docMk/>
            <pc:sldMk cId="2538035650" sldId="2147468827"/>
            <ac:spMk id="91" creationId="{BEBB6213-6D36-4F54-B8B9-AE80E8FD1FD7}"/>
          </ac:spMkLst>
        </pc:spChg>
        <pc:spChg chg="mod">
          <ac:chgData name="Yashwanth Karunakaran" userId="83fdda6f-724e-4671-a5e1-023abaa1de06" providerId="ADAL" clId="{CEDF4E72-EAFE-4440-B6F1-D2736A3D5A45}" dt="2023-08-02T08:50:03.220" v="8" actId="1076"/>
          <ac:spMkLst>
            <pc:docMk/>
            <pc:sldMk cId="2538035650" sldId="2147468827"/>
            <ac:spMk id="93" creationId="{97261C76-CB40-42E0-947A-FC14D2D3EE3C}"/>
          </ac:spMkLst>
        </pc:spChg>
        <pc:spChg chg="mod">
          <ac:chgData name="Yashwanth Karunakaran" userId="83fdda6f-724e-4671-a5e1-023abaa1de06" providerId="ADAL" clId="{CEDF4E72-EAFE-4440-B6F1-D2736A3D5A45}" dt="2023-08-02T08:50:03.220" v="8" actId="1076"/>
          <ac:spMkLst>
            <pc:docMk/>
            <pc:sldMk cId="2538035650" sldId="2147468827"/>
            <ac:spMk id="95" creationId="{A049D719-698E-4678-B63B-BA5EA9008BA0}"/>
          </ac:spMkLst>
        </pc:spChg>
        <pc:spChg chg="mod">
          <ac:chgData name="Yashwanth Karunakaran" userId="83fdda6f-724e-4671-a5e1-023abaa1de06" providerId="ADAL" clId="{CEDF4E72-EAFE-4440-B6F1-D2736A3D5A45}" dt="2023-08-02T08:50:03.220" v="8" actId="1076"/>
          <ac:spMkLst>
            <pc:docMk/>
            <pc:sldMk cId="2538035650" sldId="2147468827"/>
            <ac:spMk id="98" creationId="{12E78425-E795-4651-AFB8-559EAD1143CF}"/>
          </ac:spMkLst>
        </pc:spChg>
        <pc:spChg chg="mod">
          <ac:chgData name="Yashwanth Karunakaran" userId="83fdda6f-724e-4671-a5e1-023abaa1de06" providerId="ADAL" clId="{CEDF4E72-EAFE-4440-B6F1-D2736A3D5A45}" dt="2023-08-02T08:50:03.220" v="8" actId="1076"/>
          <ac:spMkLst>
            <pc:docMk/>
            <pc:sldMk cId="2538035650" sldId="2147468827"/>
            <ac:spMk id="99" creationId="{F1F6FE4A-1E93-49B9-9E62-F8575051E9D8}"/>
          </ac:spMkLst>
        </pc:spChg>
        <pc:grpChg chg="mod">
          <ac:chgData name="Yashwanth Karunakaran" userId="83fdda6f-724e-4671-a5e1-023abaa1de06" providerId="ADAL" clId="{CEDF4E72-EAFE-4440-B6F1-D2736A3D5A45}" dt="2023-08-02T08:50:03.220" v="8" actId="1076"/>
          <ac:grpSpMkLst>
            <pc:docMk/>
            <pc:sldMk cId="2538035650" sldId="2147468827"/>
            <ac:grpSpMk id="41" creationId="{F6BEB5E4-CD20-029B-2960-8B8E90EC0AD5}"/>
          </ac:grpSpMkLst>
        </pc:grpChg>
        <pc:picChg chg="mod">
          <ac:chgData name="Yashwanth Karunakaran" userId="83fdda6f-724e-4671-a5e1-023abaa1de06" providerId="ADAL" clId="{CEDF4E72-EAFE-4440-B6F1-D2736A3D5A45}" dt="2023-08-02T08:50:08.765" v="9" actId="1076"/>
          <ac:picMkLst>
            <pc:docMk/>
            <pc:sldMk cId="2538035650" sldId="2147468827"/>
            <ac:picMk id="15" creationId="{F3901FE8-9691-B906-4FFC-CF464A41E5A8}"/>
          </ac:picMkLst>
        </pc:picChg>
        <pc:picChg chg="mod">
          <ac:chgData name="Yashwanth Karunakaran" userId="83fdda6f-724e-4671-a5e1-023abaa1de06" providerId="ADAL" clId="{CEDF4E72-EAFE-4440-B6F1-D2736A3D5A45}" dt="2023-08-02T08:50:03.220" v="8" actId="1076"/>
          <ac:picMkLst>
            <pc:docMk/>
            <pc:sldMk cId="2538035650" sldId="2147468827"/>
            <ac:picMk id="49" creationId="{22D8B79A-84AF-9893-6826-81170DF6780E}"/>
          </ac:picMkLst>
        </pc:picChg>
        <pc:picChg chg="mod">
          <ac:chgData name="Yashwanth Karunakaran" userId="83fdda6f-724e-4671-a5e1-023abaa1de06" providerId="ADAL" clId="{CEDF4E72-EAFE-4440-B6F1-D2736A3D5A45}" dt="2023-08-02T08:50:00.438" v="6" actId="1076"/>
          <ac:picMkLst>
            <pc:docMk/>
            <pc:sldMk cId="2538035650" sldId="2147468827"/>
            <ac:picMk id="114" creationId="{87B3D141-1B14-4473-9E5F-3A297B590400}"/>
          </ac:picMkLst>
        </pc:picChg>
        <pc:picChg chg="mod">
          <ac:chgData name="Yashwanth Karunakaran" userId="83fdda6f-724e-4671-a5e1-023abaa1de06" providerId="ADAL" clId="{CEDF4E72-EAFE-4440-B6F1-D2736A3D5A45}" dt="2023-08-02T08:50:03.220" v="8" actId="1076"/>
          <ac:picMkLst>
            <pc:docMk/>
            <pc:sldMk cId="2538035650" sldId="2147468827"/>
            <ac:picMk id="133" creationId="{00000000-0000-0000-0000-000000000000}"/>
          </ac:picMkLst>
        </pc:picChg>
        <pc:picChg chg="mod">
          <ac:chgData name="Yashwanth Karunakaran" userId="83fdda6f-724e-4671-a5e1-023abaa1de06" providerId="ADAL" clId="{CEDF4E72-EAFE-4440-B6F1-D2736A3D5A45}" dt="2023-08-02T08:50:03.220" v="8" actId="1076"/>
          <ac:picMkLst>
            <pc:docMk/>
            <pc:sldMk cId="2538035650" sldId="2147468827"/>
            <ac:picMk id="135" creationId="{00000000-0000-0000-0000-000000000000}"/>
          </ac:picMkLst>
        </pc:picChg>
        <pc:picChg chg="mod">
          <ac:chgData name="Yashwanth Karunakaran" userId="83fdda6f-724e-4671-a5e1-023abaa1de06" providerId="ADAL" clId="{CEDF4E72-EAFE-4440-B6F1-D2736A3D5A45}" dt="2023-08-02T08:50:03.220" v="8" actId="1076"/>
          <ac:picMkLst>
            <pc:docMk/>
            <pc:sldMk cId="2538035650" sldId="2147468827"/>
            <ac:picMk id="1030" creationId="{FFE29BF7-9895-7AD6-C47D-E3654EF14769}"/>
          </ac:picMkLst>
        </pc:picChg>
        <pc:picChg chg="mod">
          <ac:chgData name="Yashwanth Karunakaran" userId="83fdda6f-724e-4671-a5e1-023abaa1de06" providerId="ADAL" clId="{CEDF4E72-EAFE-4440-B6F1-D2736A3D5A45}" dt="2023-08-02T08:50:03.220" v="8" actId="1076"/>
          <ac:picMkLst>
            <pc:docMk/>
            <pc:sldMk cId="2538035650" sldId="2147468827"/>
            <ac:picMk id="1032" creationId="{944103A6-4A57-6A44-0F4E-2C7C16A59AC3}"/>
          </ac:picMkLst>
        </pc:picChg>
        <pc:picChg chg="mod">
          <ac:chgData name="Yashwanth Karunakaran" userId="83fdda6f-724e-4671-a5e1-023abaa1de06" providerId="ADAL" clId="{CEDF4E72-EAFE-4440-B6F1-D2736A3D5A45}" dt="2023-08-02T08:50:03.220" v="8" actId="1076"/>
          <ac:picMkLst>
            <pc:docMk/>
            <pc:sldMk cId="2538035650" sldId="2147468827"/>
            <ac:picMk id="11266" creationId="{0F5BB3DE-F981-4719-B203-D4A704D9D921}"/>
          </ac:picMkLst>
        </pc:picChg>
      </pc:sldChg>
    </pc:docChg>
  </pc:docChgLst>
  <pc:docChgLst>
    <pc:chgData name="Srikanth Kureti" userId="f9662f0c-bb6b-4655-aafd-1604d0978015" providerId="ADAL" clId="{CC6DFAF5-DB6F-48C8-983F-66F89E1CB410}"/>
    <pc:docChg chg="undo custSel addSld delSld modSld">
      <pc:chgData name="Srikanth Kureti" userId="f9662f0c-bb6b-4655-aafd-1604d0978015" providerId="ADAL" clId="{CC6DFAF5-DB6F-48C8-983F-66F89E1CB410}" dt="2023-08-01T06:06:59.194" v="704" actId="1076"/>
      <pc:docMkLst>
        <pc:docMk/>
      </pc:docMkLst>
      <pc:sldChg chg="modSp mod">
        <pc:chgData name="Srikanth Kureti" userId="f9662f0c-bb6b-4655-aafd-1604d0978015" providerId="ADAL" clId="{CC6DFAF5-DB6F-48C8-983F-66F89E1CB410}" dt="2023-08-01T06:02:45.502" v="630" actId="207"/>
        <pc:sldMkLst>
          <pc:docMk/>
          <pc:sldMk cId="2953881820" sldId="516"/>
        </pc:sldMkLst>
        <pc:spChg chg="mod">
          <ac:chgData name="Srikanth Kureti" userId="f9662f0c-bb6b-4655-aafd-1604d0978015" providerId="ADAL" clId="{CC6DFAF5-DB6F-48C8-983F-66F89E1CB410}" dt="2023-08-01T06:02:45.502" v="630" actId="207"/>
          <ac:spMkLst>
            <pc:docMk/>
            <pc:sldMk cId="2953881820" sldId="516"/>
            <ac:spMk id="52" creationId="{00000000-0000-0000-0000-000000000000}"/>
          </ac:spMkLst>
        </pc:spChg>
      </pc:sldChg>
      <pc:sldChg chg="modSp mod">
        <pc:chgData name="Srikanth Kureti" userId="f9662f0c-bb6b-4655-aafd-1604d0978015" providerId="ADAL" clId="{CC6DFAF5-DB6F-48C8-983F-66F89E1CB410}" dt="2023-08-01T06:03:23.357" v="667" actId="20577"/>
        <pc:sldMkLst>
          <pc:docMk/>
          <pc:sldMk cId="2435787611" sldId="640"/>
        </pc:sldMkLst>
        <pc:spChg chg="mod">
          <ac:chgData name="Srikanth Kureti" userId="f9662f0c-bb6b-4655-aafd-1604d0978015" providerId="ADAL" clId="{CC6DFAF5-DB6F-48C8-983F-66F89E1CB410}" dt="2023-08-01T06:03:23.357" v="667" actId="20577"/>
          <ac:spMkLst>
            <pc:docMk/>
            <pc:sldMk cId="2435787611" sldId="640"/>
            <ac:spMk id="24" creationId="{ACEE4E04-2B03-461A-B533-8D130FFD0D14}"/>
          </ac:spMkLst>
        </pc:spChg>
      </pc:sldChg>
      <pc:sldChg chg="modSp mod">
        <pc:chgData name="Srikanth Kureti" userId="f9662f0c-bb6b-4655-aafd-1604d0978015" providerId="ADAL" clId="{CC6DFAF5-DB6F-48C8-983F-66F89E1CB410}" dt="2023-06-28T14:13:39.537" v="627" actId="404"/>
        <pc:sldMkLst>
          <pc:docMk/>
          <pc:sldMk cId="1190080244" sldId="664"/>
        </pc:sldMkLst>
        <pc:spChg chg="mod">
          <ac:chgData name="Srikanth Kureti" userId="f9662f0c-bb6b-4655-aafd-1604d0978015" providerId="ADAL" clId="{CC6DFAF5-DB6F-48C8-983F-66F89E1CB410}" dt="2023-06-28T14:13:16.797" v="620" actId="1076"/>
          <ac:spMkLst>
            <pc:docMk/>
            <pc:sldMk cId="1190080244" sldId="664"/>
            <ac:spMk id="16" creationId="{E0D3F331-D783-4D88-B181-6B14634F0049}"/>
          </ac:spMkLst>
        </pc:spChg>
        <pc:spChg chg="mod">
          <ac:chgData name="Srikanth Kureti" userId="f9662f0c-bb6b-4655-aafd-1604d0978015" providerId="ADAL" clId="{CC6DFAF5-DB6F-48C8-983F-66F89E1CB410}" dt="2023-06-28T14:12:58.248" v="612" actId="1076"/>
          <ac:spMkLst>
            <pc:docMk/>
            <pc:sldMk cId="1190080244" sldId="664"/>
            <ac:spMk id="18" creationId="{391C2692-5C5F-4B74-A4F0-8E957F8A78C2}"/>
          </ac:spMkLst>
        </pc:spChg>
        <pc:spChg chg="mod">
          <ac:chgData name="Srikanth Kureti" userId="f9662f0c-bb6b-4655-aafd-1604d0978015" providerId="ADAL" clId="{CC6DFAF5-DB6F-48C8-983F-66F89E1CB410}" dt="2023-06-28T14:13:39.537" v="627" actId="404"/>
          <ac:spMkLst>
            <pc:docMk/>
            <pc:sldMk cId="1190080244" sldId="664"/>
            <ac:spMk id="34" creationId="{1E36C9CE-441E-4532-9328-37EFBFFE55BF}"/>
          </ac:spMkLst>
        </pc:spChg>
        <pc:spChg chg="mod">
          <ac:chgData name="Srikanth Kureti" userId="f9662f0c-bb6b-4655-aafd-1604d0978015" providerId="ADAL" clId="{CC6DFAF5-DB6F-48C8-983F-66F89E1CB410}" dt="2023-06-28T14:13:26.496" v="623" actId="403"/>
          <ac:spMkLst>
            <pc:docMk/>
            <pc:sldMk cId="1190080244" sldId="664"/>
            <ac:spMk id="46" creationId="{CC40CFAE-D5F6-4F59-BB3A-2B900A3BA699}"/>
          </ac:spMkLst>
        </pc:spChg>
      </pc:sldChg>
      <pc:sldChg chg="modSp mod">
        <pc:chgData name="Srikanth Kureti" userId="f9662f0c-bb6b-4655-aafd-1604d0978015" providerId="ADAL" clId="{CC6DFAF5-DB6F-48C8-983F-66F89E1CB410}" dt="2023-06-13T12:51:00.372" v="172" actId="20577"/>
        <pc:sldMkLst>
          <pc:docMk/>
          <pc:sldMk cId="379464825" sldId="666"/>
        </pc:sldMkLst>
        <pc:spChg chg="mod">
          <ac:chgData name="Srikanth Kureti" userId="f9662f0c-bb6b-4655-aafd-1604d0978015" providerId="ADAL" clId="{CC6DFAF5-DB6F-48C8-983F-66F89E1CB410}" dt="2023-06-13T12:51:00.372" v="172" actId="20577"/>
          <ac:spMkLst>
            <pc:docMk/>
            <pc:sldMk cId="379464825" sldId="666"/>
            <ac:spMk id="2" creationId="{F5E7FBF0-A5AF-41DC-9F2B-54FA4C3A0947}"/>
          </ac:spMkLst>
        </pc:spChg>
      </pc:sldChg>
      <pc:sldChg chg="modSp del mod">
        <pc:chgData name="Srikanth Kureti" userId="f9662f0c-bb6b-4655-aafd-1604d0978015" providerId="ADAL" clId="{CC6DFAF5-DB6F-48C8-983F-66F89E1CB410}" dt="2023-06-21T05:41:52.283" v="371" actId="47"/>
        <pc:sldMkLst>
          <pc:docMk/>
          <pc:sldMk cId="3318890469" sldId="4175"/>
        </pc:sldMkLst>
        <pc:spChg chg="mod">
          <ac:chgData name="Srikanth Kureti" userId="f9662f0c-bb6b-4655-aafd-1604d0978015" providerId="ADAL" clId="{CC6DFAF5-DB6F-48C8-983F-66F89E1CB410}" dt="2023-06-13T12:46:28.926" v="155" actId="1076"/>
          <ac:spMkLst>
            <pc:docMk/>
            <pc:sldMk cId="3318890469" sldId="4175"/>
            <ac:spMk id="108" creationId="{CAFE0327-DE52-427A-A2BA-5A8EC29E051F}"/>
          </ac:spMkLst>
        </pc:spChg>
        <pc:spChg chg="mod">
          <ac:chgData name="Srikanth Kureti" userId="f9662f0c-bb6b-4655-aafd-1604d0978015" providerId="ADAL" clId="{CC6DFAF5-DB6F-48C8-983F-66F89E1CB410}" dt="2023-06-13T12:46:21.663" v="154" actId="14100"/>
          <ac:spMkLst>
            <pc:docMk/>
            <pc:sldMk cId="3318890469" sldId="4175"/>
            <ac:spMk id="120" creationId="{28072BEC-DD9E-4072-A8A3-04E46855B35C}"/>
          </ac:spMkLst>
        </pc:spChg>
        <pc:cxnChg chg="mod">
          <ac:chgData name="Srikanth Kureti" userId="f9662f0c-bb6b-4655-aafd-1604d0978015" providerId="ADAL" clId="{CC6DFAF5-DB6F-48C8-983F-66F89E1CB410}" dt="2023-06-13T12:46:21.663" v="154" actId="14100"/>
          <ac:cxnSpMkLst>
            <pc:docMk/>
            <pc:sldMk cId="3318890469" sldId="4175"/>
            <ac:cxnSpMk id="121" creationId="{CCD5E343-9E9C-4A70-965F-5F7C5C5892A6}"/>
          </ac:cxnSpMkLst>
        </pc:cxnChg>
      </pc:sldChg>
      <pc:sldChg chg="addSp modSp add mod">
        <pc:chgData name="Srikanth Kureti" userId="f9662f0c-bb6b-4655-aafd-1604d0978015" providerId="ADAL" clId="{CC6DFAF5-DB6F-48C8-983F-66F89E1CB410}" dt="2023-08-01T06:06:59.194" v="704" actId="1076"/>
        <pc:sldMkLst>
          <pc:docMk/>
          <pc:sldMk cId="4123248240" sldId="4203"/>
        </pc:sldMkLst>
        <pc:spChg chg="mod">
          <ac:chgData name="Srikanth Kureti" userId="f9662f0c-bb6b-4655-aafd-1604d0978015" providerId="ADAL" clId="{CC6DFAF5-DB6F-48C8-983F-66F89E1CB410}" dt="2023-08-01T06:06:39.670" v="697" actId="1036"/>
          <ac:spMkLst>
            <pc:docMk/>
            <pc:sldMk cId="4123248240" sldId="4203"/>
            <ac:spMk id="3" creationId="{69FE57B9-9D0F-4F17-9C38-432AC2864FEA}"/>
          </ac:spMkLst>
        </pc:spChg>
        <pc:spChg chg="mod">
          <ac:chgData name="Srikanth Kureti" userId="f9662f0c-bb6b-4655-aafd-1604d0978015" providerId="ADAL" clId="{CC6DFAF5-DB6F-48C8-983F-66F89E1CB410}" dt="2023-08-01T06:06:33.006" v="692" actId="20577"/>
          <ac:spMkLst>
            <pc:docMk/>
            <pc:sldMk cId="4123248240" sldId="4203"/>
            <ac:spMk id="5" creationId="{00000000-0000-0000-0000-000000000000}"/>
          </ac:spMkLst>
        </pc:spChg>
        <pc:spChg chg="add mod ord">
          <ac:chgData name="Srikanth Kureti" userId="f9662f0c-bb6b-4655-aafd-1604d0978015" providerId="ADAL" clId="{CC6DFAF5-DB6F-48C8-983F-66F89E1CB410}" dt="2023-08-01T06:06:04.858" v="684" actId="167"/>
          <ac:spMkLst>
            <pc:docMk/>
            <pc:sldMk cId="4123248240" sldId="4203"/>
            <ac:spMk id="10" creationId="{471EBD4F-DE7F-355A-B8E7-20DD43488A1D}"/>
          </ac:spMkLst>
        </pc:spChg>
        <pc:spChg chg="mod">
          <ac:chgData name="Srikanth Kureti" userId="f9662f0c-bb6b-4655-aafd-1604d0978015" providerId="ADAL" clId="{CC6DFAF5-DB6F-48C8-983F-66F89E1CB410}" dt="2023-08-01T06:06:53.987" v="702" actId="1076"/>
          <ac:spMkLst>
            <pc:docMk/>
            <pc:sldMk cId="4123248240" sldId="4203"/>
            <ac:spMk id="28" creationId="{7D5C4C19-7CAA-4FC4-9632-E27B03731CFB}"/>
          </ac:spMkLst>
        </pc:spChg>
        <pc:spChg chg="mod">
          <ac:chgData name="Srikanth Kureti" userId="f9662f0c-bb6b-4655-aafd-1604d0978015" providerId="ADAL" clId="{CC6DFAF5-DB6F-48C8-983F-66F89E1CB410}" dt="2023-08-01T06:05:02.979" v="673" actId="1076"/>
          <ac:spMkLst>
            <pc:docMk/>
            <pc:sldMk cId="4123248240" sldId="4203"/>
            <ac:spMk id="29" creationId="{27F15AC3-F9A8-45BA-AA1C-2436538027DE}"/>
          </ac:spMkLst>
        </pc:spChg>
        <pc:spChg chg="mod">
          <ac:chgData name="Srikanth Kureti" userId="f9662f0c-bb6b-4655-aafd-1604d0978015" providerId="ADAL" clId="{CC6DFAF5-DB6F-48C8-983F-66F89E1CB410}" dt="2023-08-01T06:06:47.959" v="701" actId="1036"/>
          <ac:spMkLst>
            <pc:docMk/>
            <pc:sldMk cId="4123248240" sldId="4203"/>
            <ac:spMk id="39" creationId="{1F35AB52-282D-474D-9C78-FD94CEE78B4A}"/>
          </ac:spMkLst>
        </pc:spChg>
        <pc:spChg chg="mod">
          <ac:chgData name="Srikanth Kureti" userId="f9662f0c-bb6b-4655-aafd-1604d0978015" providerId="ADAL" clId="{CC6DFAF5-DB6F-48C8-983F-66F89E1CB410}" dt="2023-08-01T06:06:56.092" v="703" actId="1076"/>
          <ac:spMkLst>
            <pc:docMk/>
            <pc:sldMk cId="4123248240" sldId="4203"/>
            <ac:spMk id="40" creationId="{7D5C4C19-7CAA-4FC4-9632-E27B03731CFB}"/>
          </ac:spMkLst>
        </pc:spChg>
        <pc:spChg chg="mod">
          <ac:chgData name="Srikanth Kureti" userId="f9662f0c-bb6b-4655-aafd-1604d0978015" providerId="ADAL" clId="{CC6DFAF5-DB6F-48C8-983F-66F89E1CB410}" dt="2023-08-01T06:06:47.959" v="701" actId="1036"/>
          <ac:spMkLst>
            <pc:docMk/>
            <pc:sldMk cId="4123248240" sldId="4203"/>
            <ac:spMk id="45" creationId="{48F57628-B5CF-4117-AE92-AF084C061306}"/>
          </ac:spMkLst>
        </pc:spChg>
        <pc:spChg chg="mod">
          <ac:chgData name="Srikanth Kureti" userId="f9662f0c-bb6b-4655-aafd-1604d0978015" providerId="ADAL" clId="{CC6DFAF5-DB6F-48C8-983F-66F89E1CB410}" dt="2023-08-01T06:06:59.194" v="704" actId="1076"/>
          <ac:spMkLst>
            <pc:docMk/>
            <pc:sldMk cId="4123248240" sldId="4203"/>
            <ac:spMk id="46" creationId="{D44B94C8-7E00-4525-B157-35DD34CCFF63}"/>
          </ac:spMkLst>
        </pc:spChg>
        <pc:spChg chg="mod">
          <ac:chgData name="Srikanth Kureti" userId="f9662f0c-bb6b-4655-aafd-1604d0978015" providerId="ADAL" clId="{CC6DFAF5-DB6F-48C8-983F-66F89E1CB410}" dt="2023-08-01T06:05:43.299" v="679" actId="1076"/>
          <ac:spMkLst>
            <pc:docMk/>
            <pc:sldMk cId="4123248240" sldId="4203"/>
            <ac:spMk id="60" creationId="{13DC6B9E-83B6-4044-A624-8D278FC08FB2}"/>
          </ac:spMkLst>
        </pc:spChg>
        <pc:picChg chg="mod">
          <ac:chgData name="Srikanth Kureti" userId="f9662f0c-bb6b-4655-aafd-1604d0978015" providerId="ADAL" clId="{CC6DFAF5-DB6F-48C8-983F-66F89E1CB410}" dt="2023-08-01T06:05:33.322" v="677" actId="1076"/>
          <ac:picMkLst>
            <pc:docMk/>
            <pc:sldMk cId="4123248240" sldId="4203"/>
            <ac:picMk id="8" creationId="{2FC62E25-AD1B-4A1B-AF6E-6CFB17045F11}"/>
          </ac:picMkLst>
        </pc:picChg>
        <pc:picChg chg="mod">
          <ac:chgData name="Srikanth Kureti" userId="f9662f0c-bb6b-4655-aafd-1604d0978015" providerId="ADAL" clId="{CC6DFAF5-DB6F-48C8-983F-66F89E1CB410}" dt="2023-08-01T06:05:28.650" v="675" actId="1076"/>
          <ac:picMkLst>
            <pc:docMk/>
            <pc:sldMk cId="4123248240" sldId="4203"/>
            <ac:picMk id="9" creationId="{BAC7CA49-5A40-4138-A90D-1BED88480E0B}"/>
          </ac:picMkLst>
        </pc:picChg>
        <pc:picChg chg="mod">
          <ac:chgData name="Srikanth Kureti" userId="f9662f0c-bb6b-4655-aafd-1604d0978015" providerId="ADAL" clId="{CC6DFAF5-DB6F-48C8-983F-66F89E1CB410}" dt="2023-08-01T06:05:31.396" v="676" actId="1076"/>
          <ac:picMkLst>
            <pc:docMk/>
            <pc:sldMk cId="4123248240" sldId="4203"/>
            <ac:picMk id="4098" creationId="{00000000-0000-0000-0000-000000000000}"/>
          </ac:picMkLst>
        </pc:picChg>
      </pc:sldChg>
      <pc:sldChg chg="modSp mod">
        <pc:chgData name="Srikanth Kureti" userId="f9662f0c-bb6b-4655-aafd-1604d0978015" providerId="ADAL" clId="{CC6DFAF5-DB6F-48C8-983F-66F89E1CB410}" dt="2023-06-13T12:50:23.869" v="171" actId="20577"/>
        <pc:sldMkLst>
          <pc:docMk/>
          <pc:sldMk cId="1476328933" sldId="2147468684"/>
        </pc:sldMkLst>
        <pc:spChg chg="mod">
          <ac:chgData name="Srikanth Kureti" userId="f9662f0c-bb6b-4655-aafd-1604d0978015" providerId="ADAL" clId="{CC6DFAF5-DB6F-48C8-983F-66F89E1CB410}" dt="2023-06-13T12:50:23.869" v="171" actId="20577"/>
          <ac:spMkLst>
            <pc:docMk/>
            <pc:sldMk cId="1476328933" sldId="2147468684"/>
            <ac:spMk id="2" creationId="{4AD15A62-7600-A6BD-BE6F-A4DACB6E886D}"/>
          </ac:spMkLst>
        </pc:spChg>
      </pc:sldChg>
      <pc:sldChg chg="addSp delSp modSp mod">
        <pc:chgData name="Srikanth Kureti" userId="f9662f0c-bb6b-4655-aafd-1604d0978015" providerId="ADAL" clId="{CC6DFAF5-DB6F-48C8-983F-66F89E1CB410}" dt="2023-06-13T12:26:50.628" v="150" actId="12788"/>
        <pc:sldMkLst>
          <pc:docMk/>
          <pc:sldMk cId="2623462466" sldId="2147468809"/>
        </pc:sldMkLst>
        <pc:spChg chg="mod">
          <ac:chgData name="Srikanth Kureti" userId="f9662f0c-bb6b-4655-aafd-1604d0978015" providerId="ADAL" clId="{CC6DFAF5-DB6F-48C8-983F-66F89E1CB410}" dt="2023-06-13T12:25:24.755" v="105" actId="1037"/>
          <ac:spMkLst>
            <pc:docMk/>
            <pc:sldMk cId="2623462466" sldId="2147468809"/>
            <ac:spMk id="3" creationId="{1B8E0FAC-8AB4-4A1B-114E-704FB50B8A99}"/>
          </ac:spMkLst>
        </pc:spChg>
        <pc:spChg chg="del">
          <ac:chgData name="Srikanth Kureti" userId="f9662f0c-bb6b-4655-aafd-1604d0978015" providerId="ADAL" clId="{CC6DFAF5-DB6F-48C8-983F-66F89E1CB410}" dt="2023-06-13T12:23:45.086" v="54" actId="478"/>
          <ac:spMkLst>
            <pc:docMk/>
            <pc:sldMk cId="2623462466" sldId="2147468809"/>
            <ac:spMk id="4" creationId="{F566B59C-CF31-93A4-E241-72544B001B30}"/>
          </ac:spMkLst>
        </pc:spChg>
        <pc:spChg chg="del">
          <ac:chgData name="Srikanth Kureti" userId="f9662f0c-bb6b-4655-aafd-1604d0978015" providerId="ADAL" clId="{CC6DFAF5-DB6F-48C8-983F-66F89E1CB410}" dt="2023-06-13T12:23:46.686" v="55" actId="478"/>
          <ac:spMkLst>
            <pc:docMk/>
            <pc:sldMk cId="2623462466" sldId="2147468809"/>
            <ac:spMk id="5" creationId="{89851B78-435B-9244-63AA-B5344767C093}"/>
          </ac:spMkLst>
        </pc:spChg>
        <pc:spChg chg="mod">
          <ac:chgData name="Srikanth Kureti" userId="f9662f0c-bb6b-4655-aafd-1604d0978015" providerId="ADAL" clId="{CC6DFAF5-DB6F-48C8-983F-66F89E1CB410}" dt="2023-06-13T12:26:05.470" v="141" actId="1076"/>
          <ac:spMkLst>
            <pc:docMk/>
            <pc:sldMk cId="2623462466" sldId="2147468809"/>
            <ac:spMk id="7" creationId="{B6504E33-C6F9-0599-4FD1-C0D6D4B0D6A1}"/>
          </ac:spMkLst>
        </pc:spChg>
        <pc:spChg chg="del">
          <ac:chgData name="Srikanth Kureti" userId="f9662f0c-bb6b-4655-aafd-1604d0978015" providerId="ADAL" clId="{CC6DFAF5-DB6F-48C8-983F-66F89E1CB410}" dt="2023-06-13T12:26:01.502" v="139" actId="478"/>
          <ac:spMkLst>
            <pc:docMk/>
            <pc:sldMk cId="2623462466" sldId="2147468809"/>
            <ac:spMk id="10" creationId="{617D0BEC-9332-20D7-6505-878E2DF2BA55}"/>
          </ac:spMkLst>
        </pc:spChg>
        <pc:spChg chg="mod">
          <ac:chgData name="Srikanth Kureti" userId="f9662f0c-bb6b-4655-aafd-1604d0978015" providerId="ADAL" clId="{CC6DFAF5-DB6F-48C8-983F-66F89E1CB410}" dt="2023-06-13T12:26:16.578" v="143" actId="465"/>
          <ac:spMkLst>
            <pc:docMk/>
            <pc:sldMk cId="2623462466" sldId="2147468809"/>
            <ac:spMk id="13" creationId="{E71F52CE-BEA5-CDC0-F5E1-A61F45FBC166}"/>
          </ac:spMkLst>
        </pc:spChg>
        <pc:spChg chg="add mod">
          <ac:chgData name="Srikanth Kureti" userId="f9662f0c-bb6b-4655-aafd-1604d0978015" providerId="ADAL" clId="{CC6DFAF5-DB6F-48C8-983F-66F89E1CB410}" dt="2023-06-13T12:25:24.755" v="105" actId="1037"/>
          <ac:spMkLst>
            <pc:docMk/>
            <pc:sldMk cId="2623462466" sldId="2147468809"/>
            <ac:spMk id="15" creationId="{79EB350A-9B23-C583-D20F-73732D938CAB}"/>
          </ac:spMkLst>
        </pc:spChg>
        <pc:spChg chg="add mod">
          <ac:chgData name="Srikanth Kureti" userId="f9662f0c-bb6b-4655-aafd-1604d0978015" providerId="ADAL" clId="{CC6DFAF5-DB6F-48C8-983F-66F89E1CB410}" dt="2023-06-13T12:25:24.755" v="105" actId="1037"/>
          <ac:spMkLst>
            <pc:docMk/>
            <pc:sldMk cId="2623462466" sldId="2147468809"/>
            <ac:spMk id="27" creationId="{153BCC09-C275-F88B-E93C-E668E922943B}"/>
          </ac:spMkLst>
        </pc:spChg>
        <pc:spChg chg="add mod">
          <ac:chgData name="Srikanth Kureti" userId="f9662f0c-bb6b-4655-aafd-1604d0978015" providerId="ADAL" clId="{CC6DFAF5-DB6F-48C8-983F-66F89E1CB410}" dt="2023-06-13T12:25:24.755" v="105" actId="1037"/>
          <ac:spMkLst>
            <pc:docMk/>
            <pc:sldMk cId="2623462466" sldId="2147468809"/>
            <ac:spMk id="29" creationId="{2E53C22C-5684-4D57-D5E7-269E7AC893CF}"/>
          </ac:spMkLst>
        </pc:spChg>
        <pc:spChg chg="add mod">
          <ac:chgData name="Srikanth Kureti" userId="f9662f0c-bb6b-4655-aafd-1604d0978015" providerId="ADAL" clId="{CC6DFAF5-DB6F-48C8-983F-66F89E1CB410}" dt="2023-06-13T12:25:24.755" v="105" actId="1037"/>
          <ac:spMkLst>
            <pc:docMk/>
            <pc:sldMk cId="2623462466" sldId="2147468809"/>
            <ac:spMk id="30" creationId="{D437DC39-0E3A-7126-EB93-D523C82A1CE7}"/>
          </ac:spMkLst>
        </pc:spChg>
        <pc:spChg chg="add mod">
          <ac:chgData name="Srikanth Kureti" userId="f9662f0c-bb6b-4655-aafd-1604d0978015" providerId="ADAL" clId="{CC6DFAF5-DB6F-48C8-983F-66F89E1CB410}" dt="2023-06-13T12:25:40.552" v="127" actId="14100"/>
          <ac:spMkLst>
            <pc:docMk/>
            <pc:sldMk cId="2623462466" sldId="2147468809"/>
            <ac:spMk id="32" creationId="{4671935F-17AE-A2DE-DE17-6E3549E38A38}"/>
          </ac:spMkLst>
        </pc:spChg>
        <pc:spChg chg="mod">
          <ac:chgData name="Srikanth Kureti" userId="f9662f0c-bb6b-4655-aafd-1604d0978015" providerId="ADAL" clId="{CC6DFAF5-DB6F-48C8-983F-66F89E1CB410}" dt="2023-06-13T12:26:16.578" v="143" actId="465"/>
          <ac:spMkLst>
            <pc:docMk/>
            <pc:sldMk cId="2623462466" sldId="2147468809"/>
            <ac:spMk id="104" creationId="{A7044082-7418-29D9-43A4-FCB84B21F5BE}"/>
          </ac:spMkLst>
        </pc:spChg>
        <pc:spChg chg="mod">
          <ac:chgData name="Srikanth Kureti" userId="f9662f0c-bb6b-4655-aafd-1604d0978015" providerId="ADAL" clId="{CC6DFAF5-DB6F-48C8-983F-66F89E1CB410}" dt="2023-06-13T12:26:16.578" v="143" actId="465"/>
          <ac:spMkLst>
            <pc:docMk/>
            <pc:sldMk cId="2623462466" sldId="2147468809"/>
            <ac:spMk id="105" creationId="{7A5F827A-ABB5-1BD1-1A9F-C76625030593}"/>
          </ac:spMkLst>
        </pc:spChg>
        <pc:spChg chg="mod">
          <ac:chgData name="Srikanth Kureti" userId="f9662f0c-bb6b-4655-aafd-1604d0978015" providerId="ADAL" clId="{CC6DFAF5-DB6F-48C8-983F-66F89E1CB410}" dt="2023-06-13T12:25:19.822" v="91" actId="14100"/>
          <ac:spMkLst>
            <pc:docMk/>
            <pc:sldMk cId="2623462466" sldId="2147468809"/>
            <ac:spMk id="9231" creationId="{2FEDAEE7-B4B7-4D85-95F8-7B147A1ACAB9}"/>
          </ac:spMkLst>
        </pc:spChg>
        <pc:spChg chg="mod">
          <ac:chgData name="Srikanth Kureti" userId="f9662f0c-bb6b-4655-aafd-1604d0978015" providerId="ADAL" clId="{CC6DFAF5-DB6F-48C8-983F-66F89E1CB410}" dt="2023-06-13T12:25:24.755" v="105" actId="1037"/>
          <ac:spMkLst>
            <pc:docMk/>
            <pc:sldMk cId="2623462466" sldId="2147468809"/>
            <ac:spMk id="9241" creationId="{323EA14D-3647-A73B-C074-9935C524261D}"/>
          </ac:spMkLst>
        </pc:spChg>
        <pc:spChg chg="mod">
          <ac:chgData name="Srikanth Kureti" userId="f9662f0c-bb6b-4655-aafd-1604d0978015" providerId="ADAL" clId="{CC6DFAF5-DB6F-48C8-983F-66F89E1CB410}" dt="2023-06-13T12:25:24.755" v="105" actId="1037"/>
          <ac:spMkLst>
            <pc:docMk/>
            <pc:sldMk cId="2623462466" sldId="2147468809"/>
            <ac:spMk id="9245" creationId="{A94AB94B-74A5-B96A-09BF-3306EDEFA04B}"/>
          </ac:spMkLst>
        </pc:spChg>
        <pc:spChg chg="mod">
          <ac:chgData name="Srikanth Kureti" userId="f9662f0c-bb6b-4655-aafd-1604d0978015" providerId="ADAL" clId="{CC6DFAF5-DB6F-48C8-983F-66F89E1CB410}" dt="2023-06-13T12:25:24.755" v="105" actId="1037"/>
          <ac:spMkLst>
            <pc:docMk/>
            <pc:sldMk cId="2623462466" sldId="2147468809"/>
            <ac:spMk id="9247" creationId="{D748AB87-E6A0-E562-6714-E8C11195F07B}"/>
          </ac:spMkLst>
        </pc:spChg>
        <pc:spChg chg="mod">
          <ac:chgData name="Srikanth Kureti" userId="f9662f0c-bb6b-4655-aafd-1604d0978015" providerId="ADAL" clId="{CC6DFAF5-DB6F-48C8-983F-66F89E1CB410}" dt="2023-06-13T12:25:24.755" v="105" actId="1037"/>
          <ac:spMkLst>
            <pc:docMk/>
            <pc:sldMk cId="2623462466" sldId="2147468809"/>
            <ac:spMk id="9251" creationId="{B002817E-E173-C321-C726-3865E4742535}"/>
          </ac:spMkLst>
        </pc:spChg>
        <pc:spChg chg="del">
          <ac:chgData name="Srikanth Kureti" userId="f9662f0c-bb6b-4655-aafd-1604d0978015" providerId="ADAL" clId="{CC6DFAF5-DB6F-48C8-983F-66F89E1CB410}" dt="2023-06-13T12:23:43.777" v="53" actId="478"/>
          <ac:spMkLst>
            <pc:docMk/>
            <pc:sldMk cId="2623462466" sldId="2147468809"/>
            <ac:spMk id="9253" creationId="{5D5A43C7-D265-AEF6-D0B0-DB1DF0E711A9}"/>
          </ac:spMkLst>
        </pc:spChg>
        <pc:picChg chg="mod">
          <ac:chgData name="Srikanth Kureti" userId="f9662f0c-bb6b-4655-aafd-1604d0978015" providerId="ADAL" clId="{CC6DFAF5-DB6F-48C8-983F-66F89E1CB410}" dt="2023-06-13T12:26:50.628" v="150" actId="12788"/>
          <ac:picMkLst>
            <pc:docMk/>
            <pc:sldMk cId="2623462466" sldId="2147468809"/>
            <ac:picMk id="11" creationId="{B16BF702-98B2-11C2-A42F-55E7AC8712CD}"/>
          </ac:picMkLst>
        </pc:picChg>
        <pc:picChg chg="mod">
          <ac:chgData name="Srikanth Kureti" userId="f9662f0c-bb6b-4655-aafd-1604d0978015" providerId="ADAL" clId="{CC6DFAF5-DB6F-48C8-983F-66F89E1CB410}" dt="2023-06-13T12:26:50.628" v="150" actId="12788"/>
          <ac:picMkLst>
            <pc:docMk/>
            <pc:sldMk cId="2623462466" sldId="2147468809"/>
            <ac:picMk id="14" creationId="{0766F726-9E16-FB51-3608-E432BACD1784}"/>
          </ac:picMkLst>
        </pc:picChg>
        <pc:picChg chg="del">
          <ac:chgData name="Srikanth Kureti" userId="f9662f0c-bb6b-4655-aafd-1604d0978015" providerId="ADAL" clId="{CC6DFAF5-DB6F-48C8-983F-66F89E1CB410}" dt="2023-06-13T12:26:02.695" v="140" actId="478"/>
          <ac:picMkLst>
            <pc:docMk/>
            <pc:sldMk cId="2623462466" sldId="2147468809"/>
            <ac:picMk id="16" creationId="{46DA3F84-8437-D687-2BF9-E30D783C4A93}"/>
          </ac:picMkLst>
        </pc:picChg>
        <pc:picChg chg="mod">
          <ac:chgData name="Srikanth Kureti" userId="f9662f0c-bb6b-4655-aafd-1604d0978015" providerId="ADAL" clId="{CC6DFAF5-DB6F-48C8-983F-66F89E1CB410}" dt="2023-06-13T12:26:50.628" v="150" actId="12788"/>
          <ac:picMkLst>
            <pc:docMk/>
            <pc:sldMk cId="2623462466" sldId="2147468809"/>
            <ac:picMk id="19" creationId="{B2E559F5-84A7-D51F-BC69-6A95D9428E1C}"/>
          </ac:picMkLst>
        </pc:picChg>
        <pc:picChg chg="mod">
          <ac:chgData name="Srikanth Kureti" userId="f9662f0c-bb6b-4655-aafd-1604d0978015" providerId="ADAL" clId="{CC6DFAF5-DB6F-48C8-983F-66F89E1CB410}" dt="2023-06-13T12:26:50.628" v="150" actId="12788"/>
          <ac:picMkLst>
            <pc:docMk/>
            <pc:sldMk cId="2623462466" sldId="2147468809"/>
            <ac:picMk id="20" creationId="{4C239817-7494-A8FA-61FB-DB97B4771F1C}"/>
          </ac:picMkLst>
        </pc:picChg>
        <pc:picChg chg="mod">
          <ac:chgData name="Srikanth Kureti" userId="f9662f0c-bb6b-4655-aafd-1604d0978015" providerId="ADAL" clId="{CC6DFAF5-DB6F-48C8-983F-66F89E1CB410}" dt="2023-06-13T12:26:50.628" v="150" actId="12788"/>
          <ac:picMkLst>
            <pc:docMk/>
            <pc:sldMk cId="2623462466" sldId="2147468809"/>
            <ac:picMk id="25" creationId="{EC53E370-A81F-20AF-EB52-A0EC1D5502CB}"/>
          </ac:picMkLst>
        </pc:picChg>
      </pc:sldChg>
      <pc:sldChg chg="del">
        <pc:chgData name="Srikanth Kureti" userId="f9662f0c-bb6b-4655-aafd-1604d0978015" providerId="ADAL" clId="{CC6DFAF5-DB6F-48C8-983F-66F89E1CB410}" dt="2023-06-13T12:51:32.443" v="173" actId="47"/>
        <pc:sldMkLst>
          <pc:docMk/>
          <pc:sldMk cId="503217077" sldId="2147468812"/>
        </pc:sldMkLst>
      </pc:sldChg>
      <pc:sldChg chg="addSp delSp modSp del mod">
        <pc:chgData name="Srikanth Kureti" userId="f9662f0c-bb6b-4655-aafd-1604d0978015" providerId="ADAL" clId="{CC6DFAF5-DB6F-48C8-983F-66F89E1CB410}" dt="2023-06-21T05:45:07.211" v="448" actId="47"/>
        <pc:sldMkLst>
          <pc:docMk/>
          <pc:sldMk cId="4257824359" sldId="2147468815"/>
        </pc:sldMkLst>
        <pc:spChg chg="del">
          <ac:chgData name="Srikanth Kureti" userId="f9662f0c-bb6b-4655-aafd-1604d0978015" providerId="ADAL" clId="{CC6DFAF5-DB6F-48C8-983F-66F89E1CB410}" dt="2023-06-13T04:22:18.270" v="0" actId="478"/>
          <ac:spMkLst>
            <pc:docMk/>
            <pc:sldMk cId="4257824359" sldId="2147468815"/>
            <ac:spMk id="3" creationId="{65BDF521-CD73-4841-BDA1-C2FF0FEC53D7}"/>
          </ac:spMkLst>
        </pc:spChg>
        <pc:spChg chg="mod">
          <ac:chgData name="Srikanth Kureti" userId="f9662f0c-bb6b-4655-aafd-1604d0978015" providerId="ADAL" clId="{CC6DFAF5-DB6F-48C8-983F-66F89E1CB410}" dt="2023-06-13T12:50:00.463" v="168" actId="1076"/>
          <ac:spMkLst>
            <pc:docMk/>
            <pc:sldMk cId="4257824359" sldId="2147468815"/>
            <ac:spMk id="94" creationId="{53B75E75-F2B6-4AB5-A4E3-DA31C64EDA50}"/>
          </ac:spMkLst>
        </pc:spChg>
        <pc:spChg chg="mod">
          <ac:chgData name="Srikanth Kureti" userId="f9662f0c-bb6b-4655-aafd-1604d0978015" providerId="ADAL" clId="{CC6DFAF5-DB6F-48C8-983F-66F89E1CB410}" dt="2023-06-13T12:50:02.798" v="169" actId="1076"/>
          <ac:spMkLst>
            <pc:docMk/>
            <pc:sldMk cId="4257824359" sldId="2147468815"/>
            <ac:spMk id="95" creationId="{1B381F7D-0447-4D46-BD29-E22317A25D24}"/>
          </ac:spMkLst>
        </pc:spChg>
        <pc:spChg chg="mod">
          <ac:chgData name="Srikanth Kureti" userId="f9662f0c-bb6b-4655-aafd-1604d0978015" providerId="ADAL" clId="{CC6DFAF5-DB6F-48C8-983F-66F89E1CB410}" dt="2023-06-13T12:49:57.735" v="167" actId="1076"/>
          <ac:spMkLst>
            <pc:docMk/>
            <pc:sldMk cId="4257824359" sldId="2147468815"/>
            <ac:spMk id="96" creationId="{59085EC7-44CB-41F6-81F5-CA0B608A8B5C}"/>
          </ac:spMkLst>
        </pc:spChg>
        <pc:spChg chg="mod">
          <ac:chgData name="Srikanth Kureti" userId="f9662f0c-bb6b-4655-aafd-1604d0978015" providerId="ADAL" clId="{CC6DFAF5-DB6F-48C8-983F-66F89E1CB410}" dt="2023-06-13T12:50:04.918" v="170" actId="1076"/>
          <ac:spMkLst>
            <pc:docMk/>
            <pc:sldMk cId="4257824359" sldId="2147468815"/>
            <ac:spMk id="97" creationId="{A76C7E91-8EC6-412D-8211-79192E86D2EF}"/>
          </ac:spMkLst>
        </pc:spChg>
        <pc:spChg chg="mod">
          <ac:chgData name="Srikanth Kureti" userId="f9662f0c-bb6b-4655-aafd-1604d0978015" providerId="ADAL" clId="{CC6DFAF5-DB6F-48C8-983F-66F89E1CB410}" dt="2023-06-13T12:48:25.912" v="158" actId="1076"/>
          <ac:spMkLst>
            <pc:docMk/>
            <pc:sldMk cId="4257824359" sldId="2147468815"/>
            <ac:spMk id="111" creationId="{10BDD589-3DB8-4539-8F22-BE45DFD574FA}"/>
          </ac:spMkLst>
        </pc:spChg>
        <pc:spChg chg="mod">
          <ac:chgData name="Srikanth Kureti" userId="f9662f0c-bb6b-4655-aafd-1604d0978015" providerId="ADAL" clId="{CC6DFAF5-DB6F-48C8-983F-66F89E1CB410}" dt="2023-06-13T12:48:25.912" v="158" actId="1076"/>
          <ac:spMkLst>
            <pc:docMk/>
            <pc:sldMk cId="4257824359" sldId="2147468815"/>
            <ac:spMk id="112" creationId="{3ED320E9-C497-4695-B90F-DC896F735727}"/>
          </ac:spMkLst>
        </pc:spChg>
        <pc:spChg chg="mod">
          <ac:chgData name="Srikanth Kureti" userId="f9662f0c-bb6b-4655-aafd-1604d0978015" providerId="ADAL" clId="{CC6DFAF5-DB6F-48C8-983F-66F89E1CB410}" dt="2023-06-13T12:48:25.912" v="158" actId="1076"/>
          <ac:spMkLst>
            <pc:docMk/>
            <pc:sldMk cId="4257824359" sldId="2147468815"/>
            <ac:spMk id="113" creationId="{AC473A5A-AB8B-41FD-9E62-6DF1F5EF76FE}"/>
          </ac:spMkLst>
        </pc:spChg>
        <pc:spChg chg="mod">
          <ac:chgData name="Srikanth Kureti" userId="f9662f0c-bb6b-4655-aafd-1604d0978015" providerId="ADAL" clId="{CC6DFAF5-DB6F-48C8-983F-66F89E1CB410}" dt="2023-06-13T12:48:25.912" v="158" actId="1076"/>
          <ac:spMkLst>
            <pc:docMk/>
            <pc:sldMk cId="4257824359" sldId="2147468815"/>
            <ac:spMk id="114" creationId="{289FB96C-0303-4BCA-9342-CBD82D164011}"/>
          </ac:spMkLst>
        </pc:spChg>
        <pc:spChg chg="mod">
          <ac:chgData name="Srikanth Kureti" userId="f9662f0c-bb6b-4655-aafd-1604d0978015" providerId="ADAL" clId="{CC6DFAF5-DB6F-48C8-983F-66F89E1CB410}" dt="2023-06-13T12:48:25.912" v="158" actId="1076"/>
          <ac:spMkLst>
            <pc:docMk/>
            <pc:sldMk cId="4257824359" sldId="2147468815"/>
            <ac:spMk id="116" creationId="{D6D40B8B-FAF2-4FE1-AA8E-15742F71DDFB}"/>
          </ac:spMkLst>
        </pc:spChg>
        <pc:grpChg chg="mod">
          <ac:chgData name="Srikanth Kureti" userId="f9662f0c-bb6b-4655-aafd-1604d0978015" providerId="ADAL" clId="{CC6DFAF5-DB6F-48C8-983F-66F89E1CB410}" dt="2023-06-13T12:49:52.852" v="166" actId="1037"/>
          <ac:grpSpMkLst>
            <pc:docMk/>
            <pc:sldMk cId="4257824359" sldId="2147468815"/>
            <ac:grpSpMk id="7" creationId="{7DB2E497-83EB-44B8-BA94-BE544659F60E}"/>
          </ac:grpSpMkLst>
        </pc:grpChg>
        <pc:cxnChg chg="add del">
          <ac:chgData name="Srikanth Kureti" userId="f9662f0c-bb6b-4655-aafd-1604d0978015" providerId="ADAL" clId="{CC6DFAF5-DB6F-48C8-983F-66F89E1CB410}" dt="2023-06-13T12:48:16.105" v="156" actId="478"/>
          <ac:cxnSpMkLst>
            <pc:docMk/>
            <pc:sldMk cId="4257824359" sldId="2147468815"/>
            <ac:cxnSpMk id="117" creationId="{579F1ABE-92F0-4966-946F-9E296F39AA48}"/>
          </ac:cxnSpMkLst>
        </pc:cxnChg>
        <pc:cxnChg chg="mod">
          <ac:chgData name="Srikanth Kureti" userId="f9662f0c-bb6b-4655-aafd-1604d0978015" providerId="ADAL" clId="{CC6DFAF5-DB6F-48C8-983F-66F89E1CB410}" dt="2023-06-13T12:49:52.852" v="166" actId="1037"/>
          <ac:cxnSpMkLst>
            <pc:docMk/>
            <pc:sldMk cId="4257824359" sldId="2147468815"/>
            <ac:cxnSpMk id="125" creationId="{3881CF82-2874-4EEC-8986-504754209C50}"/>
          </ac:cxnSpMkLst>
        </pc:cxnChg>
      </pc:sldChg>
      <pc:sldChg chg="modSp mod">
        <pc:chgData name="Srikanth Kureti" userId="f9662f0c-bb6b-4655-aafd-1604d0978015" providerId="ADAL" clId="{CC6DFAF5-DB6F-48C8-983F-66F89E1CB410}" dt="2023-06-13T04:24:07.319" v="34" actId="1076"/>
        <pc:sldMkLst>
          <pc:docMk/>
          <pc:sldMk cId="2538001354" sldId="2147468816"/>
        </pc:sldMkLst>
        <pc:spChg chg="mod">
          <ac:chgData name="Srikanth Kureti" userId="f9662f0c-bb6b-4655-aafd-1604d0978015" providerId="ADAL" clId="{CC6DFAF5-DB6F-48C8-983F-66F89E1CB410}" dt="2023-06-13T04:24:07.319" v="34" actId="1076"/>
          <ac:spMkLst>
            <pc:docMk/>
            <pc:sldMk cId="2538001354" sldId="2147468816"/>
            <ac:spMk id="19" creationId="{DC58C0ED-D0F7-AA31-236F-5C4C5E73D7FE}"/>
          </ac:spMkLst>
        </pc:spChg>
      </pc:sldChg>
      <pc:sldChg chg="modSp del mod">
        <pc:chgData name="Srikanth Kureti" userId="f9662f0c-bb6b-4655-aafd-1604d0978015" providerId="ADAL" clId="{CC6DFAF5-DB6F-48C8-983F-66F89E1CB410}" dt="2023-06-13T12:55:24.114" v="174" actId="47"/>
        <pc:sldMkLst>
          <pc:docMk/>
          <pc:sldMk cId="1116289638" sldId="2147468817"/>
        </pc:sldMkLst>
        <pc:spChg chg="mod">
          <ac:chgData name="Srikanth Kureti" userId="f9662f0c-bb6b-4655-aafd-1604d0978015" providerId="ADAL" clId="{CC6DFAF5-DB6F-48C8-983F-66F89E1CB410}" dt="2023-06-13T04:25:58.807" v="51" actId="20577"/>
          <ac:spMkLst>
            <pc:docMk/>
            <pc:sldMk cId="1116289638" sldId="2147468817"/>
            <ac:spMk id="5" creationId="{E0C8AD24-FF74-4757-801C-C276A9D3A9D8}"/>
          </ac:spMkLst>
        </pc:spChg>
      </pc:sldChg>
      <pc:sldChg chg="delSp modSp mod">
        <pc:chgData name="Srikanth Kureti" userId="f9662f0c-bb6b-4655-aafd-1604d0978015" providerId="ADAL" clId="{CC6DFAF5-DB6F-48C8-983F-66F89E1CB410}" dt="2023-06-27T05:56:41.783" v="610" actId="478"/>
        <pc:sldMkLst>
          <pc:docMk/>
          <pc:sldMk cId="1373621274" sldId="2147468818"/>
        </pc:sldMkLst>
        <pc:spChg chg="del">
          <ac:chgData name="Srikanth Kureti" userId="f9662f0c-bb6b-4655-aafd-1604d0978015" providerId="ADAL" clId="{CC6DFAF5-DB6F-48C8-983F-66F89E1CB410}" dt="2023-06-27T05:56:41.783" v="610" actId="478"/>
          <ac:spMkLst>
            <pc:docMk/>
            <pc:sldMk cId="1373621274" sldId="2147468818"/>
            <ac:spMk id="105" creationId="{96AF9A30-4076-AFC1-65C3-BFD592C05BC9}"/>
          </ac:spMkLst>
        </pc:spChg>
        <pc:picChg chg="mod">
          <ac:chgData name="Srikanth Kureti" userId="f9662f0c-bb6b-4655-aafd-1604d0978015" providerId="ADAL" clId="{CC6DFAF5-DB6F-48C8-983F-66F89E1CB410}" dt="2023-06-27T05:56:36.423" v="609" actId="1076"/>
          <ac:picMkLst>
            <pc:docMk/>
            <pc:sldMk cId="1373621274" sldId="2147468818"/>
            <ac:picMk id="146" creationId="{9F93B5BD-818E-1ADE-32E0-DCBA38A342FE}"/>
          </ac:picMkLst>
        </pc:picChg>
        <pc:picChg chg="mod">
          <ac:chgData name="Srikanth Kureti" userId="f9662f0c-bb6b-4655-aafd-1604d0978015" providerId="ADAL" clId="{CC6DFAF5-DB6F-48C8-983F-66F89E1CB410}" dt="2023-06-27T05:56:34.163" v="608" actId="1076"/>
          <ac:picMkLst>
            <pc:docMk/>
            <pc:sldMk cId="1373621274" sldId="2147468818"/>
            <ac:picMk id="147" creationId="{AB665A8F-AABD-DA7A-D3DF-0137490394DA}"/>
          </ac:picMkLst>
        </pc:picChg>
      </pc:sldChg>
      <pc:sldChg chg="addSp delSp modSp mod">
        <pc:chgData name="Srikanth Kureti" userId="f9662f0c-bb6b-4655-aafd-1604d0978015" providerId="ADAL" clId="{CC6DFAF5-DB6F-48C8-983F-66F89E1CB410}" dt="2023-06-28T17:20:05.701" v="628" actId="113"/>
        <pc:sldMkLst>
          <pc:docMk/>
          <pc:sldMk cId="822985170" sldId="2147468819"/>
        </pc:sldMkLst>
        <pc:spChg chg="add mod">
          <ac:chgData name="Srikanth Kureti" userId="f9662f0c-bb6b-4655-aafd-1604d0978015" providerId="ADAL" clId="{CC6DFAF5-DB6F-48C8-983F-66F89E1CB410}" dt="2023-06-27T05:04:48.130" v="456" actId="14100"/>
          <ac:spMkLst>
            <pc:docMk/>
            <pc:sldMk cId="822985170" sldId="2147468819"/>
            <ac:spMk id="2" creationId="{FB46D5EF-7A41-B2DC-DE27-1CE073486E37}"/>
          </ac:spMkLst>
        </pc:spChg>
        <pc:spChg chg="mod">
          <ac:chgData name="Srikanth Kureti" userId="f9662f0c-bb6b-4655-aafd-1604d0978015" providerId="ADAL" clId="{CC6DFAF5-DB6F-48C8-983F-66F89E1CB410}" dt="2023-06-27T05:16:25.063" v="604" actId="120"/>
          <ac:spMkLst>
            <pc:docMk/>
            <pc:sldMk cId="822985170" sldId="2147468819"/>
            <ac:spMk id="3" creationId="{1B8E0FAC-8AB4-4A1B-114E-704FB50B8A99}"/>
          </ac:spMkLst>
        </pc:spChg>
        <pc:spChg chg="mod">
          <ac:chgData name="Srikanth Kureti" userId="f9662f0c-bb6b-4655-aafd-1604d0978015" providerId="ADAL" clId="{CC6DFAF5-DB6F-48C8-983F-66F89E1CB410}" dt="2023-06-27T05:16:25.063" v="604" actId="120"/>
          <ac:spMkLst>
            <pc:docMk/>
            <pc:sldMk cId="822985170" sldId="2147468819"/>
            <ac:spMk id="4" creationId="{F566B59C-CF31-93A4-E241-72544B001B30}"/>
          </ac:spMkLst>
        </pc:spChg>
        <pc:spChg chg="mod">
          <ac:chgData name="Srikanth Kureti" userId="f9662f0c-bb6b-4655-aafd-1604d0978015" providerId="ADAL" clId="{CC6DFAF5-DB6F-48C8-983F-66F89E1CB410}" dt="2023-06-27T05:16:25.063" v="604" actId="120"/>
          <ac:spMkLst>
            <pc:docMk/>
            <pc:sldMk cId="822985170" sldId="2147468819"/>
            <ac:spMk id="5" creationId="{89851B78-435B-9244-63AA-B5344767C093}"/>
          </ac:spMkLst>
        </pc:spChg>
        <pc:spChg chg="mod">
          <ac:chgData name="Srikanth Kureti" userId="f9662f0c-bb6b-4655-aafd-1604d0978015" providerId="ADAL" clId="{CC6DFAF5-DB6F-48C8-983F-66F89E1CB410}" dt="2023-06-27T05:16:25.063" v="604" actId="120"/>
          <ac:spMkLst>
            <pc:docMk/>
            <pc:sldMk cId="822985170" sldId="2147468819"/>
            <ac:spMk id="6" creationId="{8FD394F7-0790-4370-C459-D83C1E38EB38}"/>
          </ac:spMkLst>
        </pc:spChg>
        <pc:spChg chg="add mod">
          <ac:chgData name="Srikanth Kureti" userId="f9662f0c-bb6b-4655-aafd-1604d0978015" providerId="ADAL" clId="{CC6DFAF5-DB6F-48C8-983F-66F89E1CB410}" dt="2023-06-27T05:14:55.193" v="591" actId="1076"/>
          <ac:spMkLst>
            <pc:docMk/>
            <pc:sldMk cId="822985170" sldId="2147468819"/>
            <ac:spMk id="8" creationId="{E2A073F1-BECE-83C5-0A1E-170E53A225BE}"/>
          </ac:spMkLst>
        </pc:spChg>
        <pc:spChg chg="add del mod">
          <ac:chgData name="Srikanth Kureti" userId="f9662f0c-bb6b-4655-aafd-1604d0978015" providerId="ADAL" clId="{CC6DFAF5-DB6F-48C8-983F-66F89E1CB410}" dt="2023-06-27T05:15:17.745" v="593" actId="478"/>
          <ac:spMkLst>
            <pc:docMk/>
            <pc:sldMk cId="822985170" sldId="2147468819"/>
            <ac:spMk id="9" creationId="{48C13AB7-A260-A3A1-557D-5D7639FB09FC}"/>
          </ac:spMkLst>
        </pc:spChg>
        <pc:spChg chg="mod">
          <ac:chgData name="Srikanth Kureti" userId="f9662f0c-bb6b-4655-aafd-1604d0978015" providerId="ADAL" clId="{CC6DFAF5-DB6F-48C8-983F-66F89E1CB410}" dt="2023-06-28T17:20:05.701" v="628" actId="113"/>
          <ac:spMkLst>
            <pc:docMk/>
            <pc:sldMk cId="822985170" sldId="2147468819"/>
            <ac:spMk id="27" creationId="{C3BCF277-18FE-8268-A4CA-2FBE8E8C5937}"/>
          </ac:spMkLst>
        </pc:spChg>
        <pc:spChg chg="mod">
          <ac:chgData name="Srikanth Kureti" userId="f9662f0c-bb6b-4655-aafd-1604d0978015" providerId="ADAL" clId="{CC6DFAF5-DB6F-48C8-983F-66F89E1CB410}" dt="2023-06-27T05:04:34.268" v="453" actId="1076"/>
          <ac:spMkLst>
            <pc:docMk/>
            <pc:sldMk cId="822985170" sldId="2147468819"/>
            <ac:spMk id="30" creationId="{75B17D01-21F5-0BCE-8026-24BEB4750694}"/>
          </ac:spMkLst>
        </pc:spChg>
        <pc:spChg chg="mod">
          <ac:chgData name="Srikanth Kureti" userId="f9662f0c-bb6b-4655-aafd-1604d0978015" providerId="ADAL" clId="{CC6DFAF5-DB6F-48C8-983F-66F89E1CB410}" dt="2023-06-27T05:04:34.268" v="453" actId="1076"/>
          <ac:spMkLst>
            <pc:docMk/>
            <pc:sldMk cId="822985170" sldId="2147468819"/>
            <ac:spMk id="32" creationId="{895E7DD4-25C5-D4DA-87E8-A40289CA3264}"/>
          </ac:spMkLst>
        </pc:spChg>
        <pc:spChg chg="mod">
          <ac:chgData name="Srikanth Kureti" userId="f9662f0c-bb6b-4655-aafd-1604d0978015" providerId="ADAL" clId="{CC6DFAF5-DB6F-48C8-983F-66F89E1CB410}" dt="2023-06-27T05:04:12.949" v="450" actId="14100"/>
          <ac:spMkLst>
            <pc:docMk/>
            <pc:sldMk cId="822985170" sldId="2147468819"/>
            <ac:spMk id="45" creationId="{ADC005AA-E1DB-72E3-EB12-DEB4A5558AE9}"/>
          </ac:spMkLst>
        </pc:spChg>
        <pc:spChg chg="mod">
          <ac:chgData name="Srikanth Kureti" userId="f9662f0c-bb6b-4655-aafd-1604d0978015" providerId="ADAL" clId="{CC6DFAF5-DB6F-48C8-983F-66F89E1CB410}" dt="2023-06-27T05:07:55.706" v="480" actId="1076"/>
          <ac:spMkLst>
            <pc:docMk/>
            <pc:sldMk cId="822985170" sldId="2147468819"/>
            <ac:spMk id="9241" creationId="{323EA14D-3647-A73B-C074-9935C524261D}"/>
          </ac:spMkLst>
        </pc:spChg>
        <pc:spChg chg="mod">
          <ac:chgData name="Srikanth Kureti" userId="f9662f0c-bb6b-4655-aafd-1604d0978015" providerId="ADAL" clId="{CC6DFAF5-DB6F-48C8-983F-66F89E1CB410}" dt="2023-06-27T05:08:21.045" v="483" actId="1076"/>
          <ac:spMkLst>
            <pc:docMk/>
            <pc:sldMk cId="822985170" sldId="2147468819"/>
            <ac:spMk id="9245" creationId="{A94AB94B-74A5-B96A-09BF-3306EDEFA04B}"/>
          </ac:spMkLst>
        </pc:spChg>
        <pc:spChg chg="mod">
          <ac:chgData name="Srikanth Kureti" userId="f9662f0c-bb6b-4655-aafd-1604d0978015" providerId="ADAL" clId="{CC6DFAF5-DB6F-48C8-983F-66F89E1CB410}" dt="2023-06-27T05:08:49.835" v="485" actId="1076"/>
          <ac:spMkLst>
            <pc:docMk/>
            <pc:sldMk cId="822985170" sldId="2147468819"/>
            <ac:spMk id="9247" creationId="{D748AB87-E6A0-E562-6714-E8C11195F07B}"/>
          </ac:spMkLst>
        </pc:spChg>
        <pc:spChg chg="mod">
          <ac:chgData name="Srikanth Kureti" userId="f9662f0c-bb6b-4655-aafd-1604d0978015" providerId="ADAL" clId="{CC6DFAF5-DB6F-48C8-983F-66F89E1CB410}" dt="2023-06-27T05:09:00.211" v="488" actId="1076"/>
          <ac:spMkLst>
            <pc:docMk/>
            <pc:sldMk cId="822985170" sldId="2147468819"/>
            <ac:spMk id="9251" creationId="{B002817E-E173-C321-C726-3865E4742535}"/>
          </ac:spMkLst>
        </pc:spChg>
        <pc:spChg chg="mod">
          <ac:chgData name="Srikanth Kureti" userId="f9662f0c-bb6b-4655-aafd-1604d0978015" providerId="ADAL" clId="{CC6DFAF5-DB6F-48C8-983F-66F89E1CB410}" dt="2023-06-27T05:16:25.063" v="604" actId="120"/>
          <ac:spMkLst>
            <pc:docMk/>
            <pc:sldMk cId="822985170" sldId="2147468819"/>
            <ac:spMk id="9253" creationId="{5D5A43C7-D265-AEF6-D0B0-DB1DF0E711A9}"/>
          </ac:spMkLst>
        </pc:spChg>
        <pc:picChg chg="mod">
          <ac:chgData name="Srikanth Kureti" userId="f9662f0c-bb6b-4655-aafd-1604d0978015" providerId="ADAL" clId="{CC6DFAF5-DB6F-48C8-983F-66F89E1CB410}" dt="2023-06-27T05:09:43.346" v="511" actId="1076"/>
          <ac:picMkLst>
            <pc:docMk/>
            <pc:sldMk cId="822985170" sldId="2147468819"/>
            <ac:picMk id="35" creationId="{6EC76DB3-9232-B577-981D-6338EDECC505}"/>
          </ac:picMkLst>
        </pc:picChg>
        <pc:picChg chg="mod">
          <ac:chgData name="Srikanth Kureti" userId="f9662f0c-bb6b-4655-aafd-1604d0978015" providerId="ADAL" clId="{CC6DFAF5-DB6F-48C8-983F-66F89E1CB410}" dt="2023-06-27T05:09:39.954" v="510" actId="1076"/>
          <ac:picMkLst>
            <pc:docMk/>
            <pc:sldMk cId="822985170" sldId="2147468819"/>
            <ac:picMk id="36" creationId="{12456F5C-271E-E530-D30E-3F6FA139060F}"/>
          </ac:picMkLst>
        </pc:picChg>
        <pc:picChg chg="mod">
          <ac:chgData name="Srikanth Kureti" userId="f9662f0c-bb6b-4655-aafd-1604d0978015" providerId="ADAL" clId="{CC6DFAF5-DB6F-48C8-983F-66F89E1CB410}" dt="2023-06-27T05:04:09.061" v="449" actId="1076"/>
          <ac:picMkLst>
            <pc:docMk/>
            <pc:sldMk cId="822985170" sldId="2147468819"/>
            <ac:picMk id="39" creationId="{265C1DE4-2436-0452-647A-5D57E3901759}"/>
          </ac:picMkLst>
        </pc:picChg>
        <pc:picChg chg="mod">
          <ac:chgData name="Srikanth Kureti" userId="f9662f0c-bb6b-4655-aafd-1604d0978015" providerId="ADAL" clId="{CC6DFAF5-DB6F-48C8-983F-66F89E1CB410}" dt="2023-06-27T05:10:59.022" v="513" actId="1076"/>
          <ac:picMkLst>
            <pc:docMk/>
            <pc:sldMk cId="822985170" sldId="2147468819"/>
            <ac:picMk id="40" creationId="{09891C8C-2F65-B910-570A-AFF87991BADF}"/>
          </ac:picMkLst>
        </pc:picChg>
        <pc:picChg chg="mod">
          <ac:chgData name="Srikanth Kureti" userId="f9662f0c-bb6b-4655-aafd-1604d0978015" providerId="ADAL" clId="{CC6DFAF5-DB6F-48C8-983F-66F89E1CB410}" dt="2023-06-27T05:04:09.061" v="449" actId="1076"/>
          <ac:picMkLst>
            <pc:docMk/>
            <pc:sldMk cId="822985170" sldId="2147468819"/>
            <ac:picMk id="42" creationId="{3C2AF15F-5A87-507A-A738-85FC7D61985A}"/>
          </ac:picMkLst>
        </pc:picChg>
        <pc:picChg chg="mod">
          <ac:chgData name="Srikanth Kureti" userId="f9662f0c-bb6b-4655-aafd-1604d0978015" providerId="ADAL" clId="{CC6DFAF5-DB6F-48C8-983F-66F89E1CB410}" dt="2023-06-27T05:04:34.268" v="453" actId="1076"/>
          <ac:picMkLst>
            <pc:docMk/>
            <pc:sldMk cId="822985170" sldId="2147468819"/>
            <ac:picMk id="43" creationId="{77F10968-4E65-6301-7D24-DD0A37DEC7C3}"/>
          </ac:picMkLst>
        </pc:picChg>
        <pc:picChg chg="add del mod">
          <ac:chgData name="Srikanth Kureti" userId="f9662f0c-bb6b-4655-aafd-1604d0978015" providerId="ADAL" clId="{CC6DFAF5-DB6F-48C8-983F-66F89E1CB410}" dt="2023-06-27T05:13:00.326" v="530" actId="478"/>
          <ac:picMkLst>
            <pc:docMk/>
            <pc:sldMk cId="822985170" sldId="2147468819"/>
            <ac:picMk id="1026" creationId="{A314D2D8-6363-A40C-BDDD-8667361F1249}"/>
          </ac:picMkLst>
        </pc:picChg>
        <pc:picChg chg="add mod">
          <ac:chgData name="Srikanth Kureti" userId="f9662f0c-bb6b-4655-aafd-1604d0978015" providerId="ADAL" clId="{CC6DFAF5-DB6F-48C8-983F-66F89E1CB410}" dt="2023-06-27T05:14:03.465" v="552" actId="1076"/>
          <ac:picMkLst>
            <pc:docMk/>
            <pc:sldMk cId="822985170" sldId="2147468819"/>
            <ac:picMk id="1028" creationId="{3486FB10-ECD9-0022-68EB-D528C91D4827}"/>
          </ac:picMkLst>
        </pc:picChg>
        <pc:picChg chg="add mod">
          <ac:chgData name="Srikanth Kureti" userId="f9662f0c-bb6b-4655-aafd-1604d0978015" providerId="ADAL" clId="{CC6DFAF5-DB6F-48C8-983F-66F89E1CB410}" dt="2023-06-27T05:14:01.577" v="551" actId="1076"/>
          <ac:picMkLst>
            <pc:docMk/>
            <pc:sldMk cId="822985170" sldId="2147468819"/>
            <ac:picMk id="1030" creationId="{19FCFE31-A24C-3232-DA36-F6FD6D6B8617}"/>
          </ac:picMkLst>
        </pc:picChg>
        <pc:picChg chg="add mod">
          <ac:chgData name="Srikanth Kureti" userId="f9662f0c-bb6b-4655-aafd-1604d0978015" providerId="ADAL" clId="{CC6DFAF5-DB6F-48C8-983F-66F89E1CB410}" dt="2023-06-27T05:16:34.641" v="605" actId="1076"/>
          <ac:picMkLst>
            <pc:docMk/>
            <pc:sldMk cId="822985170" sldId="2147468819"/>
            <ac:picMk id="1032" creationId="{01019167-406D-D623-8BB7-9B2D7FD1A1F6}"/>
          </ac:picMkLst>
        </pc:picChg>
      </pc:sldChg>
      <pc:sldChg chg="addSp delSp modSp add mod">
        <pc:chgData name="Srikanth Kureti" userId="f9662f0c-bb6b-4655-aafd-1604d0978015" providerId="ADAL" clId="{CC6DFAF5-DB6F-48C8-983F-66F89E1CB410}" dt="2023-06-21T05:45:01.112" v="447" actId="20577"/>
        <pc:sldMkLst>
          <pc:docMk/>
          <pc:sldMk cId="3392043275" sldId="2147468821"/>
        </pc:sldMkLst>
        <pc:spChg chg="add mod">
          <ac:chgData name="Srikanth Kureti" userId="f9662f0c-bb6b-4655-aafd-1604d0978015" providerId="ADAL" clId="{CC6DFAF5-DB6F-48C8-983F-66F89E1CB410}" dt="2023-06-21T05:40:02.753" v="362" actId="2085"/>
          <ac:spMkLst>
            <pc:docMk/>
            <pc:sldMk cId="3392043275" sldId="2147468821"/>
            <ac:spMk id="3" creationId="{D61E8520-A5D0-BD7C-0072-05FA089917AF}"/>
          </ac:spMkLst>
        </pc:spChg>
        <pc:spChg chg="add mod">
          <ac:chgData name="Srikanth Kureti" userId="f9662f0c-bb6b-4655-aafd-1604d0978015" providerId="ADAL" clId="{CC6DFAF5-DB6F-48C8-983F-66F89E1CB410}" dt="2023-06-21T05:40:58.774" v="368" actId="1076"/>
          <ac:spMkLst>
            <pc:docMk/>
            <pc:sldMk cId="3392043275" sldId="2147468821"/>
            <ac:spMk id="5" creationId="{71E7D2FD-50F0-1D94-7950-8B2E14784B8A}"/>
          </ac:spMkLst>
        </pc:spChg>
        <pc:spChg chg="add mod">
          <ac:chgData name="Srikanth Kureti" userId="f9662f0c-bb6b-4655-aafd-1604d0978015" providerId="ADAL" clId="{CC6DFAF5-DB6F-48C8-983F-66F89E1CB410}" dt="2023-06-21T05:45:01.112" v="447" actId="20577"/>
          <ac:spMkLst>
            <pc:docMk/>
            <pc:sldMk cId="3392043275" sldId="2147468821"/>
            <ac:spMk id="6" creationId="{D69AC4A4-5B4D-207C-944E-49CC99F4E792}"/>
          </ac:spMkLst>
        </pc:spChg>
        <pc:spChg chg="add mod">
          <ac:chgData name="Srikanth Kureti" userId="f9662f0c-bb6b-4655-aafd-1604d0978015" providerId="ADAL" clId="{CC6DFAF5-DB6F-48C8-983F-66F89E1CB410}" dt="2023-06-21T05:40:23.926" v="366" actId="14100"/>
          <ac:spMkLst>
            <pc:docMk/>
            <pc:sldMk cId="3392043275" sldId="2147468821"/>
            <ac:spMk id="8" creationId="{7E535E12-2280-F6E4-F6C4-01E5A9A5BD1C}"/>
          </ac:spMkLst>
        </pc:spChg>
        <pc:spChg chg="add del mod">
          <ac:chgData name="Srikanth Kureti" userId="f9662f0c-bb6b-4655-aafd-1604d0978015" providerId="ADAL" clId="{CC6DFAF5-DB6F-48C8-983F-66F89E1CB410}" dt="2023-06-21T05:37:48.824" v="316" actId="1076"/>
          <ac:spMkLst>
            <pc:docMk/>
            <pc:sldMk cId="3392043275" sldId="2147468821"/>
            <ac:spMk id="9" creationId="{0205912A-B2F0-50EE-C690-A56302CFD81E}"/>
          </ac:spMkLst>
        </pc:spChg>
        <pc:spChg chg="add mod">
          <ac:chgData name="Srikanth Kureti" userId="f9662f0c-bb6b-4655-aafd-1604d0978015" providerId="ADAL" clId="{CC6DFAF5-DB6F-48C8-983F-66F89E1CB410}" dt="2023-06-21T05:37:55.693" v="318" actId="1076"/>
          <ac:spMkLst>
            <pc:docMk/>
            <pc:sldMk cId="3392043275" sldId="2147468821"/>
            <ac:spMk id="10" creationId="{3AA6FB80-1673-E3BD-8AA4-A095E17FEC2E}"/>
          </ac:spMkLst>
        </pc:spChg>
        <pc:spChg chg="add mod">
          <ac:chgData name="Srikanth Kureti" userId="f9662f0c-bb6b-4655-aafd-1604d0978015" providerId="ADAL" clId="{CC6DFAF5-DB6F-48C8-983F-66F89E1CB410}" dt="2023-06-21T05:40:27.647" v="367" actId="403"/>
          <ac:spMkLst>
            <pc:docMk/>
            <pc:sldMk cId="3392043275" sldId="2147468821"/>
            <ac:spMk id="11" creationId="{74715544-2B4E-C48D-7A88-07ED25BA5DE0}"/>
          </ac:spMkLst>
        </pc:spChg>
        <pc:spChg chg="add mod">
          <ac:chgData name="Srikanth Kureti" userId="f9662f0c-bb6b-4655-aafd-1604d0978015" providerId="ADAL" clId="{CC6DFAF5-DB6F-48C8-983F-66F89E1CB410}" dt="2023-06-21T05:38:39.317" v="337" actId="20577"/>
          <ac:spMkLst>
            <pc:docMk/>
            <pc:sldMk cId="3392043275" sldId="2147468821"/>
            <ac:spMk id="16" creationId="{970EFC0B-4ADB-1963-4229-2E5F0BC7CC14}"/>
          </ac:spMkLst>
        </pc:spChg>
        <pc:spChg chg="add mod">
          <ac:chgData name="Srikanth Kureti" userId="f9662f0c-bb6b-4655-aafd-1604d0978015" providerId="ADAL" clId="{CC6DFAF5-DB6F-48C8-983F-66F89E1CB410}" dt="2023-06-21T05:38:59.157" v="350" actId="20577"/>
          <ac:spMkLst>
            <pc:docMk/>
            <pc:sldMk cId="3392043275" sldId="2147468821"/>
            <ac:spMk id="17" creationId="{B3AEDD80-B32E-ECAA-450F-092B3799FD8D}"/>
          </ac:spMkLst>
        </pc:spChg>
        <pc:spChg chg="add mod">
          <ac:chgData name="Srikanth Kureti" userId="f9662f0c-bb6b-4655-aafd-1604d0978015" providerId="ADAL" clId="{CC6DFAF5-DB6F-48C8-983F-66F89E1CB410}" dt="2023-06-21T05:39:40.187" v="358" actId="1076"/>
          <ac:spMkLst>
            <pc:docMk/>
            <pc:sldMk cId="3392043275" sldId="2147468821"/>
            <ac:spMk id="19" creationId="{72C663B1-6D80-E0BD-5C49-A308BA6FEEF0}"/>
          </ac:spMkLst>
        </pc:spChg>
        <pc:spChg chg="add mod">
          <ac:chgData name="Srikanth Kureti" userId="f9662f0c-bb6b-4655-aafd-1604d0978015" providerId="ADAL" clId="{CC6DFAF5-DB6F-48C8-983F-66F89E1CB410}" dt="2023-06-21T05:39:43.470" v="360" actId="207"/>
          <ac:spMkLst>
            <pc:docMk/>
            <pc:sldMk cId="3392043275" sldId="2147468821"/>
            <ac:spMk id="20" creationId="{A7C91E2F-1CB9-3489-AB82-B2143404D9EE}"/>
          </ac:spMkLst>
        </pc:spChg>
        <pc:spChg chg="mod">
          <ac:chgData name="Srikanth Kureti" userId="f9662f0c-bb6b-4655-aafd-1604d0978015" providerId="ADAL" clId="{CC6DFAF5-DB6F-48C8-983F-66F89E1CB410}" dt="2023-06-21T05:30:29.707" v="188" actId="1076"/>
          <ac:spMkLst>
            <pc:docMk/>
            <pc:sldMk cId="3392043275" sldId="2147468821"/>
            <ac:spMk id="111" creationId="{10BDD589-3DB8-4539-8F22-BE45DFD574FA}"/>
          </ac:spMkLst>
        </pc:spChg>
        <pc:spChg chg="mod">
          <ac:chgData name="Srikanth Kureti" userId="f9662f0c-bb6b-4655-aafd-1604d0978015" providerId="ADAL" clId="{CC6DFAF5-DB6F-48C8-983F-66F89E1CB410}" dt="2023-06-21T05:40:13.157" v="364" actId="207"/>
          <ac:spMkLst>
            <pc:docMk/>
            <pc:sldMk cId="3392043275" sldId="2147468821"/>
            <ac:spMk id="112" creationId="{3ED320E9-C497-4695-B90F-DC896F735727}"/>
          </ac:spMkLst>
        </pc:spChg>
        <pc:spChg chg="mod">
          <ac:chgData name="Srikanth Kureti" userId="f9662f0c-bb6b-4655-aafd-1604d0978015" providerId="ADAL" clId="{CC6DFAF5-DB6F-48C8-983F-66F89E1CB410}" dt="2023-06-21T05:30:29.707" v="188" actId="1076"/>
          <ac:spMkLst>
            <pc:docMk/>
            <pc:sldMk cId="3392043275" sldId="2147468821"/>
            <ac:spMk id="113" creationId="{AC473A5A-AB8B-41FD-9E62-6DF1F5EF76FE}"/>
          </ac:spMkLst>
        </pc:spChg>
        <pc:spChg chg="mod">
          <ac:chgData name="Srikanth Kureti" userId="f9662f0c-bb6b-4655-aafd-1604d0978015" providerId="ADAL" clId="{CC6DFAF5-DB6F-48C8-983F-66F89E1CB410}" dt="2023-06-21T05:30:29.707" v="188" actId="1076"/>
          <ac:spMkLst>
            <pc:docMk/>
            <pc:sldMk cId="3392043275" sldId="2147468821"/>
            <ac:spMk id="114" creationId="{289FB96C-0303-4BCA-9342-CBD82D164011}"/>
          </ac:spMkLst>
        </pc:spChg>
        <pc:spChg chg="mod">
          <ac:chgData name="Srikanth Kureti" userId="f9662f0c-bb6b-4655-aafd-1604d0978015" providerId="ADAL" clId="{CC6DFAF5-DB6F-48C8-983F-66F89E1CB410}" dt="2023-06-21T05:44:54.398" v="445" actId="207"/>
          <ac:spMkLst>
            <pc:docMk/>
            <pc:sldMk cId="3392043275" sldId="2147468821"/>
            <ac:spMk id="116" creationId="{D6D40B8B-FAF2-4FE1-AA8E-15742F71DDFB}"/>
          </ac:spMkLst>
        </pc:spChg>
        <pc:spChg chg="mod">
          <ac:chgData name="Srikanth Kureti" userId="f9662f0c-bb6b-4655-aafd-1604d0978015" providerId="ADAL" clId="{CC6DFAF5-DB6F-48C8-983F-66F89E1CB410}" dt="2023-06-21T05:30:29.707" v="188" actId="1076"/>
          <ac:spMkLst>
            <pc:docMk/>
            <pc:sldMk cId="3392043275" sldId="2147468821"/>
            <ac:spMk id="128" creationId="{DD9F7A1F-CBE9-4628-8DBD-E555D8A0DE10}"/>
          </ac:spMkLst>
        </pc:spChg>
        <pc:grpChg chg="del">
          <ac:chgData name="Srikanth Kureti" userId="f9662f0c-bb6b-4655-aafd-1604d0978015" providerId="ADAL" clId="{CC6DFAF5-DB6F-48C8-983F-66F89E1CB410}" dt="2023-06-21T05:29:06.493" v="176" actId="478"/>
          <ac:grpSpMkLst>
            <pc:docMk/>
            <pc:sldMk cId="3392043275" sldId="2147468821"/>
            <ac:grpSpMk id="12" creationId="{03F2869F-F7D3-43C2-9A8C-235C3458B3BE}"/>
          </ac:grpSpMkLst>
        </pc:grpChg>
        <pc:picChg chg="add mod">
          <ac:chgData name="Srikanth Kureti" userId="f9662f0c-bb6b-4655-aafd-1604d0978015" providerId="ADAL" clId="{CC6DFAF5-DB6F-48C8-983F-66F89E1CB410}" dt="2023-06-21T05:41:04.522" v="370" actId="1076"/>
          <ac:picMkLst>
            <pc:docMk/>
            <pc:sldMk cId="3392043275" sldId="2147468821"/>
            <ac:picMk id="4" creationId="{735E8B3C-AE60-7374-0E5E-042D3737144A}"/>
          </ac:picMkLst>
        </pc:picChg>
        <pc:cxnChg chg="add mod">
          <ac:chgData name="Srikanth Kureti" userId="f9662f0c-bb6b-4655-aafd-1604d0978015" providerId="ADAL" clId="{CC6DFAF5-DB6F-48C8-983F-66F89E1CB410}" dt="2023-06-21T05:37:14.128" v="308" actId="1076"/>
          <ac:cxnSpMkLst>
            <pc:docMk/>
            <pc:sldMk cId="3392043275" sldId="2147468821"/>
            <ac:cxnSpMk id="14" creationId="{1FF99B3E-0679-778A-C906-C29ADCAA78BB}"/>
          </ac:cxnSpMkLst>
        </pc:cxnChg>
        <pc:cxnChg chg="add mod">
          <ac:chgData name="Srikanth Kureti" userId="f9662f0c-bb6b-4655-aafd-1604d0978015" providerId="ADAL" clId="{CC6DFAF5-DB6F-48C8-983F-66F89E1CB410}" dt="2023-06-21T05:38:07.665" v="325" actId="1076"/>
          <ac:cxnSpMkLst>
            <pc:docMk/>
            <pc:sldMk cId="3392043275" sldId="2147468821"/>
            <ac:cxnSpMk id="15" creationId="{1F455864-5FF1-86BA-DD13-CCC56CC4C9A5}"/>
          </ac:cxnSpMkLst>
        </pc:cxnChg>
        <pc:cxnChg chg="add mod">
          <ac:chgData name="Srikanth Kureti" userId="f9662f0c-bb6b-4655-aafd-1604d0978015" providerId="ADAL" clId="{CC6DFAF5-DB6F-48C8-983F-66F89E1CB410}" dt="2023-06-21T05:39:15.347" v="352" actId="1076"/>
          <ac:cxnSpMkLst>
            <pc:docMk/>
            <pc:sldMk cId="3392043275" sldId="2147468821"/>
            <ac:cxnSpMk id="18" creationId="{CE0878DC-A8A6-20A7-E9FF-E8B6B31BE61D}"/>
          </ac:cxnSpMkLst>
        </pc:cxnChg>
        <pc:cxnChg chg="mod">
          <ac:chgData name="Srikanth Kureti" userId="f9662f0c-bb6b-4655-aafd-1604d0978015" providerId="ADAL" clId="{CC6DFAF5-DB6F-48C8-983F-66F89E1CB410}" dt="2023-06-21T05:30:29.707" v="188" actId="1076"/>
          <ac:cxnSpMkLst>
            <pc:docMk/>
            <pc:sldMk cId="3392043275" sldId="2147468821"/>
            <ac:cxnSpMk id="117" creationId="{579F1ABE-92F0-4966-946F-9E296F39AA48}"/>
          </ac:cxnSpMkLst>
        </pc:cxnChg>
      </pc:sldChg>
      <pc:sldChg chg="addSp delSp modSp add mod">
        <pc:chgData name="Srikanth Kureti" userId="f9662f0c-bb6b-4655-aafd-1604d0978015" providerId="ADAL" clId="{CC6DFAF5-DB6F-48C8-983F-66F89E1CB410}" dt="2023-06-21T05:44:49.970" v="444" actId="1076"/>
        <pc:sldMkLst>
          <pc:docMk/>
          <pc:sldMk cId="2680030989" sldId="2147468822"/>
        </pc:sldMkLst>
        <pc:spChg chg="add mod">
          <ac:chgData name="Srikanth Kureti" userId="f9662f0c-bb6b-4655-aafd-1604d0978015" providerId="ADAL" clId="{CC6DFAF5-DB6F-48C8-983F-66F89E1CB410}" dt="2023-06-21T05:42:27.614" v="375" actId="1076"/>
          <ac:spMkLst>
            <pc:docMk/>
            <pc:sldMk cId="2680030989" sldId="2147468822"/>
            <ac:spMk id="4" creationId="{44206B04-E83D-A293-D27B-347BF44E765A}"/>
          </ac:spMkLst>
        </pc:spChg>
        <pc:spChg chg="add mod">
          <ac:chgData name="Srikanth Kureti" userId="f9662f0c-bb6b-4655-aafd-1604d0978015" providerId="ADAL" clId="{CC6DFAF5-DB6F-48C8-983F-66F89E1CB410}" dt="2023-06-21T05:42:27.614" v="375" actId="1076"/>
          <ac:spMkLst>
            <pc:docMk/>
            <pc:sldMk cId="2680030989" sldId="2147468822"/>
            <ac:spMk id="6" creationId="{27299880-3481-0BE2-D822-B9C104881747}"/>
          </ac:spMkLst>
        </pc:spChg>
        <pc:spChg chg="add mod">
          <ac:chgData name="Srikanth Kureti" userId="f9662f0c-bb6b-4655-aafd-1604d0978015" providerId="ADAL" clId="{CC6DFAF5-DB6F-48C8-983F-66F89E1CB410}" dt="2023-06-21T05:42:56.812" v="378"/>
          <ac:spMkLst>
            <pc:docMk/>
            <pc:sldMk cId="2680030989" sldId="2147468822"/>
            <ac:spMk id="8" creationId="{3C7DB693-B897-F41D-6A08-641E4526E128}"/>
          </ac:spMkLst>
        </pc:spChg>
        <pc:spChg chg="add mod">
          <ac:chgData name="Srikanth Kureti" userId="f9662f0c-bb6b-4655-aafd-1604d0978015" providerId="ADAL" clId="{CC6DFAF5-DB6F-48C8-983F-66F89E1CB410}" dt="2023-06-21T05:43:35.847" v="391" actId="1076"/>
          <ac:spMkLst>
            <pc:docMk/>
            <pc:sldMk cId="2680030989" sldId="2147468822"/>
            <ac:spMk id="9" creationId="{9B1ABE2E-065B-9ABB-DAD0-2BFA58770CAC}"/>
          </ac:spMkLst>
        </pc:spChg>
        <pc:spChg chg="add mod">
          <ac:chgData name="Srikanth Kureti" userId="f9662f0c-bb6b-4655-aafd-1604d0978015" providerId="ADAL" clId="{CC6DFAF5-DB6F-48C8-983F-66F89E1CB410}" dt="2023-06-21T05:43:41.841" v="403" actId="20577"/>
          <ac:spMkLst>
            <pc:docMk/>
            <pc:sldMk cId="2680030989" sldId="2147468822"/>
            <ac:spMk id="10" creationId="{BAABFCD4-F66C-3263-D8BB-3DB08B883D59}"/>
          </ac:spMkLst>
        </pc:spChg>
        <pc:spChg chg="add mod">
          <ac:chgData name="Srikanth Kureti" userId="f9662f0c-bb6b-4655-aafd-1604d0978015" providerId="ADAL" clId="{CC6DFAF5-DB6F-48C8-983F-66F89E1CB410}" dt="2023-06-21T05:43:51.698" v="412" actId="20577"/>
          <ac:spMkLst>
            <pc:docMk/>
            <pc:sldMk cId="2680030989" sldId="2147468822"/>
            <ac:spMk id="11" creationId="{D92C1C0F-941F-8BB2-0A57-093AEE091486}"/>
          </ac:spMkLst>
        </pc:spChg>
        <pc:spChg chg="add mod">
          <ac:chgData name="Srikanth Kureti" userId="f9662f0c-bb6b-4655-aafd-1604d0978015" providerId="ADAL" clId="{CC6DFAF5-DB6F-48C8-983F-66F89E1CB410}" dt="2023-06-21T05:44:08.025" v="424" actId="1076"/>
          <ac:spMkLst>
            <pc:docMk/>
            <pc:sldMk cId="2680030989" sldId="2147468822"/>
            <ac:spMk id="13" creationId="{EC3B4E24-0A4C-E93C-B5B1-5EFFF2CC374D}"/>
          </ac:spMkLst>
        </pc:spChg>
        <pc:spChg chg="add mod">
          <ac:chgData name="Srikanth Kureti" userId="f9662f0c-bb6b-4655-aafd-1604d0978015" providerId="ADAL" clId="{CC6DFAF5-DB6F-48C8-983F-66F89E1CB410}" dt="2023-06-21T05:44:17.805" v="436" actId="20577"/>
          <ac:spMkLst>
            <pc:docMk/>
            <pc:sldMk cId="2680030989" sldId="2147468822"/>
            <ac:spMk id="16" creationId="{3B057E09-F081-DA14-E9C9-E7EF64DB0319}"/>
          </ac:spMkLst>
        </pc:spChg>
        <pc:spChg chg="add mod">
          <ac:chgData name="Srikanth Kureti" userId="f9662f0c-bb6b-4655-aafd-1604d0978015" providerId="ADAL" clId="{CC6DFAF5-DB6F-48C8-983F-66F89E1CB410}" dt="2023-06-21T05:44:20.829" v="439" actId="20577"/>
          <ac:spMkLst>
            <pc:docMk/>
            <pc:sldMk cId="2680030989" sldId="2147468822"/>
            <ac:spMk id="17" creationId="{1C374D63-74D5-75F2-93D2-3CB4546FDAAE}"/>
          </ac:spMkLst>
        </pc:spChg>
        <pc:spChg chg="add mod">
          <ac:chgData name="Srikanth Kureti" userId="f9662f0c-bb6b-4655-aafd-1604d0978015" providerId="ADAL" clId="{CC6DFAF5-DB6F-48C8-983F-66F89E1CB410}" dt="2023-06-21T05:42:27.614" v="375" actId="1076"/>
          <ac:spMkLst>
            <pc:docMk/>
            <pc:sldMk cId="2680030989" sldId="2147468822"/>
            <ac:spMk id="19" creationId="{08A89526-64E7-1509-B8FB-F235DF7CE4F7}"/>
          </ac:spMkLst>
        </pc:spChg>
        <pc:spChg chg="add mod">
          <ac:chgData name="Srikanth Kureti" userId="f9662f0c-bb6b-4655-aafd-1604d0978015" providerId="ADAL" clId="{CC6DFAF5-DB6F-48C8-983F-66F89E1CB410}" dt="2023-06-21T05:42:27.614" v="375" actId="1076"/>
          <ac:spMkLst>
            <pc:docMk/>
            <pc:sldMk cId="2680030989" sldId="2147468822"/>
            <ac:spMk id="20" creationId="{ACF71E53-3E50-B0DD-C06B-7AB2A2C10A50}"/>
          </ac:spMkLst>
        </pc:spChg>
        <pc:spChg chg="mod">
          <ac:chgData name="Srikanth Kureti" userId="f9662f0c-bb6b-4655-aafd-1604d0978015" providerId="ADAL" clId="{CC6DFAF5-DB6F-48C8-983F-66F89E1CB410}" dt="2023-06-21T05:44:39.704" v="441" actId="207"/>
          <ac:spMkLst>
            <pc:docMk/>
            <pc:sldMk cId="2680030989" sldId="2147468822"/>
            <ac:spMk id="112" creationId="{3ED320E9-C497-4695-B90F-DC896F735727}"/>
          </ac:spMkLst>
        </pc:spChg>
        <pc:spChg chg="mod">
          <ac:chgData name="Srikanth Kureti" userId="f9662f0c-bb6b-4655-aafd-1604d0978015" providerId="ADAL" clId="{CC6DFAF5-DB6F-48C8-983F-66F89E1CB410}" dt="2023-06-21T05:44:49.970" v="444" actId="1076"/>
          <ac:spMkLst>
            <pc:docMk/>
            <pc:sldMk cId="2680030989" sldId="2147468822"/>
            <ac:spMk id="116" creationId="{D6D40B8B-FAF2-4FE1-AA8E-15742F71DDFB}"/>
          </ac:spMkLst>
        </pc:spChg>
        <pc:grpChg chg="del">
          <ac:chgData name="Srikanth Kureti" userId="f9662f0c-bb6b-4655-aafd-1604d0978015" providerId="ADAL" clId="{CC6DFAF5-DB6F-48C8-983F-66F89E1CB410}" dt="2023-06-21T05:42:10.545" v="373" actId="478"/>
          <ac:grpSpMkLst>
            <pc:docMk/>
            <pc:sldMk cId="2680030989" sldId="2147468822"/>
            <ac:grpSpMk id="12" creationId="{03F2869F-F7D3-43C2-9A8C-235C3458B3BE}"/>
          </ac:grpSpMkLst>
        </pc:grpChg>
        <pc:picChg chg="add mod">
          <ac:chgData name="Srikanth Kureti" userId="f9662f0c-bb6b-4655-aafd-1604d0978015" providerId="ADAL" clId="{CC6DFAF5-DB6F-48C8-983F-66F89E1CB410}" dt="2023-06-21T05:42:27.614" v="375" actId="1076"/>
          <ac:picMkLst>
            <pc:docMk/>
            <pc:sldMk cId="2680030989" sldId="2147468822"/>
            <ac:picMk id="3" creationId="{F3EF6695-440D-3869-B569-AA49075B88F0}"/>
          </ac:picMkLst>
        </pc:picChg>
        <pc:picChg chg="add mod">
          <ac:chgData name="Srikanth Kureti" userId="f9662f0c-bb6b-4655-aafd-1604d0978015" providerId="ADAL" clId="{CC6DFAF5-DB6F-48C8-983F-66F89E1CB410}" dt="2023-06-21T05:42:27.614" v="375" actId="1076"/>
          <ac:picMkLst>
            <pc:docMk/>
            <pc:sldMk cId="2680030989" sldId="2147468822"/>
            <ac:picMk id="5" creationId="{A345B4FC-5FCB-0BED-050E-ABC9BA549EA7}"/>
          </ac:picMkLst>
        </pc:picChg>
        <pc:cxnChg chg="add mod">
          <ac:chgData name="Srikanth Kureti" userId="f9662f0c-bb6b-4655-aafd-1604d0978015" providerId="ADAL" clId="{CC6DFAF5-DB6F-48C8-983F-66F89E1CB410}" dt="2023-06-21T05:42:27.614" v="375" actId="1076"/>
          <ac:cxnSpMkLst>
            <pc:docMk/>
            <pc:sldMk cId="2680030989" sldId="2147468822"/>
            <ac:cxnSpMk id="14" creationId="{7DE8EDE0-7458-14CA-D71F-85964DFBF093}"/>
          </ac:cxnSpMkLst>
        </pc:cxnChg>
        <pc:cxnChg chg="add mod">
          <ac:chgData name="Srikanth Kureti" userId="f9662f0c-bb6b-4655-aafd-1604d0978015" providerId="ADAL" clId="{CC6DFAF5-DB6F-48C8-983F-66F89E1CB410}" dt="2023-06-21T05:42:27.614" v="375" actId="1076"/>
          <ac:cxnSpMkLst>
            <pc:docMk/>
            <pc:sldMk cId="2680030989" sldId="2147468822"/>
            <ac:cxnSpMk id="15" creationId="{7DCDE7C6-5B36-A24E-D164-BDAB40631814}"/>
          </ac:cxnSpMkLst>
        </pc:cxnChg>
        <pc:cxnChg chg="add mod">
          <ac:chgData name="Srikanth Kureti" userId="f9662f0c-bb6b-4655-aafd-1604d0978015" providerId="ADAL" clId="{CC6DFAF5-DB6F-48C8-983F-66F89E1CB410}" dt="2023-06-21T05:42:27.614" v="375" actId="1076"/>
          <ac:cxnSpMkLst>
            <pc:docMk/>
            <pc:sldMk cId="2680030989" sldId="2147468822"/>
            <ac:cxnSpMk id="18" creationId="{262F0A42-DA54-F478-5653-E82A644265A4}"/>
          </ac:cxnSpMkLst>
        </pc:cxnChg>
      </pc:sldChg>
      <pc:sldChg chg="add del">
        <pc:chgData name="Srikanth Kureti" userId="f9662f0c-bb6b-4655-aafd-1604d0978015" providerId="ADAL" clId="{CC6DFAF5-DB6F-48C8-983F-66F89E1CB410}" dt="2023-08-01T06:05:52.265" v="681"/>
        <pc:sldMkLst>
          <pc:docMk/>
          <pc:sldMk cId="2032884243" sldId="214746886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A6489E-0F77-4397-ABE2-DE5A99547524}"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82634840-DAB9-466C-A0DC-FF80FD3A40D2}">
      <dgm:prSet phldrT="[Text]" custT="1"/>
      <dgm:spPr>
        <a:gradFill flip="none" rotWithShape="0">
          <a:gsLst>
            <a:gs pos="0">
              <a:schemeClr val="accent1">
                <a:shade val="80000"/>
                <a:hueOff val="0"/>
                <a:satOff val="0"/>
                <a:lumOff val="0"/>
                <a:shade val="30000"/>
                <a:satMod val="115000"/>
              </a:schemeClr>
            </a:gs>
            <a:gs pos="50000">
              <a:schemeClr val="accent1">
                <a:shade val="80000"/>
                <a:hueOff val="0"/>
                <a:satOff val="0"/>
                <a:lumOff val="0"/>
                <a:shade val="67500"/>
                <a:satMod val="115000"/>
              </a:schemeClr>
            </a:gs>
            <a:gs pos="100000">
              <a:schemeClr val="accent1">
                <a:shade val="80000"/>
                <a:hueOff val="0"/>
                <a:satOff val="0"/>
                <a:lumOff val="0"/>
                <a:shade val="100000"/>
                <a:satMod val="115000"/>
              </a:schemeClr>
            </a:gs>
          </a:gsLst>
          <a:lin ang="10800000" scaled="1"/>
          <a:tileRect/>
        </a:gradFill>
      </dgm:spPr>
      <dgm:t>
        <a:bodyPr/>
        <a:lstStyle/>
        <a:p>
          <a:r>
            <a:rPr lang="en-US" sz="2000" b="0" dirty="0"/>
            <a:t>Physical Office Details</a:t>
          </a:r>
        </a:p>
      </dgm:t>
    </dgm:pt>
    <dgm:pt modelId="{69405A43-3653-4FDD-A3F0-C166A3864C95}" type="parTrans" cxnId="{45EDCEFC-EE3B-4758-BB2C-53E8ABE0A404}">
      <dgm:prSet/>
      <dgm:spPr/>
      <dgm:t>
        <a:bodyPr/>
        <a:lstStyle/>
        <a:p>
          <a:endParaRPr lang="en-US"/>
        </a:p>
      </dgm:t>
    </dgm:pt>
    <dgm:pt modelId="{41F11B94-FEDA-499D-9323-43320D668682}" type="sibTrans" cxnId="{45EDCEFC-EE3B-4758-BB2C-53E8ABE0A404}">
      <dgm:prSet/>
      <dgm:spPr/>
      <dgm:t>
        <a:bodyPr/>
        <a:lstStyle/>
        <a:p>
          <a:endParaRPr lang="en-US"/>
        </a:p>
      </dgm:t>
    </dgm:pt>
    <dgm:pt modelId="{C8C3F7DC-9528-4A90-AF77-A1CBF7204D71}">
      <dgm:prSet phldrT="[Text]" custT="1"/>
      <dgm:spPr>
        <a:solidFill>
          <a:schemeClr val="accent1">
            <a:lumMod val="40000"/>
            <a:lumOff val="60000"/>
          </a:schemeClr>
        </a:solidFill>
      </dgm:spPr>
      <dgm:t>
        <a:bodyPr/>
        <a:lstStyle/>
        <a:p>
          <a:pPr algn="ctr"/>
          <a:r>
            <a:rPr lang="en-US" sz="1400" b="0" dirty="0">
              <a:solidFill>
                <a:schemeClr val="tx1"/>
              </a:solidFill>
            </a:rPr>
            <a:t>Tidel Park, Chennai, India</a:t>
          </a:r>
        </a:p>
        <a:p>
          <a:pPr algn="ctr"/>
          <a:endParaRPr lang="en-US" sz="1200" b="0" dirty="0">
            <a:solidFill>
              <a:schemeClr val="tx1"/>
            </a:solidFill>
          </a:endParaRPr>
        </a:p>
        <a:p>
          <a:pPr algn="ctr"/>
          <a:r>
            <a:rPr lang="en-US" sz="1200" b="0" dirty="0">
              <a:solidFill>
                <a:schemeClr val="tx1"/>
              </a:solidFill>
            </a:rPr>
            <a:t>Module 107, Tidel Park, Taramani, Chennai 600113</a:t>
          </a:r>
        </a:p>
      </dgm:t>
    </dgm:pt>
    <dgm:pt modelId="{3C460C07-603C-40C2-9A27-F8611B91A57D}" type="parTrans" cxnId="{68967537-89E9-4CC7-B0C4-C1266A9D3329}">
      <dgm:prSet/>
      <dgm:spPr/>
      <dgm:t>
        <a:bodyPr/>
        <a:lstStyle/>
        <a:p>
          <a:endParaRPr lang="en-US"/>
        </a:p>
      </dgm:t>
    </dgm:pt>
    <dgm:pt modelId="{0585B660-E78D-4C7C-9136-61C00FA6A553}" type="sibTrans" cxnId="{68967537-89E9-4CC7-B0C4-C1266A9D3329}">
      <dgm:prSet/>
      <dgm:spPr/>
      <dgm:t>
        <a:bodyPr/>
        <a:lstStyle/>
        <a:p>
          <a:endParaRPr lang="en-US"/>
        </a:p>
      </dgm:t>
    </dgm:pt>
    <dgm:pt modelId="{F6B163F3-68A6-455E-A467-E82CBAC1C592}">
      <dgm:prSet phldrT="[Text]" custT="1"/>
      <dgm:spPr>
        <a:solidFill>
          <a:schemeClr val="accent1">
            <a:lumMod val="40000"/>
            <a:lumOff val="60000"/>
          </a:schemeClr>
        </a:solidFill>
      </dgm:spPr>
      <dgm:t>
        <a:bodyPr/>
        <a:lstStyle/>
        <a:p>
          <a:pPr algn="ctr"/>
          <a:r>
            <a:rPr lang="en-US" sz="1400" b="0" dirty="0">
              <a:solidFill>
                <a:schemeClr val="tx1"/>
              </a:solidFill>
            </a:rPr>
            <a:t>Mepz, Chennai, India</a:t>
          </a:r>
        </a:p>
        <a:p>
          <a:pPr algn="ctr"/>
          <a:endParaRPr lang="en-US" sz="1200" b="0" dirty="0">
            <a:solidFill>
              <a:schemeClr val="tx1"/>
            </a:solidFill>
          </a:endParaRPr>
        </a:p>
        <a:p>
          <a:pPr algn="ctr"/>
          <a:r>
            <a:rPr lang="pt-BR" sz="1200" b="0" i="0" dirty="0">
              <a:solidFill>
                <a:schemeClr val="tx1"/>
              </a:solidFill>
            </a:rPr>
            <a:t>Tambaram West, Tambaram, Chennai, Tamil Nadu 600047</a:t>
          </a:r>
          <a:endParaRPr lang="en-US" sz="1200" b="0" dirty="0">
            <a:solidFill>
              <a:schemeClr val="tx1"/>
            </a:solidFill>
          </a:endParaRPr>
        </a:p>
      </dgm:t>
    </dgm:pt>
    <dgm:pt modelId="{CE224A8A-2657-4CAC-AD16-793E7CB1130D}" type="parTrans" cxnId="{B843A66F-5C7F-4C25-9783-361480E67064}">
      <dgm:prSet/>
      <dgm:spPr/>
      <dgm:t>
        <a:bodyPr/>
        <a:lstStyle/>
        <a:p>
          <a:endParaRPr lang="en-US"/>
        </a:p>
      </dgm:t>
    </dgm:pt>
    <dgm:pt modelId="{CB129767-6CAD-471C-A02D-43FD2AD937DB}" type="sibTrans" cxnId="{B843A66F-5C7F-4C25-9783-361480E67064}">
      <dgm:prSet/>
      <dgm:spPr/>
      <dgm:t>
        <a:bodyPr/>
        <a:lstStyle/>
        <a:p>
          <a:endParaRPr lang="en-US"/>
        </a:p>
      </dgm:t>
    </dgm:pt>
    <dgm:pt modelId="{F6E68724-7F23-44E4-876F-0CF2DFF259F4}">
      <dgm:prSet phldrT="[Text]" custT="1"/>
      <dgm:spPr>
        <a:solidFill>
          <a:schemeClr val="accent1">
            <a:lumMod val="40000"/>
            <a:lumOff val="60000"/>
          </a:schemeClr>
        </a:solidFill>
      </dgm:spPr>
      <dgm:t>
        <a:bodyPr/>
        <a:lstStyle/>
        <a:p>
          <a:pPr algn="ctr"/>
          <a:r>
            <a:rPr lang="en-US" sz="1400" b="0" dirty="0">
              <a:solidFill>
                <a:schemeClr val="tx1"/>
              </a:solidFill>
            </a:rPr>
            <a:t>Thanjavur, India</a:t>
          </a:r>
        </a:p>
        <a:p>
          <a:pPr algn="ctr"/>
          <a:endParaRPr lang="en-US" sz="1200" b="0" dirty="0">
            <a:solidFill>
              <a:schemeClr val="tx1"/>
            </a:solidFill>
          </a:endParaRPr>
        </a:p>
        <a:p>
          <a:pPr algn="ctr"/>
          <a:r>
            <a:rPr lang="en-US" sz="1200" b="0" dirty="0">
              <a:solidFill>
                <a:schemeClr val="tx1"/>
              </a:solidFill>
            </a:rPr>
            <a:t>1520 South Rampart, JRS Complex, 2</a:t>
          </a:r>
          <a:r>
            <a:rPr lang="en-US" sz="1200" b="0" baseline="30000" dirty="0">
              <a:solidFill>
                <a:schemeClr val="tx1"/>
              </a:solidFill>
            </a:rPr>
            <a:t>nd</a:t>
          </a:r>
          <a:r>
            <a:rPr lang="en-US" sz="1200" b="0" dirty="0">
              <a:solidFill>
                <a:schemeClr val="tx1"/>
              </a:solidFill>
            </a:rPr>
            <a:t> floor Thanjavur</a:t>
          </a:r>
          <a:r>
            <a:rPr lang="en-IN" sz="1200" b="0" dirty="0">
              <a:solidFill>
                <a:schemeClr val="tx1"/>
              </a:solidFill>
            </a:rPr>
            <a:t>, </a:t>
          </a:r>
          <a:r>
            <a:rPr lang="en-IN" sz="1200" b="0" i="0" dirty="0">
              <a:solidFill>
                <a:schemeClr val="tx1"/>
              </a:solidFill>
              <a:effectLst/>
              <a:latin typeface="+mn-lt"/>
              <a:ea typeface="+mn-ea"/>
              <a:cs typeface="+mn-cs"/>
            </a:rPr>
            <a:t>613001</a:t>
          </a:r>
          <a:endParaRPr lang="en-US" sz="1200" b="0" dirty="0">
            <a:solidFill>
              <a:schemeClr val="tx1"/>
            </a:solidFill>
          </a:endParaRPr>
        </a:p>
      </dgm:t>
    </dgm:pt>
    <dgm:pt modelId="{B0F24650-F825-4E9F-89A0-4B12FC2509B4}" type="parTrans" cxnId="{9E363BDC-9F92-47E9-BA22-6CBC3E7BA901}">
      <dgm:prSet/>
      <dgm:spPr/>
      <dgm:t>
        <a:bodyPr/>
        <a:lstStyle/>
        <a:p>
          <a:endParaRPr lang="en-US"/>
        </a:p>
      </dgm:t>
    </dgm:pt>
    <dgm:pt modelId="{41A84BFB-E7A3-4A36-B961-D1636FD1E532}" type="sibTrans" cxnId="{9E363BDC-9F92-47E9-BA22-6CBC3E7BA901}">
      <dgm:prSet/>
      <dgm:spPr/>
      <dgm:t>
        <a:bodyPr/>
        <a:lstStyle/>
        <a:p>
          <a:endParaRPr lang="en-US"/>
        </a:p>
      </dgm:t>
    </dgm:pt>
    <dgm:pt modelId="{FFF90E34-0213-4536-8F65-EC36E4B8FFF6}">
      <dgm:prSet phldrT="[Text]" custT="1"/>
      <dgm:spPr>
        <a:solidFill>
          <a:schemeClr val="accent1">
            <a:lumMod val="40000"/>
            <a:lumOff val="60000"/>
          </a:schemeClr>
        </a:solidFill>
      </dgm:spPr>
      <dgm:t>
        <a:bodyPr/>
        <a:lstStyle/>
        <a:p>
          <a:pPr algn="ctr">
            <a:lnSpc>
              <a:spcPct val="300000"/>
            </a:lnSpc>
            <a:buNone/>
          </a:pPr>
          <a:endParaRPr lang="en-US" sz="1400" b="0" dirty="0">
            <a:solidFill>
              <a:schemeClr val="tx1"/>
            </a:solidFill>
          </a:endParaRPr>
        </a:p>
      </dgm:t>
    </dgm:pt>
    <dgm:pt modelId="{D997DFD4-3C9C-4E06-B68A-6B431114F294}" type="parTrans" cxnId="{28AF212A-996D-48B4-96D4-E9A95A533103}">
      <dgm:prSet/>
      <dgm:spPr/>
      <dgm:t>
        <a:bodyPr/>
        <a:lstStyle/>
        <a:p>
          <a:endParaRPr lang="en-US"/>
        </a:p>
      </dgm:t>
    </dgm:pt>
    <dgm:pt modelId="{4BEE47B8-FE1D-4246-861A-54C6ADC3B3CD}" type="sibTrans" cxnId="{28AF212A-996D-48B4-96D4-E9A95A533103}">
      <dgm:prSet/>
      <dgm:spPr/>
      <dgm:t>
        <a:bodyPr/>
        <a:lstStyle/>
        <a:p>
          <a:endParaRPr lang="en-US"/>
        </a:p>
      </dgm:t>
    </dgm:pt>
    <dgm:pt modelId="{1C29217C-B74D-4CCF-9A44-C8DB2A34D185}">
      <dgm:prSet phldrT="[Text]" custT="1"/>
      <dgm:spPr>
        <a:solidFill>
          <a:schemeClr val="accent1">
            <a:lumMod val="40000"/>
            <a:lumOff val="60000"/>
          </a:schemeClr>
        </a:solidFill>
      </dgm:spPr>
      <dgm:t>
        <a:bodyPr/>
        <a:lstStyle/>
        <a:p>
          <a:pPr algn="ctr">
            <a:lnSpc>
              <a:spcPct val="90000"/>
            </a:lnSpc>
            <a:buNone/>
          </a:pPr>
          <a:endParaRPr lang="en-US" sz="1200" b="0" dirty="0">
            <a:solidFill>
              <a:schemeClr val="bg1"/>
            </a:solidFill>
          </a:endParaRPr>
        </a:p>
      </dgm:t>
    </dgm:pt>
    <dgm:pt modelId="{2C604635-0CD9-4CE9-806C-28BB5581818F}" type="parTrans" cxnId="{8533197E-29CE-40FC-A54E-482ED2291D35}">
      <dgm:prSet/>
      <dgm:spPr/>
      <dgm:t>
        <a:bodyPr/>
        <a:lstStyle/>
        <a:p>
          <a:endParaRPr lang="en-US"/>
        </a:p>
      </dgm:t>
    </dgm:pt>
    <dgm:pt modelId="{F5846E8C-88A6-4396-BA6F-22CCE84510AF}" type="sibTrans" cxnId="{8533197E-29CE-40FC-A54E-482ED2291D35}">
      <dgm:prSet/>
      <dgm:spPr/>
      <dgm:t>
        <a:bodyPr/>
        <a:lstStyle/>
        <a:p>
          <a:endParaRPr lang="en-US"/>
        </a:p>
      </dgm:t>
    </dgm:pt>
    <dgm:pt modelId="{8553F0E3-4302-448E-8083-D67F11143534}">
      <dgm:prSet phldrT="[Text]" custT="1"/>
      <dgm:spPr>
        <a:solidFill>
          <a:schemeClr val="accent1">
            <a:lumMod val="40000"/>
            <a:lumOff val="60000"/>
          </a:schemeClr>
        </a:solidFill>
      </dgm:spPr>
      <dgm:t>
        <a:bodyPr/>
        <a:lstStyle/>
        <a:p>
          <a:pPr algn="ctr">
            <a:lnSpc>
              <a:spcPct val="90000"/>
            </a:lnSpc>
            <a:buNone/>
          </a:pPr>
          <a:r>
            <a:rPr lang="en-US" sz="1200" b="0" i="0" dirty="0">
              <a:solidFill>
                <a:schemeClr val="tx1"/>
              </a:solidFill>
            </a:rPr>
            <a:t>RR 5 Tower, South Phase, Ambedkar Nagar, SIDCO Industrial Estate, Gandhi Nagar, Chennai, Tamil Nadu 600032</a:t>
          </a:r>
          <a:endParaRPr lang="en-US" sz="1200" b="0" dirty="0">
            <a:solidFill>
              <a:schemeClr val="tx1"/>
            </a:solidFill>
          </a:endParaRPr>
        </a:p>
      </dgm:t>
    </dgm:pt>
    <dgm:pt modelId="{BBBF4767-DD8B-4631-BD8A-EB946A182184}" type="parTrans" cxnId="{900E8452-9375-4C5E-A1A4-0B0141D4C799}">
      <dgm:prSet/>
      <dgm:spPr/>
      <dgm:t>
        <a:bodyPr/>
        <a:lstStyle/>
        <a:p>
          <a:endParaRPr lang="en-US"/>
        </a:p>
      </dgm:t>
    </dgm:pt>
    <dgm:pt modelId="{8FD973F2-7953-4E9C-A175-AEED823DF56A}" type="sibTrans" cxnId="{900E8452-9375-4C5E-A1A4-0B0141D4C799}">
      <dgm:prSet/>
      <dgm:spPr/>
      <dgm:t>
        <a:bodyPr/>
        <a:lstStyle/>
        <a:p>
          <a:endParaRPr lang="en-US"/>
        </a:p>
      </dgm:t>
    </dgm:pt>
    <dgm:pt modelId="{5A1444CE-3288-465D-A91D-B2E57496136E}" type="pres">
      <dgm:prSet presAssocID="{A9A6489E-0F77-4397-ABE2-DE5A99547524}" presName="composite" presStyleCnt="0">
        <dgm:presLayoutVars>
          <dgm:chMax val="1"/>
          <dgm:dir/>
          <dgm:resizeHandles val="exact"/>
        </dgm:presLayoutVars>
      </dgm:prSet>
      <dgm:spPr/>
    </dgm:pt>
    <dgm:pt modelId="{F8129C2F-0221-4FEF-9B52-31FCC344DADC}" type="pres">
      <dgm:prSet presAssocID="{82634840-DAB9-466C-A0DC-FF80FD3A40D2}" presName="roof" presStyleLbl="dkBgShp" presStyleIdx="0" presStyleCnt="2"/>
      <dgm:spPr/>
    </dgm:pt>
    <dgm:pt modelId="{2944740D-50F0-4DCA-ADF3-CA6F7EE0A7F0}" type="pres">
      <dgm:prSet presAssocID="{82634840-DAB9-466C-A0DC-FF80FD3A40D2}" presName="pillars" presStyleCnt="0"/>
      <dgm:spPr/>
    </dgm:pt>
    <dgm:pt modelId="{0E43F98A-A845-435E-9714-3656FCCCEB40}" type="pres">
      <dgm:prSet presAssocID="{82634840-DAB9-466C-A0DC-FF80FD3A40D2}" presName="pillar1" presStyleLbl="node1" presStyleIdx="0" presStyleCnt="4" custScaleX="103975">
        <dgm:presLayoutVars>
          <dgm:bulletEnabled val="1"/>
        </dgm:presLayoutVars>
      </dgm:prSet>
      <dgm:spPr/>
    </dgm:pt>
    <dgm:pt modelId="{98B971C6-38AF-4329-912D-26C8642353DC}" type="pres">
      <dgm:prSet presAssocID="{F6B163F3-68A6-455E-A467-E82CBAC1C592}" presName="pillarX" presStyleLbl="node1" presStyleIdx="1" presStyleCnt="4">
        <dgm:presLayoutVars>
          <dgm:bulletEnabled val="1"/>
        </dgm:presLayoutVars>
      </dgm:prSet>
      <dgm:spPr/>
    </dgm:pt>
    <dgm:pt modelId="{EA42BBAE-4321-41F1-830C-950DBFE5DB67}" type="pres">
      <dgm:prSet presAssocID="{FFF90E34-0213-4536-8F65-EC36E4B8FFF6}" presName="pillarX" presStyleLbl="node1" presStyleIdx="2" presStyleCnt="4">
        <dgm:presLayoutVars>
          <dgm:bulletEnabled val="1"/>
        </dgm:presLayoutVars>
      </dgm:prSet>
      <dgm:spPr/>
    </dgm:pt>
    <dgm:pt modelId="{5DC2E855-F182-4278-B4A0-2B110929BBBC}" type="pres">
      <dgm:prSet presAssocID="{F6E68724-7F23-44E4-876F-0CF2DFF259F4}" presName="pillarX" presStyleLbl="node1" presStyleIdx="3" presStyleCnt="4">
        <dgm:presLayoutVars>
          <dgm:bulletEnabled val="1"/>
        </dgm:presLayoutVars>
      </dgm:prSet>
      <dgm:spPr/>
    </dgm:pt>
    <dgm:pt modelId="{B54CB2C1-D42A-4AFF-A17B-E327EA36321F}" type="pres">
      <dgm:prSet presAssocID="{82634840-DAB9-466C-A0DC-FF80FD3A40D2}" presName="base" presStyleLbl="dkBgShp" presStyleIdx="1" presStyleCnt="2" custLinFactNeighborY="5978"/>
      <dgm:spPr/>
    </dgm:pt>
  </dgm:ptLst>
  <dgm:cxnLst>
    <dgm:cxn modelId="{99F5DF12-7A7C-466B-A026-374443038474}" type="presOf" srcId="{1C29217C-B74D-4CCF-9A44-C8DB2A34D185}" destId="{EA42BBAE-4321-41F1-830C-950DBFE5DB67}" srcOrd="0" destOrd="2" presId="urn:microsoft.com/office/officeart/2005/8/layout/hList3"/>
    <dgm:cxn modelId="{4E523B15-205D-48A7-B570-4CCE8D49F238}" type="presOf" srcId="{82634840-DAB9-466C-A0DC-FF80FD3A40D2}" destId="{F8129C2F-0221-4FEF-9B52-31FCC344DADC}" srcOrd="0" destOrd="0" presId="urn:microsoft.com/office/officeart/2005/8/layout/hList3"/>
    <dgm:cxn modelId="{28AF212A-996D-48B4-96D4-E9A95A533103}" srcId="{82634840-DAB9-466C-A0DC-FF80FD3A40D2}" destId="{FFF90E34-0213-4536-8F65-EC36E4B8FFF6}" srcOrd="2" destOrd="0" parTransId="{D997DFD4-3C9C-4E06-B68A-6B431114F294}" sibTransId="{4BEE47B8-FE1D-4246-861A-54C6ADC3B3CD}"/>
    <dgm:cxn modelId="{68967537-89E9-4CC7-B0C4-C1266A9D3329}" srcId="{82634840-DAB9-466C-A0DC-FF80FD3A40D2}" destId="{C8C3F7DC-9528-4A90-AF77-A1CBF7204D71}" srcOrd="0" destOrd="0" parTransId="{3C460C07-603C-40C2-9A27-F8611B91A57D}" sibTransId="{0585B660-E78D-4C7C-9136-61C00FA6A553}"/>
    <dgm:cxn modelId="{BFB7C360-5DDC-4E4E-AFA9-A3D0D19E3905}" type="presOf" srcId="{8553F0E3-4302-448E-8083-D67F11143534}" destId="{EA42BBAE-4321-41F1-830C-950DBFE5DB67}" srcOrd="0" destOrd="1" presId="urn:microsoft.com/office/officeart/2005/8/layout/hList3"/>
    <dgm:cxn modelId="{4205C96A-AB98-4C65-B1C7-C60546CB1913}" type="presOf" srcId="{F6B163F3-68A6-455E-A467-E82CBAC1C592}" destId="{98B971C6-38AF-4329-912D-26C8642353DC}" srcOrd="0" destOrd="0" presId="urn:microsoft.com/office/officeart/2005/8/layout/hList3"/>
    <dgm:cxn modelId="{B843A66F-5C7F-4C25-9783-361480E67064}" srcId="{82634840-DAB9-466C-A0DC-FF80FD3A40D2}" destId="{F6B163F3-68A6-455E-A467-E82CBAC1C592}" srcOrd="1" destOrd="0" parTransId="{CE224A8A-2657-4CAC-AD16-793E7CB1130D}" sibTransId="{CB129767-6CAD-471C-A02D-43FD2AD937DB}"/>
    <dgm:cxn modelId="{900E8452-9375-4C5E-A1A4-0B0141D4C799}" srcId="{FFF90E34-0213-4536-8F65-EC36E4B8FFF6}" destId="{8553F0E3-4302-448E-8083-D67F11143534}" srcOrd="0" destOrd="0" parTransId="{BBBF4767-DD8B-4631-BD8A-EB946A182184}" sibTransId="{8FD973F2-7953-4E9C-A175-AEED823DF56A}"/>
    <dgm:cxn modelId="{24EF5E57-4E9B-4923-BDBD-9EB6DE610279}" type="presOf" srcId="{A9A6489E-0F77-4397-ABE2-DE5A99547524}" destId="{5A1444CE-3288-465D-A91D-B2E57496136E}" srcOrd="0" destOrd="0" presId="urn:microsoft.com/office/officeart/2005/8/layout/hList3"/>
    <dgm:cxn modelId="{8533197E-29CE-40FC-A54E-482ED2291D35}" srcId="{FFF90E34-0213-4536-8F65-EC36E4B8FFF6}" destId="{1C29217C-B74D-4CCF-9A44-C8DB2A34D185}" srcOrd="1" destOrd="0" parTransId="{2C604635-0CD9-4CE9-806C-28BB5581818F}" sibTransId="{F5846E8C-88A6-4396-BA6F-22CCE84510AF}"/>
    <dgm:cxn modelId="{0F16EF9B-D78C-478C-AA50-4D6D6D68E6AC}" type="presOf" srcId="{FFF90E34-0213-4536-8F65-EC36E4B8FFF6}" destId="{EA42BBAE-4321-41F1-830C-950DBFE5DB67}" srcOrd="0" destOrd="0" presId="urn:microsoft.com/office/officeart/2005/8/layout/hList3"/>
    <dgm:cxn modelId="{0C8BF1C5-47FD-478B-9717-C039527BD6E9}" type="presOf" srcId="{C8C3F7DC-9528-4A90-AF77-A1CBF7204D71}" destId="{0E43F98A-A845-435E-9714-3656FCCCEB40}" srcOrd="0" destOrd="0" presId="urn:microsoft.com/office/officeart/2005/8/layout/hList3"/>
    <dgm:cxn modelId="{9E363BDC-9F92-47E9-BA22-6CBC3E7BA901}" srcId="{82634840-DAB9-466C-A0DC-FF80FD3A40D2}" destId="{F6E68724-7F23-44E4-876F-0CF2DFF259F4}" srcOrd="3" destOrd="0" parTransId="{B0F24650-F825-4E9F-89A0-4B12FC2509B4}" sibTransId="{41A84BFB-E7A3-4A36-B961-D1636FD1E532}"/>
    <dgm:cxn modelId="{15B7A6FC-0206-4B6D-A27F-484D095E2800}" type="presOf" srcId="{F6E68724-7F23-44E4-876F-0CF2DFF259F4}" destId="{5DC2E855-F182-4278-B4A0-2B110929BBBC}" srcOrd="0" destOrd="0" presId="urn:microsoft.com/office/officeart/2005/8/layout/hList3"/>
    <dgm:cxn modelId="{45EDCEFC-EE3B-4758-BB2C-53E8ABE0A404}" srcId="{A9A6489E-0F77-4397-ABE2-DE5A99547524}" destId="{82634840-DAB9-466C-A0DC-FF80FD3A40D2}" srcOrd="0" destOrd="0" parTransId="{69405A43-3653-4FDD-A3F0-C166A3864C95}" sibTransId="{41F11B94-FEDA-499D-9323-43320D668682}"/>
    <dgm:cxn modelId="{AD3A8E9E-51CC-407B-AA6A-D19F7B31C4A0}" type="presParOf" srcId="{5A1444CE-3288-465D-A91D-B2E57496136E}" destId="{F8129C2F-0221-4FEF-9B52-31FCC344DADC}" srcOrd="0" destOrd="0" presId="urn:microsoft.com/office/officeart/2005/8/layout/hList3"/>
    <dgm:cxn modelId="{DBBED93B-7DFE-445E-B77F-B92A7EA0CDAD}" type="presParOf" srcId="{5A1444CE-3288-465D-A91D-B2E57496136E}" destId="{2944740D-50F0-4DCA-ADF3-CA6F7EE0A7F0}" srcOrd="1" destOrd="0" presId="urn:microsoft.com/office/officeart/2005/8/layout/hList3"/>
    <dgm:cxn modelId="{98B84A57-B44B-4A31-A979-17AA9B0F90D2}" type="presParOf" srcId="{2944740D-50F0-4DCA-ADF3-CA6F7EE0A7F0}" destId="{0E43F98A-A845-435E-9714-3656FCCCEB40}" srcOrd="0" destOrd="0" presId="urn:microsoft.com/office/officeart/2005/8/layout/hList3"/>
    <dgm:cxn modelId="{C95AE281-69B3-45EA-95F6-56449D73E8C7}" type="presParOf" srcId="{2944740D-50F0-4DCA-ADF3-CA6F7EE0A7F0}" destId="{98B971C6-38AF-4329-912D-26C8642353DC}" srcOrd="1" destOrd="0" presId="urn:microsoft.com/office/officeart/2005/8/layout/hList3"/>
    <dgm:cxn modelId="{7F0FA1B0-A18A-415C-814D-2EC21A13FF87}" type="presParOf" srcId="{2944740D-50F0-4DCA-ADF3-CA6F7EE0A7F0}" destId="{EA42BBAE-4321-41F1-830C-950DBFE5DB67}" srcOrd="2" destOrd="0" presId="urn:microsoft.com/office/officeart/2005/8/layout/hList3"/>
    <dgm:cxn modelId="{3B898D43-53A8-49CB-967E-DE4F49DE00AA}" type="presParOf" srcId="{2944740D-50F0-4DCA-ADF3-CA6F7EE0A7F0}" destId="{5DC2E855-F182-4278-B4A0-2B110929BBBC}" srcOrd="3" destOrd="0" presId="urn:microsoft.com/office/officeart/2005/8/layout/hList3"/>
    <dgm:cxn modelId="{FFDC8999-91EC-4C3E-9D36-DA72321B87B6}" type="presParOf" srcId="{5A1444CE-3288-465D-A91D-B2E57496136E}" destId="{B54CB2C1-D42A-4AFF-A17B-E327EA36321F}" srcOrd="2" destOrd="0" presId="urn:microsoft.com/office/officeart/2005/8/layout/h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129C2F-0221-4FEF-9B52-31FCC344DADC}">
      <dsp:nvSpPr>
        <dsp:cNvPr id="0" name=""/>
        <dsp:cNvSpPr/>
      </dsp:nvSpPr>
      <dsp:spPr>
        <a:xfrm>
          <a:off x="0" y="0"/>
          <a:ext cx="10605155" cy="675813"/>
        </a:xfrm>
        <a:prstGeom prst="rect">
          <a:avLst/>
        </a:prstGeom>
        <a:gradFill flip="none" rotWithShape="0">
          <a:gsLst>
            <a:gs pos="0">
              <a:schemeClr val="accent1">
                <a:shade val="80000"/>
                <a:hueOff val="0"/>
                <a:satOff val="0"/>
                <a:lumOff val="0"/>
                <a:shade val="30000"/>
                <a:satMod val="115000"/>
              </a:schemeClr>
            </a:gs>
            <a:gs pos="50000">
              <a:schemeClr val="accent1">
                <a:shade val="80000"/>
                <a:hueOff val="0"/>
                <a:satOff val="0"/>
                <a:lumOff val="0"/>
                <a:shade val="67500"/>
                <a:satMod val="115000"/>
              </a:schemeClr>
            </a:gs>
            <a:gs pos="100000">
              <a:schemeClr val="accent1">
                <a:shade val="80000"/>
                <a:hueOff val="0"/>
                <a:satOff val="0"/>
                <a:lumOff val="0"/>
                <a:shade val="100000"/>
                <a:satMod val="115000"/>
              </a:schemeClr>
            </a:gs>
          </a:gsLst>
          <a:lin ang="10800000" scaled="1"/>
          <a:tileRect/>
        </a:gra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t>Physical Office Details</a:t>
          </a:r>
        </a:p>
      </dsp:txBody>
      <dsp:txXfrm>
        <a:off x="0" y="0"/>
        <a:ext cx="10605155" cy="675813"/>
      </dsp:txXfrm>
    </dsp:sp>
    <dsp:sp modelId="{0E43F98A-A845-435E-9714-3656FCCCEB40}">
      <dsp:nvSpPr>
        <dsp:cNvPr id="0" name=""/>
        <dsp:cNvSpPr/>
      </dsp:nvSpPr>
      <dsp:spPr>
        <a:xfrm>
          <a:off x="4832" y="675813"/>
          <a:ext cx="2727064" cy="1419208"/>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tx1"/>
              </a:solidFill>
            </a:rPr>
            <a:t>Tidel Park, Chennai, India</a:t>
          </a:r>
        </a:p>
        <a:p>
          <a:pPr marL="0" lvl="0" indent="0" algn="ctr" defTabSz="622300">
            <a:lnSpc>
              <a:spcPct val="90000"/>
            </a:lnSpc>
            <a:spcBef>
              <a:spcPct val="0"/>
            </a:spcBef>
            <a:spcAft>
              <a:spcPct val="35000"/>
            </a:spcAft>
            <a:buNone/>
          </a:pPr>
          <a:endParaRPr lang="en-US" sz="1200" b="0" kern="1200" dirty="0">
            <a:solidFill>
              <a:schemeClr val="tx1"/>
            </a:solidFill>
          </a:endParaRPr>
        </a:p>
        <a:p>
          <a:pPr marL="0" lvl="0" indent="0" algn="ctr" defTabSz="622300">
            <a:lnSpc>
              <a:spcPct val="90000"/>
            </a:lnSpc>
            <a:spcBef>
              <a:spcPct val="0"/>
            </a:spcBef>
            <a:spcAft>
              <a:spcPct val="35000"/>
            </a:spcAft>
            <a:buNone/>
          </a:pPr>
          <a:r>
            <a:rPr lang="en-US" sz="1200" b="0" kern="1200" dirty="0">
              <a:solidFill>
                <a:schemeClr val="tx1"/>
              </a:solidFill>
            </a:rPr>
            <a:t>Module 107, Tidel Park, Taramani, Chennai 600113</a:t>
          </a:r>
        </a:p>
      </dsp:txBody>
      <dsp:txXfrm>
        <a:off x="4832" y="675813"/>
        <a:ext cx="2727064" cy="1419208"/>
      </dsp:txXfrm>
    </dsp:sp>
    <dsp:sp modelId="{98B971C6-38AF-4329-912D-26C8642353DC}">
      <dsp:nvSpPr>
        <dsp:cNvPr id="0" name=""/>
        <dsp:cNvSpPr/>
      </dsp:nvSpPr>
      <dsp:spPr>
        <a:xfrm>
          <a:off x="2731897" y="675813"/>
          <a:ext cx="2622808" cy="1419208"/>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tx1"/>
              </a:solidFill>
            </a:rPr>
            <a:t>Mepz, Chennai, India</a:t>
          </a:r>
        </a:p>
        <a:p>
          <a:pPr marL="0" lvl="0" indent="0" algn="ctr" defTabSz="622300">
            <a:lnSpc>
              <a:spcPct val="90000"/>
            </a:lnSpc>
            <a:spcBef>
              <a:spcPct val="0"/>
            </a:spcBef>
            <a:spcAft>
              <a:spcPct val="35000"/>
            </a:spcAft>
            <a:buNone/>
          </a:pPr>
          <a:endParaRPr lang="en-US" sz="1200" b="0" kern="1200" dirty="0">
            <a:solidFill>
              <a:schemeClr val="tx1"/>
            </a:solidFill>
          </a:endParaRPr>
        </a:p>
        <a:p>
          <a:pPr marL="0" lvl="0" indent="0" algn="ctr" defTabSz="622300">
            <a:lnSpc>
              <a:spcPct val="90000"/>
            </a:lnSpc>
            <a:spcBef>
              <a:spcPct val="0"/>
            </a:spcBef>
            <a:spcAft>
              <a:spcPct val="35000"/>
            </a:spcAft>
            <a:buNone/>
          </a:pPr>
          <a:r>
            <a:rPr lang="pt-BR" sz="1200" b="0" i="0" kern="1200" dirty="0">
              <a:solidFill>
                <a:schemeClr val="tx1"/>
              </a:solidFill>
            </a:rPr>
            <a:t>Tambaram West, Tambaram, Chennai, Tamil Nadu 600047</a:t>
          </a:r>
          <a:endParaRPr lang="en-US" sz="1200" b="0" kern="1200" dirty="0">
            <a:solidFill>
              <a:schemeClr val="tx1"/>
            </a:solidFill>
          </a:endParaRPr>
        </a:p>
      </dsp:txBody>
      <dsp:txXfrm>
        <a:off x="2731897" y="675813"/>
        <a:ext cx="2622808" cy="1419208"/>
      </dsp:txXfrm>
    </dsp:sp>
    <dsp:sp modelId="{EA42BBAE-4321-41F1-830C-950DBFE5DB67}">
      <dsp:nvSpPr>
        <dsp:cNvPr id="0" name=""/>
        <dsp:cNvSpPr/>
      </dsp:nvSpPr>
      <dsp:spPr>
        <a:xfrm>
          <a:off x="5354705" y="675813"/>
          <a:ext cx="2622808" cy="1419208"/>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ctr" defTabSz="622300">
            <a:lnSpc>
              <a:spcPct val="300000"/>
            </a:lnSpc>
            <a:spcBef>
              <a:spcPct val="0"/>
            </a:spcBef>
            <a:spcAft>
              <a:spcPct val="35000"/>
            </a:spcAft>
            <a:buNone/>
          </a:pPr>
          <a:endParaRPr lang="en-US" sz="1400" b="0" kern="1200" dirty="0">
            <a:solidFill>
              <a:schemeClr val="tx1"/>
            </a:solidFill>
          </a:endParaRPr>
        </a:p>
        <a:p>
          <a:pPr marL="114300" lvl="1" indent="-114300" algn="ctr" defTabSz="533400">
            <a:lnSpc>
              <a:spcPct val="90000"/>
            </a:lnSpc>
            <a:spcBef>
              <a:spcPct val="0"/>
            </a:spcBef>
            <a:spcAft>
              <a:spcPct val="15000"/>
            </a:spcAft>
            <a:buNone/>
          </a:pPr>
          <a:r>
            <a:rPr lang="en-US" sz="1200" b="0" i="0" kern="1200" dirty="0">
              <a:solidFill>
                <a:schemeClr val="tx1"/>
              </a:solidFill>
            </a:rPr>
            <a:t>RR 5 Tower, South Phase, Ambedkar Nagar, SIDCO Industrial Estate, Gandhi Nagar, Chennai, Tamil Nadu 600032</a:t>
          </a:r>
          <a:endParaRPr lang="en-US" sz="1200" b="0" kern="1200" dirty="0">
            <a:solidFill>
              <a:schemeClr val="tx1"/>
            </a:solidFill>
          </a:endParaRPr>
        </a:p>
        <a:p>
          <a:pPr marL="114300" lvl="1" indent="-114300" algn="ctr" defTabSz="533400">
            <a:lnSpc>
              <a:spcPct val="90000"/>
            </a:lnSpc>
            <a:spcBef>
              <a:spcPct val="0"/>
            </a:spcBef>
            <a:spcAft>
              <a:spcPct val="15000"/>
            </a:spcAft>
            <a:buNone/>
          </a:pPr>
          <a:endParaRPr lang="en-US" sz="1200" b="0" kern="1200" dirty="0">
            <a:solidFill>
              <a:schemeClr val="bg1"/>
            </a:solidFill>
          </a:endParaRPr>
        </a:p>
      </dsp:txBody>
      <dsp:txXfrm>
        <a:off x="5354705" y="675813"/>
        <a:ext cx="2622808" cy="1419208"/>
      </dsp:txXfrm>
    </dsp:sp>
    <dsp:sp modelId="{5DC2E855-F182-4278-B4A0-2B110929BBBC}">
      <dsp:nvSpPr>
        <dsp:cNvPr id="0" name=""/>
        <dsp:cNvSpPr/>
      </dsp:nvSpPr>
      <dsp:spPr>
        <a:xfrm>
          <a:off x="7977513" y="675813"/>
          <a:ext cx="2622808" cy="1419208"/>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tx1"/>
              </a:solidFill>
            </a:rPr>
            <a:t>Thanjavur, India</a:t>
          </a:r>
        </a:p>
        <a:p>
          <a:pPr marL="0" lvl="0" indent="0" algn="ctr" defTabSz="622300">
            <a:lnSpc>
              <a:spcPct val="90000"/>
            </a:lnSpc>
            <a:spcBef>
              <a:spcPct val="0"/>
            </a:spcBef>
            <a:spcAft>
              <a:spcPct val="35000"/>
            </a:spcAft>
            <a:buNone/>
          </a:pPr>
          <a:endParaRPr lang="en-US" sz="1200" b="0" kern="1200" dirty="0">
            <a:solidFill>
              <a:schemeClr val="tx1"/>
            </a:solidFill>
          </a:endParaRPr>
        </a:p>
        <a:p>
          <a:pPr marL="0" lvl="0" indent="0" algn="ctr" defTabSz="622300">
            <a:lnSpc>
              <a:spcPct val="90000"/>
            </a:lnSpc>
            <a:spcBef>
              <a:spcPct val="0"/>
            </a:spcBef>
            <a:spcAft>
              <a:spcPct val="35000"/>
            </a:spcAft>
            <a:buNone/>
          </a:pPr>
          <a:r>
            <a:rPr lang="en-US" sz="1200" b="0" kern="1200" dirty="0">
              <a:solidFill>
                <a:schemeClr val="tx1"/>
              </a:solidFill>
            </a:rPr>
            <a:t>1520 South Rampart, JRS Complex, 2</a:t>
          </a:r>
          <a:r>
            <a:rPr lang="en-US" sz="1200" b="0" kern="1200" baseline="30000" dirty="0">
              <a:solidFill>
                <a:schemeClr val="tx1"/>
              </a:solidFill>
            </a:rPr>
            <a:t>nd</a:t>
          </a:r>
          <a:r>
            <a:rPr lang="en-US" sz="1200" b="0" kern="1200" dirty="0">
              <a:solidFill>
                <a:schemeClr val="tx1"/>
              </a:solidFill>
            </a:rPr>
            <a:t> floor Thanjavur</a:t>
          </a:r>
          <a:r>
            <a:rPr lang="en-IN" sz="1200" b="0" kern="1200" dirty="0">
              <a:solidFill>
                <a:schemeClr val="tx1"/>
              </a:solidFill>
            </a:rPr>
            <a:t>, </a:t>
          </a:r>
          <a:r>
            <a:rPr lang="en-IN" sz="1200" b="0" i="0" kern="1200" dirty="0">
              <a:solidFill>
                <a:schemeClr val="tx1"/>
              </a:solidFill>
              <a:effectLst/>
              <a:latin typeface="+mn-lt"/>
              <a:ea typeface="+mn-ea"/>
              <a:cs typeface="+mn-cs"/>
            </a:rPr>
            <a:t>613001</a:t>
          </a:r>
          <a:endParaRPr lang="en-US" sz="1200" b="0" kern="1200" dirty="0">
            <a:solidFill>
              <a:schemeClr val="tx1"/>
            </a:solidFill>
          </a:endParaRPr>
        </a:p>
      </dsp:txBody>
      <dsp:txXfrm>
        <a:off x="7977513" y="675813"/>
        <a:ext cx="2622808" cy="1419208"/>
      </dsp:txXfrm>
    </dsp:sp>
    <dsp:sp modelId="{B54CB2C1-D42A-4AFF-A17B-E327EA36321F}">
      <dsp:nvSpPr>
        <dsp:cNvPr id="0" name=""/>
        <dsp:cNvSpPr/>
      </dsp:nvSpPr>
      <dsp:spPr>
        <a:xfrm>
          <a:off x="0" y="2095022"/>
          <a:ext cx="10605155" cy="157689"/>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A0F657-3C22-4CBD-B1A3-3A958C33E8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66051EF-3B5B-4107-BD49-0E1F6001A6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B5A91B-D2C0-4570-8765-BC5A847510CB}" type="datetimeFigureOut">
              <a:rPr lang="en-US" smtClean="0"/>
              <a:pPr/>
              <a:t>8/2/2023</a:t>
            </a:fld>
            <a:endParaRPr lang="en-US"/>
          </a:p>
        </p:txBody>
      </p:sp>
      <p:sp>
        <p:nvSpPr>
          <p:cNvPr id="4" name="Footer Placeholder 3">
            <a:extLst>
              <a:ext uri="{FF2B5EF4-FFF2-40B4-BE49-F238E27FC236}">
                <a16:creationId xmlns:a16="http://schemas.microsoft.com/office/drawing/2014/main" id="{33B23707-7BAE-4AA5-9B9D-A5C2385DFA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8509DF-0842-4AA6-BEEF-1F5CBB3BA6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165310-B0DD-4E2C-AA02-4CFAB8DA7D8A}" type="slidenum">
              <a:rPr lang="en-US" smtClean="0"/>
              <a:pPr/>
              <a:t>‹#›</a:t>
            </a:fld>
            <a:endParaRPr lang="en-US"/>
          </a:p>
        </p:txBody>
      </p:sp>
    </p:spTree>
    <p:extLst>
      <p:ext uri="{BB962C8B-B14F-4D97-AF65-F5344CB8AC3E}">
        <p14:creationId xmlns:p14="http://schemas.microsoft.com/office/powerpoint/2010/main" val="27609507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283576-8C0D-40BE-97F2-26AF6AA8F965}" type="datetimeFigureOut">
              <a:rPr lang="en-US" smtClean="0"/>
              <a:pPr/>
              <a:t>8/2/2023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4F8FE1-F336-470E-92C0-5CD36A656831}" type="slidenum">
              <a:rPr lang="en-US" smtClean="0"/>
              <a:pPr/>
              <a:t>‹#›</a:t>
            </a:fld>
            <a:endParaRPr lang="en-US"/>
          </a:p>
        </p:txBody>
      </p:sp>
    </p:spTree>
    <p:extLst>
      <p:ext uri="{BB962C8B-B14F-4D97-AF65-F5344CB8AC3E}">
        <p14:creationId xmlns:p14="http://schemas.microsoft.com/office/powerpoint/2010/main" val="4120982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429AFA-D4CC-48A2-BD17-C414ACDC8E24}" type="slidenum">
              <a:rPr lang="en-US" smtClean="0"/>
              <a:t>2</a:t>
            </a:fld>
            <a:endParaRPr lang="en-US"/>
          </a:p>
        </p:txBody>
      </p:sp>
    </p:spTree>
    <p:extLst>
      <p:ext uri="{BB962C8B-B14F-4D97-AF65-F5344CB8AC3E}">
        <p14:creationId xmlns:p14="http://schemas.microsoft.com/office/powerpoint/2010/main" val="2982431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six tech  in first row </a:t>
            </a:r>
          </a:p>
          <a:p>
            <a:r>
              <a:rPr lang="en-US" dirty="0"/>
              <a:t>Open ai</a:t>
            </a:r>
          </a:p>
        </p:txBody>
      </p:sp>
      <p:sp>
        <p:nvSpPr>
          <p:cNvPr id="4" name="Slide Number Placeholder 3"/>
          <p:cNvSpPr>
            <a:spLocks noGrp="1"/>
          </p:cNvSpPr>
          <p:nvPr>
            <p:ph type="sldNum" sz="quarter" idx="5"/>
          </p:nvPr>
        </p:nvSpPr>
        <p:spPr/>
        <p:txBody>
          <a:bodyPr/>
          <a:lstStyle/>
          <a:p>
            <a:fld id="{A0861BBF-1C11-442A-9E5B-EFEA810612C3}" type="slidenum">
              <a:rPr lang="en-US" smtClean="0"/>
              <a:t>4</a:t>
            </a:fld>
            <a:endParaRPr lang="en-US"/>
          </a:p>
        </p:txBody>
      </p:sp>
    </p:spTree>
    <p:extLst>
      <p:ext uri="{BB962C8B-B14F-4D97-AF65-F5344CB8AC3E}">
        <p14:creationId xmlns:p14="http://schemas.microsoft.com/office/powerpoint/2010/main" val="3338701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F8FE1-F336-470E-92C0-5CD36A65683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17830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4F8FE1-F336-470E-92C0-5CD36A65683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17830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8D2766-C49B-4C1A-9FEE-6F146754B02B}" type="slidenum">
              <a:rPr lang="en-US" smtClean="0"/>
              <a:t>9</a:t>
            </a:fld>
            <a:endParaRPr lang="en-US"/>
          </a:p>
        </p:txBody>
      </p:sp>
    </p:spTree>
    <p:extLst>
      <p:ext uri="{BB962C8B-B14F-4D97-AF65-F5344CB8AC3E}">
        <p14:creationId xmlns:p14="http://schemas.microsoft.com/office/powerpoint/2010/main" val="1775827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Change color theme </a:t>
            </a:r>
          </a:p>
        </p:txBody>
      </p:sp>
      <p:sp>
        <p:nvSpPr>
          <p:cNvPr id="4" name="Slide Number Placeholder 3"/>
          <p:cNvSpPr>
            <a:spLocks noGrp="1"/>
          </p:cNvSpPr>
          <p:nvPr>
            <p:ph type="sldNum" sz="quarter" idx="10"/>
          </p:nvPr>
        </p:nvSpPr>
        <p:spPr/>
        <p:txBody>
          <a:bodyPr/>
          <a:lstStyle/>
          <a:p>
            <a:fld id="{653D1A3F-E26F-0746-9C91-BACD508E813C}"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2139148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Migration Framework– </a:t>
            </a:r>
            <a:r>
              <a:rPr lang="en-US" dirty="0" err="1"/>
              <a:t>Dataswitch</a:t>
            </a:r>
            <a:endParaRPr lang="en-US" dirty="0"/>
          </a:p>
          <a:p>
            <a:r>
              <a:rPr lang="en-US" dirty="0"/>
              <a:t>Generative AI – </a:t>
            </a:r>
            <a:r>
              <a:rPr lang="en-US" dirty="0" err="1"/>
              <a:t>Cognius</a:t>
            </a:r>
            <a:endParaRPr lang="en-US" dirty="0"/>
          </a:p>
          <a:p>
            <a:r>
              <a:rPr lang="en-US" dirty="0"/>
              <a:t>Conversational AI – </a:t>
            </a:r>
            <a:r>
              <a:rPr lang="en-US" dirty="0" err="1"/>
              <a:t>Conversight</a:t>
            </a:r>
            <a:endParaRPr lang="en-US" dirty="0"/>
          </a:p>
          <a:p>
            <a:r>
              <a:rPr lang="en-US" dirty="0"/>
              <a:t>ATS</a:t>
            </a:r>
          </a:p>
          <a:p>
            <a:r>
              <a:rPr lang="en-US" dirty="0"/>
              <a:t>Circulants MDM</a:t>
            </a:r>
          </a:p>
          <a:p>
            <a:r>
              <a:rPr lang="en-US" dirty="0"/>
              <a:t>One Slider for all of this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3132DC-07A1-4AE2-90AF-32CA497E2D3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7836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4F8FE1-F336-470E-92C0-5CD36A656831}" type="slidenum">
              <a:rPr lang="en-US" smtClean="0"/>
              <a:pPr/>
              <a:t>13</a:t>
            </a:fld>
            <a:endParaRPr lang="en-US"/>
          </a:p>
        </p:txBody>
      </p:sp>
    </p:spTree>
    <p:extLst>
      <p:ext uri="{BB962C8B-B14F-4D97-AF65-F5344CB8AC3E}">
        <p14:creationId xmlns:p14="http://schemas.microsoft.com/office/powerpoint/2010/main" val="1316981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4F8FE1-F336-470E-92C0-5CD36A656831}" type="slidenum">
              <a:rPr lang="en-US" smtClean="0"/>
              <a:pPr/>
              <a:t>14</a:t>
            </a:fld>
            <a:endParaRPr lang="en-US"/>
          </a:p>
        </p:txBody>
      </p:sp>
    </p:spTree>
    <p:extLst>
      <p:ext uri="{BB962C8B-B14F-4D97-AF65-F5344CB8AC3E}">
        <p14:creationId xmlns:p14="http://schemas.microsoft.com/office/powerpoint/2010/main" val="1879234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4F8FE1-F336-470E-92C0-5CD36A656831}" type="slidenum">
              <a:rPr lang="en-US" smtClean="0"/>
              <a:pPr/>
              <a:t>16</a:t>
            </a:fld>
            <a:endParaRPr lang="en-US"/>
          </a:p>
        </p:txBody>
      </p:sp>
    </p:spTree>
    <p:extLst>
      <p:ext uri="{BB962C8B-B14F-4D97-AF65-F5344CB8AC3E}">
        <p14:creationId xmlns:p14="http://schemas.microsoft.com/office/powerpoint/2010/main" val="1783962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679F2E-094B-464E-8D6A-127059FE6BA6}" type="slidenum">
              <a:rPr lang="en-US" smtClean="0"/>
              <a:t>22</a:t>
            </a:fld>
            <a:endParaRPr lang="en-US" dirty="0"/>
          </a:p>
        </p:txBody>
      </p:sp>
      <p:sp>
        <p:nvSpPr>
          <p:cNvPr id="5" name="Header Placeholder 4"/>
          <p:cNvSpPr>
            <a:spLocks noGrp="1"/>
          </p:cNvSpPr>
          <p:nvPr>
            <p:ph type="hdr" sz="quarter" idx="11"/>
          </p:nvPr>
        </p:nvSpPr>
        <p:spPr/>
        <p:txBody>
          <a:bodyPr/>
          <a:lstStyle/>
          <a:p>
            <a:endParaRPr lang="en-US" dirty="0"/>
          </a:p>
        </p:txBody>
      </p:sp>
    </p:spTree>
    <p:extLst>
      <p:ext uri="{BB962C8B-B14F-4D97-AF65-F5344CB8AC3E}">
        <p14:creationId xmlns:p14="http://schemas.microsoft.com/office/powerpoint/2010/main" val="842407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99993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F41C646-A21D-4A03-8C63-A0926541FE62}"/>
              </a:ext>
            </a:extLst>
          </p:cNvPr>
          <p:cNvGraphicFramePr>
            <a:graphicFrameLocks noChangeAspect="1"/>
          </p:cNvGraphicFramePr>
          <p:nvPr userDrawn="1">
            <p:custDataLst>
              <p:tags r:id="rId1"/>
            </p:custDataLst>
            <p:extLst>
              <p:ext uri="{D42A27DB-BD31-4B8C-83A1-F6EECF244321}">
                <p14:modId xmlns:p14="http://schemas.microsoft.com/office/powerpoint/2010/main" val="3700402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8" name="Object 7" hidden="1">
                        <a:extLst>
                          <a:ext uri="{FF2B5EF4-FFF2-40B4-BE49-F238E27FC236}">
                            <a16:creationId xmlns:a16="http://schemas.microsoft.com/office/drawing/2014/main" id="{3F41C646-A21D-4A03-8C63-A0926541FE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hidden="1">
            <a:extLst>
              <a:ext uri="{FF2B5EF4-FFF2-40B4-BE49-F238E27FC236}">
                <a16:creationId xmlns:a16="http://schemas.microsoft.com/office/drawing/2014/main" id="{F11599CA-97CA-453D-963E-ECCFD9CBF05E}"/>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1" i="0" baseline="0" dirty="0">
              <a:latin typeface="Segoe UI" panose="020B0502040204020203" pitchFamily="34" charset="0"/>
              <a:ea typeface="+mj-ea"/>
              <a:cs typeface="+mj-cs"/>
              <a:sym typeface="Segoe UI" panose="020B0502040204020203" pitchFamily="34" charset="0"/>
            </a:endParaRPr>
          </a:p>
        </p:txBody>
      </p:sp>
      <p:sp>
        <p:nvSpPr>
          <p:cNvPr id="16" name="Parallelogram 15">
            <a:extLst>
              <a:ext uri="{FF2B5EF4-FFF2-40B4-BE49-F238E27FC236}">
                <a16:creationId xmlns:a16="http://schemas.microsoft.com/office/drawing/2014/main" id="{6625E6D4-858F-4DE4-842D-B1F6FA354A83}"/>
              </a:ext>
            </a:extLst>
          </p:cNvPr>
          <p:cNvSpPr/>
          <p:nvPr userDrawn="1"/>
        </p:nvSpPr>
        <p:spPr>
          <a:xfrm>
            <a:off x="526216" y="6410239"/>
            <a:ext cx="11581029" cy="447761"/>
          </a:xfrm>
          <a:prstGeom prst="parallelogram">
            <a:avLst>
              <a:gd name="adj" fmla="val 3117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9" name="Freeform: Shape 18">
            <a:extLst>
              <a:ext uri="{FF2B5EF4-FFF2-40B4-BE49-F238E27FC236}">
                <a16:creationId xmlns:a16="http://schemas.microsoft.com/office/drawing/2014/main" id="{CC38FE79-582C-4488-AC7B-D342875741B6}"/>
              </a:ext>
            </a:extLst>
          </p:cNvPr>
          <p:cNvSpPr/>
          <p:nvPr userDrawn="1"/>
        </p:nvSpPr>
        <p:spPr>
          <a:xfrm>
            <a:off x="366225" y="6410239"/>
            <a:ext cx="256075" cy="447761"/>
          </a:xfrm>
          <a:custGeom>
            <a:avLst/>
            <a:gdLst>
              <a:gd name="connsiteX0" fmla="*/ 139567 w 256075"/>
              <a:gd name="connsiteY0" fmla="*/ 0 h 447761"/>
              <a:gd name="connsiteX1" fmla="*/ 256075 w 256075"/>
              <a:gd name="connsiteY1" fmla="*/ 0 h 447761"/>
              <a:gd name="connsiteX2" fmla="*/ 116508 w 256075"/>
              <a:gd name="connsiteY2" fmla="*/ 447761 h 447761"/>
              <a:gd name="connsiteX3" fmla="*/ 0 w 256075"/>
              <a:gd name="connsiteY3" fmla="*/ 447761 h 447761"/>
            </a:gdLst>
            <a:ahLst/>
            <a:cxnLst>
              <a:cxn ang="0">
                <a:pos x="connsiteX0" y="connsiteY0"/>
              </a:cxn>
              <a:cxn ang="0">
                <a:pos x="connsiteX1" y="connsiteY1"/>
              </a:cxn>
              <a:cxn ang="0">
                <a:pos x="connsiteX2" y="connsiteY2"/>
              </a:cxn>
              <a:cxn ang="0">
                <a:pos x="connsiteX3" y="connsiteY3"/>
              </a:cxn>
            </a:cxnLst>
            <a:rect l="l" t="t" r="r" b="b"/>
            <a:pathLst>
              <a:path w="256075" h="447761">
                <a:moveTo>
                  <a:pt x="139567" y="0"/>
                </a:moveTo>
                <a:lnTo>
                  <a:pt x="256075" y="0"/>
                </a:lnTo>
                <a:lnTo>
                  <a:pt x="116508" y="447761"/>
                </a:lnTo>
                <a:lnTo>
                  <a:pt x="0" y="447761"/>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DB2A703-2B7C-4F64-89BE-8095D8B6510C}"/>
              </a:ext>
            </a:extLst>
          </p:cNvPr>
          <p:cNvSpPr>
            <a:spLocks noGrp="1"/>
          </p:cNvSpPr>
          <p:nvPr>
            <p:ph type="title"/>
          </p:nvPr>
        </p:nvSpPr>
        <p:spPr>
          <a:xfrm>
            <a:off x="442913" y="146937"/>
            <a:ext cx="11461872" cy="646899"/>
          </a:xfrm>
        </p:spPr>
        <p:txBody>
          <a:bodyPr>
            <a:normAutofit/>
          </a:bodyPr>
          <a:lstStyle>
            <a:lvl1pPr>
              <a:defRPr sz="2400" b="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DA9BBDE-6D86-4F9A-9333-007981C22389}"/>
              </a:ext>
            </a:extLst>
          </p:cNvPr>
          <p:cNvSpPr>
            <a:spLocks noGrp="1"/>
          </p:cNvSpPr>
          <p:nvPr>
            <p:ph type="ftr" sz="quarter" idx="11"/>
          </p:nvPr>
        </p:nvSpPr>
        <p:spPr>
          <a:xfrm>
            <a:off x="838199" y="6557175"/>
            <a:ext cx="9471025" cy="153888"/>
          </a:xfrm>
        </p:spPr>
        <p:txBody>
          <a:bodyPr vert="horz" wrap="square" lIns="0" tIns="0" rIns="0" bIns="0" rtlCol="0" anchor="ctr">
            <a:spAutoFit/>
          </a:bodyPr>
          <a:lstStyle>
            <a:lvl1pPr>
              <a:defRPr lang="en-US" sz="1000" dirty="0">
                <a:solidFill>
                  <a:schemeClr val="bg1"/>
                </a:solidFill>
              </a:defRPr>
            </a:lvl1pPr>
          </a:lstStyle>
          <a:p>
            <a:pPr algn="l"/>
            <a:r>
              <a:rPr lang="en-ID" dirty="0"/>
              <a:t>© 2020 SightSpectrum</a:t>
            </a:r>
          </a:p>
        </p:txBody>
      </p:sp>
      <p:sp>
        <p:nvSpPr>
          <p:cNvPr id="6" name="Slide Number Placeholder 5">
            <a:extLst>
              <a:ext uri="{FF2B5EF4-FFF2-40B4-BE49-F238E27FC236}">
                <a16:creationId xmlns:a16="http://schemas.microsoft.com/office/drawing/2014/main" id="{F32B6606-A553-4263-800E-91A2B513A68B}"/>
              </a:ext>
            </a:extLst>
          </p:cNvPr>
          <p:cNvSpPr>
            <a:spLocks noGrp="1"/>
          </p:cNvSpPr>
          <p:nvPr>
            <p:ph type="sldNum" sz="quarter" idx="12"/>
          </p:nvPr>
        </p:nvSpPr>
        <p:spPr>
          <a:xfrm>
            <a:off x="11603267" y="6567757"/>
            <a:ext cx="125034" cy="123111"/>
          </a:xfrm>
        </p:spPr>
        <p:txBody>
          <a:bodyPr vert="horz" wrap="none" lIns="0" tIns="0" rIns="0" bIns="0" rtlCol="0" anchor="ctr">
            <a:spAutoFit/>
          </a:bodyPr>
          <a:lstStyle>
            <a:lvl1pPr>
              <a:defRPr lang="en-US" sz="800" b="0" i="0" smtClean="0">
                <a:solidFill>
                  <a:schemeClr val="bg1"/>
                </a:solidFill>
              </a:defRPr>
            </a:lvl1pPr>
          </a:lstStyle>
          <a:p>
            <a:fld id="{DD8E1925-6FEC-45A1-8FCC-F6DA2B64675F}" type="slidenum">
              <a:rPr lang="en-ID" smtClean="0"/>
              <a:pPr/>
              <a:t>‹#›</a:t>
            </a:fld>
            <a:endParaRPr lang="en-ID" dirty="0"/>
          </a:p>
        </p:txBody>
      </p:sp>
      <p:pic>
        <p:nvPicPr>
          <p:cNvPr id="31" name="Picture 30">
            <a:extLst>
              <a:ext uri="{FF2B5EF4-FFF2-40B4-BE49-F238E27FC236}">
                <a16:creationId xmlns:a16="http://schemas.microsoft.com/office/drawing/2014/main" id="{237A5CF2-0589-4254-A7B5-2C9C6E824440}"/>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6581" y="6410239"/>
            <a:ext cx="260928" cy="447761"/>
          </a:xfrm>
          <a:prstGeom prst="rect">
            <a:avLst/>
          </a:prstGeom>
        </p:spPr>
      </p:pic>
    </p:spTree>
    <p:extLst>
      <p:ext uri="{BB962C8B-B14F-4D97-AF65-F5344CB8AC3E}">
        <p14:creationId xmlns:p14="http://schemas.microsoft.com/office/powerpoint/2010/main" val="278594870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0" name="Freeform 26">
            <a:extLst>
              <a:ext uri="{FF2B5EF4-FFF2-40B4-BE49-F238E27FC236}">
                <a16:creationId xmlns:a16="http://schemas.microsoft.com/office/drawing/2014/main" id="{79B9F220-7189-4E75-87BB-BCC0AA746CA0}"/>
              </a:ext>
            </a:extLst>
          </p:cNvPr>
          <p:cNvSpPr/>
          <p:nvPr userDrawn="1"/>
        </p:nvSpPr>
        <p:spPr>
          <a:xfrm>
            <a:off x="0" y="0"/>
            <a:ext cx="5166825" cy="6858000"/>
          </a:xfrm>
          <a:custGeom>
            <a:avLst/>
            <a:gdLst>
              <a:gd name="connsiteX0" fmla="*/ 0 w 5166825"/>
              <a:gd name="connsiteY0" fmla="*/ 0 h 6858000"/>
              <a:gd name="connsiteX1" fmla="*/ 5166825 w 5166825"/>
              <a:gd name="connsiteY1" fmla="*/ 0 h 6858000"/>
              <a:gd name="connsiteX2" fmla="*/ 3240344 w 5166825"/>
              <a:gd name="connsiteY2" fmla="*/ 6858000 h 6858000"/>
              <a:gd name="connsiteX3" fmla="*/ 0 w 516682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166825" h="6858000">
                <a:moveTo>
                  <a:pt x="0" y="0"/>
                </a:moveTo>
                <a:lnTo>
                  <a:pt x="5166825" y="0"/>
                </a:lnTo>
                <a:lnTo>
                  <a:pt x="3240344" y="6858000"/>
                </a:lnTo>
                <a:lnTo>
                  <a:pt x="0"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dirty="0"/>
          </a:p>
        </p:txBody>
      </p:sp>
      <p:pic>
        <p:nvPicPr>
          <p:cNvPr id="3" name="Picture 2">
            <a:extLst>
              <a:ext uri="{FF2B5EF4-FFF2-40B4-BE49-F238E27FC236}">
                <a16:creationId xmlns:a16="http://schemas.microsoft.com/office/drawing/2014/main" id="{55BAC6BC-3800-4FF4-A94D-DA9C8D173D6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452" y="-3880"/>
            <a:ext cx="4863202" cy="6410240"/>
          </a:xfrm>
          <a:custGeom>
            <a:avLst/>
            <a:gdLst>
              <a:gd name="connsiteX0" fmla="*/ 0 w 5029200"/>
              <a:gd name="connsiteY0" fmla="*/ 0 h 6858000"/>
              <a:gd name="connsiteX1" fmla="*/ 5029200 w 5029200"/>
              <a:gd name="connsiteY1" fmla="*/ 0 h 6858000"/>
              <a:gd name="connsiteX2" fmla="*/ 3102719 w 5029200"/>
              <a:gd name="connsiteY2" fmla="*/ 6858000 h 6858000"/>
              <a:gd name="connsiteX3" fmla="*/ 0 w 5029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29200" h="6858000">
                <a:moveTo>
                  <a:pt x="0" y="0"/>
                </a:moveTo>
                <a:lnTo>
                  <a:pt x="5029200" y="0"/>
                </a:lnTo>
                <a:lnTo>
                  <a:pt x="3102719" y="6858000"/>
                </a:lnTo>
                <a:lnTo>
                  <a:pt x="0" y="6858000"/>
                </a:lnTo>
                <a:close/>
              </a:path>
            </a:pathLst>
          </a:custGeom>
        </p:spPr>
      </p:pic>
      <p:sp>
        <p:nvSpPr>
          <p:cNvPr id="14" name="Freeform 29">
            <a:extLst>
              <a:ext uri="{FF2B5EF4-FFF2-40B4-BE49-F238E27FC236}">
                <a16:creationId xmlns:a16="http://schemas.microsoft.com/office/drawing/2014/main" id="{6CCB67CB-E0B3-4B8F-8EF2-6980A21E9D3B}"/>
              </a:ext>
            </a:extLst>
          </p:cNvPr>
          <p:cNvSpPr/>
          <p:nvPr userDrawn="1"/>
        </p:nvSpPr>
        <p:spPr>
          <a:xfrm>
            <a:off x="-5452" y="0"/>
            <a:ext cx="4863202" cy="6414118"/>
          </a:xfrm>
          <a:custGeom>
            <a:avLst/>
            <a:gdLst>
              <a:gd name="connsiteX0" fmla="*/ 0 w 5034652"/>
              <a:gd name="connsiteY0" fmla="*/ 0 h 6858000"/>
              <a:gd name="connsiteX1" fmla="*/ 5034652 w 5034652"/>
              <a:gd name="connsiteY1" fmla="*/ 0 h 6858000"/>
              <a:gd name="connsiteX2" fmla="*/ 3108171 w 5034652"/>
              <a:gd name="connsiteY2" fmla="*/ 6858000 h 6858000"/>
              <a:gd name="connsiteX3" fmla="*/ 0 w 50346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34652" h="6858000">
                <a:moveTo>
                  <a:pt x="0" y="0"/>
                </a:moveTo>
                <a:lnTo>
                  <a:pt x="5034652" y="0"/>
                </a:lnTo>
                <a:lnTo>
                  <a:pt x="3108171" y="6858000"/>
                </a:lnTo>
                <a:lnTo>
                  <a:pt x="0" y="6858000"/>
                </a:lnTo>
                <a:close/>
              </a:path>
            </a:pathLst>
          </a:custGeom>
          <a:solidFill>
            <a:schemeClr val="accent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dirty="0"/>
          </a:p>
        </p:txBody>
      </p:sp>
      <p:graphicFrame>
        <p:nvGraphicFramePr>
          <p:cNvPr id="11" name="Object 10" hidden="1">
            <a:extLst>
              <a:ext uri="{FF2B5EF4-FFF2-40B4-BE49-F238E27FC236}">
                <a16:creationId xmlns:a16="http://schemas.microsoft.com/office/drawing/2014/main" id="{2B6DDBA6-0511-47CE-B5B7-1C47DC77DEED}"/>
              </a:ext>
            </a:extLst>
          </p:cNvPr>
          <p:cNvGraphicFramePr>
            <a:graphicFrameLocks noChangeAspect="1"/>
          </p:cNvGraphicFramePr>
          <p:nvPr userDrawn="1">
            <p:custDataLst>
              <p:tags r:id="rId1"/>
            </p:custDataLst>
            <p:extLst>
              <p:ext uri="{D42A27DB-BD31-4B8C-83A1-F6EECF244321}">
                <p14:modId xmlns:p14="http://schemas.microsoft.com/office/powerpoint/2010/main" val="1718564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11" name="Object 10" hidden="1">
                        <a:extLst>
                          <a:ext uri="{FF2B5EF4-FFF2-40B4-BE49-F238E27FC236}">
                            <a16:creationId xmlns:a16="http://schemas.microsoft.com/office/drawing/2014/main" id="{2B6DDBA6-0511-47CE-B5B7-1C47DC77DE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Parallelogram 29">
            <a:extLst>
              <a:ext uri="{FF2B5EF4-FFF2-40B4-BE49-F238E27FC236}">
                <a16:creationId xmlns:a16="http://schemas.microsoft.com/office/drawing/2014/main" id="{4C07FADD-936E-4AD8-BFC4-CBDDEADAD4CF}"/>
              </a:ext>
            </a:extLst>
          </p:cNvPr>
          <p:cNvSpPr/>
          <p:nvPr userDrawn="1"/>
        </p:nvSpPr>
        <p:spPr>
          <a:xfrm>
            <a:off x="526216" y="6410239"/>
            <a:ext cx="11581029" cy="447761"/>
          </a:xfrm>
          <a:prstGeom prst="parallelogram">
            <a:avLst>
              <a:gd name="adj" fmla="val 3117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31" name="Freeform: Shape 30">
            <a:extLst>
              <a:ext uri="{FF2B5EF4-FFF2-40B4-BE49-F238E27FC236}">
                <a16:creationId xmlns:a16="http://schemas.microsoft.com/office/drawing/2014/main" id="{CA3F2C4E-D17E-4769-8184-0273AA1B4797}"/>
              </a:ext>
            </a:extLst>
          </p:cNvPr>
          <p:cNvSpPr/>
          <p:nvPr userDrawn="1"/>
        </p:nvSpPr>
        <p:spPr>
          <a:xfrm rot="1036924" flipH="1">
            <a:off x="11992412" y="5566029"/>
            <a:ext cx="71965" cy="1332745"/>
          </a:xfrm>
          <a:custGeom>
            <a:avLst/>
            <a:gdLst>
              <a:gd name="connsiteX0" fmla="*/ 71965 w 71965"/>
              <a:gd name="connsiteY0" fmla="*/ 0 h 1332745"/>
              <a:gd name="connsiteX1" fmla="*/ 0 w 71965"/>
              <a:gd name="connsiteY1" fmla="*/ 231308 h 1332745"/>
              <a:gd name="connsiteX2" fmla="*/ 0 w 71965"/>
              <a:gd name="connsiteY2" fmla="*/ 1310356 h 1332745"/>
              <a:gd name="connsiteX3" fmla="*/ 71964 w 71965"/>
              <a:gd name="connsiteY3" fmla="*/ 1332745 h 1332745"/>
            </a:gdLst>
            <a:ahLst/>
            <a:cxnLst>
              <a:cxn ang="0">
                <a:pos x="connsiteX0" y="connsiteY0"/>
              </a:cxn>
              <a:cxn ang="0">
                <a:pos x="connsiteX1" y="connsiteY1"/>
              </a:cxn>
              <a:cxn ang="0">
                <a:pos x="connsiteX2" y="connsiteY2"/>
              </a:cxn>
              <a:cxn ang="0">
                <a:pos x="connsiteX3" y="connsiteY3"/>
              </a:cxn>
            </a:cxnLst>
            <a:rect l="l" t="t" r="r" b="b"/>
            <a:pathLst>
              <a:path w="71965" h="1332745">
                <a:moveTo>
                  <a:pt x="71965" y="0"/>
                </a:moveTo>
                <a:lnTo>
                  <a:pt x="0" y="231308"/>
                </a:lnTo>
                <a:lnTo>
                  <a:pt x="0" y="1310356"/>
                </a:lnTo>
                <a:lnTo>
                  <a:pt x="71964" y="1332745"/>
                </a:lnTo>
                <a:close/>
              </a:path>
            </a:pathLst>
          </a:custGeom>
          <a:solidFill>
            <a:schemeClr val="accent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33" name="Straight Connector 32">
            <a:extLst>
              <a:ext uri="{FF2B5EF4-FFF2-40B4-BE49-F238E27FC236}">
                <a16:creationId xmlns:a16="http://schemas.microsoft.com/office/drawing/2014/main" id="{64D79889-A5DE-4951-B199-1D38C1CD1CA5}"/>
              </a:ext>
            </a:extLst>
          </p:cNvPr>
          <p:cNvCxnSpPr>
            <a:stCxn id="31" idx="0"/>
            <a:endCxn id="31" idx="3"/>
          </p:cNvCxnSpPr>
          <p:nvPr userDrawn="1"/>
        </p:nvCxnSpPr>
        <p:spPr>
          <a:xfrm flipH="1">
            <a:off x="11796074" y="5585424"/>
            <a:ext cx="395926" cy="127257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2011226-5551-4603-90D7-1A3FEE2A25B5}"/>
              </a:ext>
            </a:extLst>
          </p:cNvPr>
          <p:cNvCxnSpPr>
            <a:stCxn id="31" idx="1"/>
            <a:endCxn id="31" idx="2"/>
          </p:cNvCxnSpPr>
          <p:nvPr userDrawn="1"/>
        </p:nvCxnSpPr>
        <p:spPr>
          <a:xfrm flipH="1">
            <a:off x="11871440" y="5827668"/>
            <a:ext cx="320560" cy="103033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Parallelogram 20">
            <a:extLst>
              <a:ext uri="{FF2B5EF4-FFF2-40B4-BE49-F238E27FC236}">
                <a16:creationId xmlns:a16="http://schemas.microsoft.com/office/drawing/2014/main" id="{3EF3FCB1-4FA2-43D2-9B93-A66B2D69A860}"/>
              </a:ext>
            </a:extLst>
          </p:cNvPr>
          <p:cNvSpPr/>
          <p:nvPr userDrawn="1"/>
        </p:nvSpPr>
        <p:spPr>
          <a:xfrm>
            <a:off x="1264620" y="4565369"/>
            <a:ext cx="1629979" cy="1844870"/>
          </a:xfrm>
          <a:prstGeom prst="parallelogram">
            <a:avLst>
              <a:gd name="adj" fmla="val 39464"/>
            </a:avLst>
          </a:prstGeom>
          <a:solidFill>
            <a:schemeClr val="accent1">
              <a:lumMod val="50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arallelogram 21">
            <a:extLst>
              <a:ext uri="{FF2B5EF4-FFF2-40B4-BE49-F238E27FC236}">
                <a16:creationId xmlns:a16="http://schemas.microsoft.com/office/drawing/2014/main" id="{B142AD1B-09D4-46A2-9FE4-E3D1BC7BF1A8}"/>
              </a:ext>
            </a:extLst>
          </p:cNvPr>
          <p:cNvSpPr/>
          <p:nvPr userDrawn="1"/>
        </p:nvSpPr>
        <p:spPr>
          <a:xfrm>
            <a:off x="1183462" y="0"/>
            <a:ext cx="1629979" cy="2292631"/>
          </a:xfrm>
          <a:prstGeom prst="parallelogram">
            <a:avLst>
              <a:gd name="adj" fmla="val 39464"/>
            </a:avLst>
          </a:prstGeom>
          <a:solidFill>
            <a:schemeClr val="accent1">
              <a:lumMod val="50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AE4F9A93-9E52-4F6E-9323-F8EB5534D332}"/>
              </a:ext>
            </a:extLst>
          </p:cNvPr>
          <p:cNvCxnSpPr/>
          <p:nvPr userDrawn="1"/>
        </p:nvCxnSpPr>
        <p:spPr>
          <a:xfrm>
            <a:off x="0" y="2292631"/>
            <a:ext cx="3937000" cy="0"/>
          </a:xfrm>
          <a:prstGeom prst="line">
            <a:avLst/>
          </a:prstGeom>
          <a:ln w="2222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A928B03-360F-404A-85E5-438001EA3093}"/>
              </a:ext>
            </a:extLst>
          </p:cNvPr>
          <p:cNvCxnSpPr/>
          <p:nvPr userDrawn="1"/>
        </p:nvCxnSpPr>
        <p:spPr>
          <a:xfrm>
            <a:off x="0" y="4565368"/>
            <a:ext cx="3340100" cy="0"/>
          </a:xfrm>
          <a:prstGeom prst="line">
            <a:avLst/>
          </a:prstGeom>
          <a:ln w="2222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5179624F-3F55-421D-96BC-779F244502CE}"/>
              </a:ext>
            </a:extLst>
          </p:cNvPr>
          <p:cNvSpPr/>
          <p:nvPr userDrawn="1"/>
        </p:nvSpPr>
        <p:spPr>
          <a:xfrm>
            <a:off x="366225" y="6410239"/>
            <a:ext cx="256075" cy="447761"/>
          </a:xfrm>
          <a:custGeom>
            <a:avLst/>
            <a:gdLst>
              <a:gd name="connsiteX0" fmla="*/ 139567 w 256075"/>
              <a:gd name="connsiteY0" fmla="*/ 0 h 447761"/>
              <a:gd name="connsiteX1" fmla="*/ 256075 w 256075"/>
              <a:gd name="connsiteY1" fmla="*/ 0 h 447761"/>
              <a:gd name="connsiteX2" fmla="*/ 116508 w 256075"/>
              <a:gd name="connsiteY2" fmla="*/ 447761 h 447761"/>
              <a:gd name="connsiteX3" fmla="*/ 0 w 256075"/>
              <a:gd name="connsiteY3" fmla="*/ 447761 h 447761"/>
            </a:gdLst>
            <a:ahLst/>
            <a:cxnLst>
              <a:cxn ang="0">
                <a:pos x="connsiteX0" y="connsiteY0"/>
              </a:cxn>
              <a:cxn ang="0">
                <a:pos x="connsiteX1" y="connsiteY1"/>
              </a:cxn>
              <a:cxn ang="0">
                <a:pos x="connsiteX2" y="connsiteY2"/>
              </a:cxn>
              <a:cxn ang="0">
                <a:pos x="connsiteX3" y="connsiteY3"/>
              </a:cxn>
            </a:cxnLst>
            <a:rect l="l" t="t" r="r" b="b"/>
            <a:pathLst>
              <a:path w="256075" h="447761">
                <a:moveTo>
                  <a:pt x="139567" y="0"/>
                </a:moveTo>
                <a:lnTo>
                  <a:pt x="256075" y="0"/>
                </a:lnTo>
                <a:lnTo>
                  <a:pt x="116508" y="447761"/>
                </a:lnTo>
                <a:lnTo>
                  <a:pt x="0" y="447761"/>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6" name="Picture 35">
            <a:extLst>
              <a:ext uri="{FF2B5EF4-FFF2-40B4-BE49-F238E27FC236}">
                <a16:creationId xmlns:a16="http://schemas.microsoft.com/office/drawing/2014/main" id="{C06FC3C1-9735-4D5F-8FA4-B8635A3B219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6581" y="6410239"/>
            <a:ext cx="260928" cy="447761"/>
          </a:xfrm>
          <a:prstGeom prst="rect">
            <a:avLst/>
          </a:prstGeom>
        </p:spPr>
      </p:pic>
      <p:sp>
        <p:nvSpPr>
          <p:cNvPr id="35" name="Footer Placeholder 4">
            <a:extLst>
              <a:ext uri="{FF2B5EF4-FFF2-40B4-BE49-F238E27FC236}">
                <a16:creationId xmlns:a16="http://schemas.microsoft.com/office/drawing/2014/main" id="{A0D63FA4-284D-4052-8446-96A47F0B5FD3}"/>
              </a:ext>
            </a:extLst>
          </p:cNvPr>
          <p:cNvSpPr>
            <a:spLocks noGrp="1"/>
          </p:cNvSpPr>
          <p:nvPr>
            <p:ph type="ftr" sz="quarter" idx="11"/>
          </p:nvPr>
        </p:nvSpPr>
        <p:spPr>
          <a:xfrm>
            <a:off x="838199" y="6557175"/>
            <a:ext cx="9471025" cy="153888"/>
          </a:xfrm>
        </p:spPr>
        <p:txBody>
          <a:bodyPr vert="horz" wrap="square" lIns="0" tIns="0" rIns="0" bIns="0" rtlCol="0" anchor="ctr">
            <a:spAutoFit/>
          </a:bodyPr>
          <a:lstStyle>
            <a:lvl1pPr>
              <a:defRPr lang="en-US" sz="1000" dirty="0">
                <a:solidFill>
                  <a:schemeClr val="bg1"/>
                </a:solidFill>
              </a:defRPr>
            </a:lvl1pPr>
          </a:lstStyle>
          <a:p>
            <a:pPr algn="l"/>
            <a:r>
              <a:rPr lang="en-ID" dirty="0"/>
              <a:t>© 2020 SightSpectrum</a:t>
            </a:r>
          </a:p>
        </p:txBody>
      </p:sp>
      <p:sp>
        <p:nvSpPr>
          <p:cNvPr id="5" name="Title 4">
            <a:extLst>
              <a:ext uri="{FF2B5EF4-FFF2-40B4-BE49-F238E27FC236}">
                <a16:creationId xmlns:a16="http://schemas.microsoft.com/office/drawing/2014/main" id="{EF5210F6-7D2A-4422-B19B-6C09A4847035}"/>
              </a:ext>
            </a:extLst>
          </p:cNvPr>
          <p:cNvSpPr>
            <a:spLocks noGrp="1"/>
          </p:cNvSpPr>
          <p:nvPr>
            <p:ph type="title" hasCustomPrompt="1"/>
          </p:nvPr>
        </p:nvSpPr>
        <p:spPr>
          <a:xfrm>
            <a:off x="297509" y="3001962"/>
            <a:ext cx="3042591" cy="854075"/>
          </a:xfrm>
        </p:spPr>
        <p:txBody>
          <a:bodyPr>
            <a:normAutofit/>
          </a:bodyPr>
          <a:lstStyle>
            <a:lvl1pPr>
              <a:defRPr sz="3600" b="0" i="1">
                <a:solidFill>
                  <a:schemeClr val="bg1"/>
                </a:solidFill>
              </a:defRPr>
            </a:lvl1pPr>
          </a:lstStyle>
          <a:p>
            <a:r>
              <a:rPr lang="en-US" dirty="0"/>
              <a:t>Heading</a:t>
            </a:r>
          </a:p>
        </p:txBody>
      </p:sp>
      <p:sp>
        <p:nvSpPr>
          <p:cNvPr id="19" name="Slide Number Placeholder 5">
            <a:extLst>
              <a:ext uri="{FF2B5EF4-FFF2-40B4-BE49-F238E27FC236}">
                <a16:creationId xmlns:a16="http://schemas.microsoft.com/office/drawing/2014/main" id="{899C58D5-CFE6-4C95-BAE3-96B3D1830331}"/>
              </a:ext>
            </a:extLst>
          </p:cNvPr>
          <p:cNvSpPr txBox="1">
            <a:spLocks/>
          </p:cNvSpPr>
          <p:nvPr userDrawn="1"/>
        </p:nvSpPr>
        <p:spPr>
          <a:xfrm>
            <a:off x="11603267" y="6567757"/>
            <a:ext cx="125034" cy="123111"/>
          </a:xfrm>
          <a:prstGeom prst="rect">
            <a:avLst/>
          </a:prstGeom>
        </p:spPr>
        <p:txBody>
          <a:bodyPr vert="horz" wrap="none" lIns="0" tIns="0" rIns="0" bIns="0" rtlCol="0" anchor="ctr">
            <a:spAutoFit/>
          </a:bodyPr>
          <a:lstStyle>
            <a:defPPr>
              <a:defRPr lang="en-US"/>
            </a:defPPr>
            <a:lvl1pPr marL="0" algn="r" defTabSz="914400" rtl="0" eaLnBrk="1" latinLnBrk="0" hangingPunct="1">
              <a:defRPr lang="en-US" sz="800" b="0" i="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8E1925-6FEC-45A1-8FCC-F6DA2B64675F}" type="slidenum">
              <a:rPr lang="en-ID" smtClean="0"/>
              <a:pPr/>
              <a:t>‹#›</a:t>
            </a:fld>
            <a:endParaRPr lang="en-ID" dirty="0"/>
          </a:p>
        </p:txBody>
      </p:sp>
    </p:spTree>
    <p:extLst>
      <p:ext uri="{BB962C8B-B14F-4D97-AF65-F5344CB8AC3E}">
        <p14:creationId xmlns:p14="http://schemas.microsoft.com/office/powerpoint/2010/main" val="174749611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4301A-3863-421E-AFBE-E63331632776}"/>
              </a:ext>
            </a:extLst>
          </p:cNvPr>
          <p:cNvSpPr>
            <a:spLocks noGrp="1"/>
          </p:cNvSpPr>
          <p:nvPr>
            <p:ph type="title"/>
          </p:nvPr>
        </p:nvSpPr>
        <p:spPr/>
        <p:txBody>
          <a:bodyPr/>
          <a:lstStyle/>
          <a:p>
            <a:r>
              <a:rPr lang="en-US"/>
              <a:t>Click to edit Master title style</a:t>
            </a:r>
            <a:endParaRPr lang="en-IN"/>
          </a:p>
        </p:txBody>
      </p:sp>
      <p:sp>
        <p:nvSpPr>
          <p:cNvPr id="4" name="Date Placeholder 3">
            <a:extLst>
              <a:ext uri="{FF2B5EF4-FFF2-40B4-BE49-F238E27FC236}">
                <a16:creationId xmlns:a16="http://schemas.microsoft.com/office/drawing/2014/main" id="{6AC5FAAF-7C67-4A64-997C-885B8D3882DD}"/>
              </a:ext>
            </a:extLst>
          </p:cNvPr>
          <p:cNvSpPr>
            <a:spLocks noGrp="1"/>
          </p:cNvSpPr>
          <p:nvPr>
            <p:ph type="dt" sz="half" idx="10"/>
          </p:nvPr>
        </p:nvSpPr>
        <p:spPr/>
        <p:txBody>
          <a:bodyPr/>
          <a:lstStyle/>
          <a:p>
            <a:fld id="{3298B71C-536D-4C11-B843-5404CEA616CB}" type="datetimeFigureOut">
              <a:rPr lang="en-IN" smtClean="0"/>
              <a:t>02-08-2023</a:t>
            </a:fld>
            <a:endParaRPr lang="en-IN"/>
          </a:p>
        </p:txBody>
      </p:sp>
      <p:sp>
        <p:nvSpPr>
          <p:cNvPr id="5" name="Footer Placeholder 4">
            <a:extLst>
              <a:ext uri="{FF2B5EF4-FFF2-40B4-BE49-F238E27FC236}">
                <a16:creationId xmlns:a16="http://schemas.microsoft.com/office/drawing/2014/main" id="{E6164C2F-9476-435C-AF7C-D6E134CC3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440C-033F-4C87-A828-182C1A87BF62}"/>
              </a:ext>
            </a:extLst>
          </p:cNvPr>
          <p:cNvSpPr>
            <a:spLocks noGrp="1"/>
          </p:cNvSpPr>
          <p:nvPr>
            <p:ph type="sldNum" sz="quarter" idx="12"/>
          </p:nvPr>
        </p:nvSpPr>
        <p:spPr/>
        <p:txBody>
          <a:bodyPr/>
          <a:lstStyle/>
          <a:p>
            <a:fld id="{D0808A33-48F2-4126-901F-07D730BE2FA3}" type="slidenum">
              <a:rPr lang="en-IN" smtClean="0"/>
              <a:t>‹#›</a:t>
            </a:fld>
            <a:endParaRPr lang="en-IN"/>
          </a:p>
        </p:txBody>
      </p:sp>
      <p:pic>
        <p:nvPicPr>
          <p:cNvPr id="8" name="Picture 7">
            <a:extLst>
              <a:ext uri="{FF2B5EF4-FFF2-40B4-BE49-F238E27FC236}">
                <a16:creationId xmlns:a16="http://schemas.microsoft.com/office/drawing/2014/main" id="{03BFEC2C-BC1D-4ACE-8537-C3572CBAAFB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52729" y="6177285"/>
            <a:ext cx="394521" cy="643295"/>
          </a:xfrm>
          <a:prstGeom prst="rect">
            <a:avLst/>
          </a:prstGeom>
        </p:spPr>
      </p:pic>
      <p:sp>
        <p:nvSpPr>
          <p:cNvPr id="9" name="Slide Number Placeholder 2">
            <a:extLst>
              <a:ext uri="{FF2B5EF4-FFF2-40B4-BE49-F238E27FC236}">
                <a16:creationId xmlns:a16="http://schemas.microsoft.com/office/drawing/2014/main" id="{5ADFEEC5-ABCB-41FE-892C-D813B4A928F7}"/>
              </a:ext>
            </a:extLst>
          </p:cNvPr>
          <p:cNvSpPr txBox="1">
            <a:spLocks/>
          </p:cNvSpPr>
          <p:nvPr userDrawn="1"/>
        </p:nvSpPr>
        <p:spPr>
          <a:xfrm>
            <a:off x="11733848" y="6569710"/>
            <a:ext cx="504000" cy="25200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8E1925-6FEC-45A1-8FCC-F6DA2B64675F}" type="slidenum">
              <a:rPr lang="en-ID" smtClean="0"/>
              <a:pPr/>
              <a:t>‹#›</a:t>
            </a:fld>
            <a:endParaRPr lang="en-ID" dirty="0"/>
          </a:p>
        </p:txBody>
      </p:sp>
    </p:spTree>
    <p:extLst>
      <p:ext uri="{BB962C8B-B14F-4D97-AF65-F5344CB8AC3E}">
        <p14:creationId xmlns:p14="http://schemas.microsoft.com/office/powerpoint/2010/main" val="147872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9445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49AB6-297E-FF18-93BE-5D20849B04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A55E19-ABD5-602F-748C-4AEA6A6C51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866908-B067-6B8B-7A9D-06BE57B98E65}"/>
              </a:ext>
            </a:extLst>
          </p:cNvPr>
          <p:cNvSpPr>
            <a:spLocks noGrp="1"/>
          </p:cNvSpPr>
          <p:nvPr>
            <p:ph type="dt" sz="half" idx="10"/>
          </p:nvPr>
        </p:nvSpPr>
        <p:spPr/>
        <p:txBody>
          <a:bodyPr/>
          <a:lstStyle/>
          <a:p>
            <a:fld id="{54F07763-50E1-40AD-9403-5E27DF0A1C1D}" type="datetimeFigureOut">
              <a:rPr lang="en-US" smtClean="0"/>
              <a:t>8/2/2023</a:t>
            </a:fld>
            <a:endParaRPr lang="en-US"/>
          </a:p>
        </p:txBody>
      </p:sp>
      <p:sp>
        <p:nvSpPr>
          <p:cNvPr id="5" name="Footer Placeholder 4">
            <a:extLst>
              <a:ext uri="{FF2B5EF4-FFF2-40B4-BE49-F238E27FC236}">
                <a16:creationId xmlns:a16="http://schemas.microsoft.com/office/drawing/2014/main" id="{1A5CFDE3-45A6-FC1E-08FD-F99988B67C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A5C14-E100-9C87-6663-782AD9B004AB}"/>
              </a:ext>
            </a:extLst>
          </p:cNvPr>
          <p:cNvSpPr>
            <a:spLocks noGrp="1"/>
          </p:cNvSpPr>
          <p:nvPr>
            <p:ph type="sldNum" sz="quarter" idx="12"/>
          </p:nvPr>
        </p:nvSpPr>
        <p:spPr/>
        <p:txBody>
          <a:bodyPr/>
          <a:lstStyle/>
          <a:p>
            <a:fld id="{EC256D0D-87C7-4DE6-BAE1-ED2C9FFB3D28}" type="slidenum">
              <a:rPr lang="en-US" smtClean="0"/>
              <a:t>‹#›</a:t>
            </a:fld>
            <a:endParaRPr lang="en-US"/>
          </a:p>
        </p:txBody>
      </p:sp>
    </p:spTree>
    <p:extLst>
      <p:ext uri="{BB962C8B-B14F-4D97-AF65-F5344CB8AC3E}">
        <p14:creationId xmlns:p14="http://schemas.microsoft.com/office/powerpoint/2010/main" val="429980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7A5DD-5CF8-4F45-6078-620AD2D211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B50030-8D23-8E4B-2149-4FBA91E9ED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DAC709-58BB-EB28-523A-C97E62824EA1}"/>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5" name="Footer Placeholder 4">
            <a:extLst>
              <a:ext uri="{FF2B5EF4-FFF2-40B4-BE49-F238E27FC236}">
                <a16:creationId xmlns:a16="http://schemas.microsoft.com/office/drawing/2014/main" id="{63E7C758-3F9B-FE98-E686-7C13B42B05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6ED441-3E27-435D-72D2-729B3C6AFDD8}"/>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705182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4BCF9-F3A9-12BF-3589-F9E5B7E9B4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B1E55F-2435-89FA-97A9-28976A6D3A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75716D-7B9A-F069-3D86-520434A481C2}"/>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5" name="Footer Placeholder 4">
            <a:extLst>
              <a:ext uri="{FF2B5EF4-FFF2-40B4-BE49-F238E27FC236}">
                <a16:creationId xmlns:a16="http://schemas.microsoft.com/office/drawing/2014/main" id="{5E013B9D-83B2-8C43-220D-4461D56E45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DC60DD-B554-47DC-0D88-23003DF6955C}"/>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1580258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93F0-7F17-1C81-ACFC-25231A8B45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407F02-9DB7-A009-6D89-33D5B6003D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543176-2739-53C7-9DAE-4EDB4C04BAF7}"/>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5" name="Footer Placeholder 4">
            <a:extLst>
              <a:ext uri="{FF2B5EF4-FFF2-40B4-BE49-F238E27FC236}">
                <a16:creationId xmlns:a16="http://schemas.microsoft.com/office/drawing/2014/main" id="{ED93B3C5-76CE-91C3-DBF8-97D00629C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A959F-EE02-8E04-1FC5-F079EDC4E8EC}"/>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2727310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9EB1-3E0D-295F-68D4-BFFD1C9332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C55924-66E6-9C54-97AF-5A691B0C6B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0837C1-4BDA-EF6A-AAA2-469084F648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4FC326-30A7-50FD-37C9-AB5223F4AAD2}"/>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6" name="Footer Placeholder 5">
            <a:extLst>
              <a:ext uri="{FF2B5EF4-FFF2-40B4-BE49-F238E27FC236}">
                <a16:creationId xmlns:a16="http://schemas.microsoft.com/office/drawing/2014/main" id="{4B0C1441-733E-86E4-6651-60FF63FF6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D90BA8-2925-B2B4-BF6A-27BDFE61DA5B}"/>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2503024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ACB9B-1026-7A9E-1BCB-A3EFE9A288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B0EA12-D8A8-8242-4252-DAFCB6D8B3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EA0CCA-BD7F-649A-7802-9DC7795CAD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BFC0A4-5BB3-0279-FB4A-3305FF8B00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E36BBA-BD25-E2BA-D159-1E3B516D24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60F58D-FB6F-CDFD-6203-60E6AD8AFA53}"/>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8" name="Footer Placeholder 7">
            <a:extLst>
              <a:ext uri="{FF2B5EF4-FFF2-40B4-BE49-F238E27FC236}">
                <a16:creationId xmlns:a16="http://schemas.microsoft.com/office/drawing/2014/main" id="{FC3B6895-B86C-D859-1426-4D59BF4C57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743203-57EC-604C-80CF-C0475AF37CB4}"/>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2568334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296DF-9C9E-A221-F732-A0CD02A27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3C5FEF-44CE-AEBC-97A1-EB53A479F553}"/>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4" name="Footer Placeholder 3">
            <a:extLst>
              <a:ext uri="{FF2B5EF4-FFF2-40B4-BE49-F238E27FC236}">
                <a16:creationId xmlns:a16="http://schemas.microsoft.com/office/drawing/2014/main" id="{E22B7B97-7FCC-475E-3305-623E7CAEE4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BD088E-92F1-9A88-8652-8850FDBF18AF}"/>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3980826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A5F631-B479-250D-8DE8-C9908B04608E}"/>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3" name="Footer Placeholder 2">
            <a:extLst>
              <a:ext uri="{FF2B5EF4-FFF2-40B4-BE49-F238E27FC236}">
                <a16:creationId xmlns:a16="http://schemas.microsoft.com/office/drawing/2014/main" id="{19E7DCDC-1094-4A6A-5FC2-9A244517F9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48BBB3-31D6-D958-6527-10F6E7DD141E}"/>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2892467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93FCB-B9F3-5D21-2A5C-710E437E4D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CA2086-C9FF-286D-E039-399BD90854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CA1ECF-57E2-9869-D6DE-3468931D7B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85FB15-EA65-A7B8-C6FD-32391C73D722}"/>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6" name="Footer Placeholder 5">
            <a:extLst>
              <a:ext uri="{FF2B5EF4-FFF2-40B4-BE49-F238E27FC236}">
                <a16:creationId xmlns:a16="http://schemas.microsoft.com/office/drawing/2014/main" id="{7B5483CF-BB08-A1C4-3911-F1093DAE5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CFC1B0-DFFE-C1C7-12FB-5DE388FA4278}"/>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194278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2CCC4-0808-BEE7-BBF9-A6A5ABB4E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B208A2-E1D4-D60F-704D-C416185FFF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1ABE57-008C-302F-9445-B112C582A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657072-44E8-9C42-0070-7C01F5614382}"/>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6" name="Footer Placeholder 5">
            <a:extLst>
              <a:ext uri="{FF2B5EF4-FFF2-40B4-BE49-F238E27FC236}">
                <a16:creationId xmlns:a16="http://schemas.microsoft.com/office/drawing/2014/main" id="{CD11A6F4-8A76-91B3-57B6-2D2C1793B1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F1597E-894E-409C-4480-6FA5501B5784}"/>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1482043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65806-A88C-9F64-1BEF-679C41CD65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7279C2-C947-7C65-2638-0B00BF2951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94C633-67A7-7E99-8F94-8293D531AB83}"/>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5" name="Footer Placeholder 4">
            <a:extLst>
              <a:ext uri="{FF2B5EF4-FFF2-40B4-BE49-F238E27FC236}">
                <a16:creationId xmlns:a16="http://schemas.microsoft.com/office/drawing/2014/main" id="{68337149-0F51-11E7-9A11-A8909D8F60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5DDDAB-4AB4-FA11-A4CC-D81911E3633F}"/>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337428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74E855-6C16-C61E-63FB-CC42A569B1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E71545-0CA3-E91D-99B5-23220719D1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2F43A8-3588-2BBF-DB7F-E5D6B44E70CD}"/>
              </a:ext>
            </a:extLst>
          </p:cNvPr>
          <p:cNvSpPr>
            <a:spLocks noGrp="1"/>
          </p:cNvSpPr>
          <p:nvPr>
            <p:ph type="dt" sz="half" idx="10"/>
          </p:nvPr>
        </p:nvSpPr>
        <p:spPr/>
        <p:txBody>
          <a:bodyPr/>
          <a:lstStyle/>
          <a:p>
            <a:fld id="{BE559CDB-003B-40D8-8783-2F40C70A1C17}" type="datetimeFigureOut">
              <a:rPr lang="en-US" smtClean="0"/>
              <a:t>8/2/2023</a:t>
            </a:fld>
            <a:endParaRPr lang="en-US"/>
          </a:p>
        </p:txBody>
      </p:sp>
      <p:sp>
        <p:nvSpPr>
          <p:cNvPr id="5" name="Footer Placeholder 4">
            <a:extLst>
              <a:ext uri="{FF2B5EF4-FFF2-40B4-BE49-F238E27FC236}">
                <a16:creationId xmlns:a16="http://schemas.microsoft.com/office/drawing/2014/main" id="{92CB9CF1-7F6D-AD6F-2D46-F080212A1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0A403C-396B-04C9-09C7-E52C1A92AE15}"/>
              </a:ext>
            </a:extLst>
          </p:cNvPr>
          <p:cNvSpPr>
            <a:spLocks noGrp="1"/>
          </p:cNvSpPr>
          <p:nvPr>
            <p:ph type="sldNum" sz="quarter" idx="12"/>
          </p:nvPr>
        </p:nvSpPr>
        <p:spPr/>
        <p:txBody>
          <a:bodyPr/>
          <a:lstStyle/>
          <a:p>
            <a:fld id="{64718069-6F7E-4BDD-8631-5D24089F018F}" type="slidenum">
              <a:rPr lang="en-US" smtClean="0"/>
              <a:t>‹#›</a:t>
            </a:fld>
            <a:endParaRPr lang="en-US"/>
          </a:p>
        </p:txBody>
      </p:sp>
    </p:spTree>
    <p:extLst>
      <p:ext uri="{BB962C8B-B14F-4D97-AF65-F5344CB8AC3E}">
        <p14:creationId xmlns:p14="http://schemas.microsoft.com/office/powerpoint/2010/main" val="39478889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4301A-3863-421E-AFBE-E63331632776}"/>
              </a:ext>
            </a:extLst>
          </p:cNvPr>
          <p:cNvSpPr>
            <a:spLocks noGrp="1"/>
          </p:cNvSpPr>
          <p:nvPr>
            <p:ph type="title"/>
          </p:nvPr>
        </p:nvSpPr>
        <p:spPr/>
        <p:txBody>
          <a:bodyPr/>
          <a:lstStyle/>
          <a:p>
            <a:r>
              <a:rPr lang="en-US"/>
              <a:t>Click to edit Master title style</a:t>
            </a:r>
            <a:endParaRPr lang="en-IN"/>
          </a:p>
        </p:txBody>
      </p:sp>
      <p:sp>
        <p:nvSpPr>
          <p:cNvPr id="4" name="Date Placeholder 3">
            <a:extLst>
              <a:ext uri="{FF2B5EF4-FFF2-40B4-BE49-F238E27FC236}">
                <a16:creationId xmlns:a16="http://schemas.microsoft.com/office/drawing/2014/main" id="{6AC5FAAF-7C67-4A64-997C-885B8D3882DD}"/>
              </a:ext>
            </a:extLst>
          </p:cNvPr>
          <p:cNvSpPr>
            <a:spLocks noGrp="1"/>
          </p:cNvSpPr>
          <p:nvPr>
            <p:ph type="dt" sz="half" idx="10"/>
          </p:nvPr>
        </p:nvSpPr>
        <p:spPr/>
        <p:txBody>
          <a:bodyPr/>
          <a:lstStyle/>
          <a:p>
            <a:fld id="{3298B71C-536D-4C11-B843-5404CEA616CB}" type="datetimeFigureOut">
              <a:rPr lang="en-IN" smtClean="0"/>
              <a:t>02-08-2023</a:t>
            </a:fld>
            <a:endParaRPr lang="en-IN"/>
          </a:p>
        </p:txBody>
      </p:sp>
      <p:sp>
        <p:nvSpPr>
          <p:cNvPr id="5" name="Footer Placeholder 4">
            <a:extLst>
              <a:ext uri="{FF2B5EF4-FFF2-40B4-BE49-F238E27FC236}">
                <a16:creationId xmlns:a16="http://schemas.microsoft.com/office/drawing/2014/main" id="{E6164C2F-9476-435C-AF7C-D6E134CC3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440C-033F-4C87-A828-182C1A87BF62}"/>
              </a:ext>
            </a:extLst>
          </p:cNvPr>
          <p:cNvSpPr>
            <a:spLocks noGrp="1"/>
          </p:cNvSpPr>
          <p:nvPr>
            <p:ph type="sldNum" sz="quarter" idx="12"/>
          </p:nvPr>
        </p:nvSpPr>
        <p:spPr/>
        <p:txBody>
          <a:bodyPr/>
          <a:lstStyle/>
          <a:p>
            <a:fld id="{D0808A33-48F2-4126-901F-07D730BE2FA3}" type="slidenum">
              <a:rPr lang="en-IN" smtClean="0"/>
              <a:t>‹#›</a:t>
            </a:fld>
            <a:endParaRPr lang="en-IN"/>
          </a:p>
        </p:txBody>
      </p:sp>
      <p:pic>
        <p:nvPicPr>
          <p:cNvPr id="8" name="Picture 7">
            <a:extLst>
              <a:ext uri="{FF2B5EF4-FFF2-40B4-BE49-F238E27FC236}">
                <a16:creationId xmlns:a16="http://schemas.microsoft.com/office/drawing/2014/main" id="{03BFEC2C-BC1D-4ACE-8537-C3572CBAAFB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52729" y="6177285"/>
            <a:ext cx="394521" cy="643295"/>
          </a:xfrm>
          <a:prstGeom prst="rect">
            <a:avLst/>
          </a:prstGeom>
        </p:spPr>
      </p:pic>
      <p:sp>
        <p:nvSpPr>
          <p:cNvPr id="9" name="Slide Number Placeholder 2">
            <a:extLst>
              <a:ext uri="{FF2B5EF4-FFF2-40B4-BE49-F238E27FC236}">
                <a16:creationId xmlns:a16="http://schemas.microsoft.com/office/drawing/2014/main" id="{5ADFEEC5-ABCB-41FE-892C-D813B4A928F7}"/>
              </a:ext>
            </a:extLst>
          </p:cNvPr>
          <p:cNvSpPr txBox="1">
            <a:spLocks/>
          </p:cNvSpPr>
          <p:nvPr userDrawn="1"/>
        </p:nvSpPr>
        <p:spPr>
          <a:xfrm>
            <a:off x="11733848" y="6569710"/>
            <a:ext cx="504000" cy="25200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8E1925-6FEC-45A1-8FCC-F6DA2B64675F}" type="slidenum">
              <a:rPr lang="en-ID" smtClean="0"/>
              <a:pPr/>
              <a:t>‹#›</a:t>
            </a:fld>
            <a:endParaRPr lang="en-ID" dirty="0"/>
          </a:p>
        </p:txBody>
      </p:sp>
    </p:spTree>
    <p:extLst>
      <p:ext uri="{BB962C8B-B14F-4D97-AF65-F5344CB8AC3E}">
        <p14:creationId xmlns:p14="http://schemas.microsoft.com/office/powerpoint/2010/main" val="162693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162FE84-6F12-4155-B9A1-F5BB1A074E50}"/>
              </a:ext>
            </a:extLst>
          </p:cNvPr>
          <p:cNvGraphicFramePr>
            <a:graphicFrameLocks noChangeAspect="1"/>
          </p:cNvGraphicFramePr>
          <p:nvPr userDrawn="1">
            <p:custDataLst>
              <p:tags r:id="rId7"/>
            </p:custDataLst>
            <p:extLst>
              <p:ext uri="{D42A27DB-BD31-4B8C-83A1-F6EECF244321}">
                <p14:modId xmlns:p14="http://schemas.microsoft.com/office/powerpoint/2010/main" val="1615072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60" imgH="360" progId="">
                  <p:embed/>
                </p:oleObj>
              </mc:Choice>
              <mc:Fallback>
                <p:oleObj name="think-cell Slide" r:id="rId9" imgW="360" imgH="360" progId="">
                  <p:embed/>
                  <p:pic>
                    <p:nvPicPr>
                      <p:cNvPr id="8" name="Object 7" hidden="1">
                        <a:extLst>
                          <a:ext uri="{FF2B5EF4-FFF2-40B4-BE49-F238E27FC236}">
                            <a16:creationId xmlns:a16="http://schemas.microsoft.com/office/drawing/2014/main" id="{D162FE84-6F12-4155-B9A1-F5BB1A074E5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hidden="1">
            <a:extLst>
              <a:ext uri="{FF2B5EF4-FFF2-40B4-BE49-F238E27FC236}">
                <a16:creationId xmlns:a16="http://schemas.microsoft.com/office/drawing/2014/main" id="{79041A27-52C9-4AAD-B8FD-6CF163B77BB7}"/>
              </a:ext>
            </a:extLst>
          </p:cNvPr>
          <p:cNvSpPr/>
          <p:nvPr userDrawn="1">
            <p:custDataLst>
              <p:tags r:id="rId8"/>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1" i="0" baseline="0" dirty="0">
              <a:latin typeface="Segoe UI" panose="020B0502040204020203" pitchFamily="34" charset="0"/>
              <a:ea typeface="+mj-ea"/>
              <a:cs typeface="+mj-cs"/>
              <a:sym typeface="Segoe UI" panose="020B0502040204020203" pitchFamily="34" charset="0"/>
            </a:endParaRPr>
          </a:p>
        </p:txBody>
      </p:sp>
      <p:sp>
        <p:nvSpPr>
          <p:cNvPr id="2" name="Title Placeholder 1">
            <a:extLst>
              <a:ext uri="{FF2B5EF4-FFF2-40B4-BE49-F238E27FC236}">
                <a16:creationId xmlns:a16="http://schemas.microsoft.com/office/drawing/2014/main" id="{7E190699-F3B7-4649-B3F5-44D7106BF2A4}"/>
              </a:ext>
            </a:extLst>
          </p:cNvPr>
          <p:cNvSpPr>
            <a:spLocks noGrp="1"/>
          </p:cNvSpPr>
          <p:nvPr>
            <p:ph type="title"/>
          </p:nvPr>
        </p:nvSpPr>
        <p:spPr>
          <a:xfrm>
            <a:off x="442913" y="365125"/>
            <a:ext cx="11306174" cy="8540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2A25CE2-9CE7-47A1-B740-3F6D6D085B44}"/>
              </a:ext>
            </a:extLst>
          </p:cNvPr>
          <p:cNvSpPr>
            <a:spLocks noGrp="1"/>
          </p:cNvSpPr>
          <p:nvPr>
            <p:ph type="body" idx="1"/>
          </p:nvPr>
        </p:nvSpPr>
        <p:spPr>
          <a:xfrm>
            <a:off x="442913" y="1825625"/>
            <a:ext cx="11306174"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BA8531D-1ED8-4BBA-88EF-7FD00E44BE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A77DA85F-CB89-4AC9-948D-4CE140D93C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2020 SightSpectrum</a:t>
            </a:r>
          </a:p>
        </p:txBody>
      </p:sp>
      <p:sp>
        <p:nvSpPr>
          <p:cNvPr id="6" name="Slide Number Placeholder 5">
            <a:extLst>
              <a:ext uri="{FF2B5EF4-FFF2-40B4-BE49-F238E27FC236}">
                <a16:creationId xmlns:a16="http://schemas.microsoft.com/office/drawing/2014/main" id="{44719391-BF8E-4AC3-8689-202CCE147215}"/>
              </a:ext>
            </a:extLst>
          </p:cNvPr>
          <p:cNvSpPr>
            <a:spLocks noGrp="1"/>
          </p:cNvSpPr>
          <p:nvPr>
            <p:ph type="sldNum" sz="quarter" idx="4"/>
          </p:nvPr>
        </p:nvSpPr>
        <p:spPr>
          <a:xfrm>
            <a:off x="9005888"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8E1925-6FEC-45A1-8FCC-F6DA2B64675F}" type="slidenum">
              <a:rPr lang="en-US" smtClean="0"/>
              <a:pPr/>
              <a:t>‹#›</a:t>
            </a:fld>
            <a:endParaRPr lang="en-US"/>
          </a:p>
        </p:txBody>
      </p:sp>
    </p:spTree>
    <p:extLst>
      <p:ext uri="{BB962C8B-B14F-4D97-AF65-F5344CB8AC3E}">
        <p14:creationId xmlns:p14="http://schemas.microsoft.com/office/powerpoint/2010/main" val="3000288554"/>
      </p:ext>
    </p:extLst>
  </p:cSld>
  <p:clrMap bg1="lt1" tx1="dk1" bg2="lt2" tx2="dk2" accent1="accent1" accent2="accent2" accent3="accent3" accent4="accent4" accent5="accent5" accent6="accent6" hlink="hlink" folHlink="folHlink"/>
  <p:sldLayoutIdLst>
    <p:sldLayoutId id="2147483650" r:id="rId1"/>
    <p:sldLayoutId id="2147483663" r:id="rId2"/>
    <p:sldLayoutId id="2147483669" r:id="rId3"/>
    <p:sldLayoutId id="2147483670" r:id="rId4"/>
    <p:sldLayoutId id="2147483684" r:id="rId5"/>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94E362-28AE-EF5A-6390-7EAC58D19D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BB679F-BDEC-276E-BC50-AFB89B23B4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698D4-D53B-DBD3-C1DD-BA2D0C8A9F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59CDB-003B-40D8-8783-2F40C70A1C17}" type="datetimeFigureOut">
              <a:rPr lang="en-US" smtClean="0"/>
              <a:t>8/2/2023</a:t>
            </a:fld>
            <a:endParaRPr lang="en-US"/>
          </a:p>
        </p:txBody>
      </p:sp>
      <p:sp>
        <p:nvSpPr>
          <p:cNvPr id="5" name="Footer Placeholder 4">
            <a:extLst>
              <a:ext uri="{FF2B5EF4-FFF2-40B4-BE49-F238E27FC236}">
                <a16:creationId xmlns:a16="http://schemas.microsoft.com/office/drawing/2014/main" id="{CF236484-ABA9-0829-FA91-671CAC5410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49A1CB-B4CD-64B0-818F-1EAF6B133F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718069-6F7E-4BDD-8631-5D24089F018F}" type="slidenum">
              <a:rPr lang="en-US" smtClean="0"/>
              <a:t>‹#›</a:t>
            </a:fld>
            <a:endParaRPr lang="en-US"/>
          </a:p>
        </p:txBody>
      </p:sp>
    </p:spTree>
    <p:extLst>
      <p:ext uri="{BB962C8B-B14F-4D97-AF65-F5344CB8AC3E}">
        <p14:creationId xmlns:p14="http://schemas.microsoft.com/office/powerpoint/2010/main" val="3082627675"/>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34" Type="http://schemas.openxmlformats.org/officeDocument/2006/relationships/image" Target="../media/image38.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2" Type="http://schemas.openxmlformats.org/officeDocument/2006/relationships/notesSlide" Target="../notesSlides/notesSlide1.xml"/><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10.sv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jpe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8"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s>
</file>

<file path=ppt/slides/_rels/slide4.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61.png"/><Relationship Id="rId26" Type="http://schemas.openxmlformats.org/officeDocument/2006/relationships/image" Target="../media/image69.png"/><Relationship Id="rId39" Type="http://schemas.openxmlformats.org/officeDocument/2006/relationships/image" Target="../media/image82.png"/><Relationship Id="rId21" Type="http://schemas.openxmlformats.org/officeDocument/2006/relationships/image" Target="../media/image64.png"/><Relationship Id="rId34" Type="http://schemas.openxmlformats.org/officeDocument/2006/relationships/image" Target="../media/image77.png"/><Relationship Id="rId42" Type="http://schemas.openxmlformats.org/officeDocument/2006/relationships/image" Target="../media/image85.png"/><Relationship Id="rId47" Type="http://schemas.openxmlformats.org/officeDocument/2006/relationships/image" Target="../media/image90.jpeg"/><Relationship Id="rId50" Type="http://schemas.openxmlformats.org/officeDocument/2006/relationships/image" Target="../media/image93.png"/><Relationship Id="rId7" Type="http://schemas.openxmlformats.org/officeDocument/2006/relationships/image" Target="../media/image50.emf"/><Relationship Id="rId2" Type="http://schemas.openxmlformats.org/officeDocument/2006/relationships/notesSlide" Target="../notesSlides/notesSlide2.xml"/><Relationship Id="rId16" Type="http://schemas.openxmlformats.org/officeDocument/2006/relationships/image" Target="../media/image59.png"/><Relationship Id="rId29" Type="http://schemas.openxmlformats.org/officeDocument/2006/relationships/image" Target="../media/image72.png"/><Relationship Id="rId11" Type="http://schemas.openxmlformats.org/officeDocument/2006/relationships/image" Target="../media/image54.png"/><Relationship Id="rId24" Type="http://schemas.openxmlformats.org/officeDocument/2006/relationships/image" Target="../media/image67.png"/><Relationship Id="rId32" Type="http://schemas.openxmlformats.org/officeDocument/2006/relationships/image" Target="../media/image75.png"/><Relationship Id="rId37" Type="http://schemas.openxmlformats.org/officeDocument/2006/relationships/image" Target="../media/image80.png"/><Relationship Id="rId40" Type="http://schemas.openxmlformats.org/officeDocument/2006/relationships/image" Target="../media/image83.png"/><Relationship Id="rId45" Type="http://schemas.openxmlformats.org/officeDocument/2006/relationships/image" Target="../media/image88.png"/><Relationship Id="rId5" Type="http://schemas.openxmlformats.org/officeDocument/2006/relationships/image" Target="../media/image48.emf"/><Relationship Id="rId15" Type="http://schemas.openxmlformats.org/officeDocument/2006/relationships/image" Target="../media/image58.png"/><Relationship Id="rId23" Type="http://schemas.openxmlformats.org/officeDocument/2006/relationships/image" Target="../media/image66.png"/><Relationship Id="rId28" Type="http://schemas.openxmlformats.org/officeDocument/2006/relationships/image" Target="../media/image71.png"/><Relationship Id="rId36" Type="http://schemas.openxmlformats.org/officeDocument/2006/relationships/image" Target="../media/image79.png"/><Relationship Id="rId49" Type="http://schemas.openxmlformats.org/officeDocument/2006/relationships/image" Target="../media/image92.png"/><Relationship Id="rId10" Type="http://schemas.openxmlformats.org/officeDocument/2006/relationships/image" Target="../media/image53.png"/><Relationship Id="rId19" Type="http://schemas.openxmlformats.org/officeDocument/2006/relationships/image" Target="../media/image62.jpeg"/><Relationship Id="rId31" Type="http://schemas.openxmlformats.org/officeDocument/2006/relationships/image" Target="../media/image74.png"/><Relationship Id="rId44" Type="http://schemas.openxmlformats.org/officeDocument/2006/relationships/image" Target="../media/image87.png"/><Relationship Id="rId4" Type="http://schemas.openxmlformats.org/officeDocument/2006/relationships/image" Target="../media/image47.emf"/><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png"/><Relationship Id="rId27" Type="http://schemas.openxmlformats.org/officeDocument/2006/relationships/image" Target="../media/image70.png"/><Relationship Id="rId30" Type="http://schemas.openxmlformats.org/officeDocument/2006/relationships/image" Target="../media/image73.png"/><Relationship Id="rId35" Type="http://schemas.openxmlformats.org/officeDocument/2006/relationships/image" Target="../media/image78.png"/><Relationship Id="rId43" Type="http://schemas.openxmlformats.org/officeDocument/2006/relationships/image" Target="../media/image86.png"/><Relationship Id="rId48" Type="http://schemas.openxmlformats.org/officeDocument/2006/relationships/image" Target="../media/image91.png"/><Relationship Id="rId8" Type="http://schemas.openxmlformats.org/officeDocument/2006/relationships/image" Target="../media/image51.png"/><Relationship Id="rId51" Type="http://schemas.openxmlformats.org/officeDocument/2006/relationships/image" Target="../media/image94.png"/><Relationship Id="rId3" Type="http://schemas.openxmlformats.org/officeDocument/2006/relationships/image" Target="../media/image46.emf"/><Relationship Id="rId12" Type="http://schemas.openxmlformats.org/officeDocument/2006/relationships/image" Target="../media/image55.png"/><Relationship Id="rId17" Type="http://schemas.openxmlformats.org/officeDocument/2006/relationships/image" Target="../media/image60.jpeg"/><Relationship Id="rId25" Type="http://schemas.openxmlformats.org/officeDocument/2006/relationships/image" Target="../media/image68.png"/><Relationship Id="rId33" Type="http://schemas.openxmlformats.org/officeDocument/2006/relationships/image" Target="../media/image76.png"/><Relationship Id="rId38" Type="http://schemas.openxmlformats.org/officeDocument/2006/relationships/image" Target="../media/image81.png"/><Relationship Id="rId46" Type="http://schemas.openxmlformats.org/officeDocument/2006/relationships/image" Target="../media/image89.png"/><Relationship Id="rId20" Type="http://schemas.openxmlformats.org/officeDocument/2006/relationships/image" Target="../media/image63.png"/><Relationship Id="rId41" Type="http://schemas.openxmlformats.org/officeDocument/2006/relationships/image" Target="../media/image84.png"/><Relationship Id="rId1" Type="http://schemas.openxmlformats.org/officeDocument/2006/relationships/slideLayout" Target="../slideLayouts/slideLayout4.xml"/><Relationship Id="rId6" Type="http://schemas.openxmlformats.org/officeDocument/2006/relationships/image" Target="../media/image49.emf"/></Relationships>
</file>

<file path=ppt/slides/_rels/slide5.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jpeg"/><Relationship Id="rId18" Type="http://schemas.openxmlformats.org/officeDocument/2006/relationships/image" Target="../media/image34.png"/><Relationship Id="rId26" Type="http://schemas.openxmlformats.org/officeDocument/2006/relationships/image" Target="../media/image114.png"/><Relationship Id="rId3" Type="http://schemas.openxmlformats.org/officeDocument/2006/relationships/image" Target="../media/image96.jpeg"/><Relationship Id="rId21" Type="http://schemas.openxmlformats.org/officeDocument/2006/relationships/image" Target="../media/image112.png"/><Relationship Id="rId7" Type="http://schemas.openxmlformats.org/officeDocument/2006/relationships/image" Target="../media/image99.png"/><Relationship Id="rId12" Type="http://schemas.openxmlformats.org/officeDocument/2006/relationships/image" Target="../media/image104.jpeg"/><Relationship Id="rId17" Type="http://schemas.openxmlformats.org/officeDocument/2006/relationships/image" Target="../media/image109.png"/><Relationship Id="rId25" Type="http://schemas.openxmlformats.org/officeDocument/2006/relationships/image" Target="../media/image113.png"/><Relationship Id="rId2" Type="http://schemas.openxmlformats.org/officeDocument/2006/relationships/image" Target="../media/image95.jpeg"/><Relationship Id="rId16" Type="http://schemas.openxmlformats.org/officeDocument/2006/relationships/image" Target="../media/image108.jpeg"/><Relationship Id="rId20" Type="http://schemas.openxmlformats.org/officeDocument/2006/relationships/image" Target="../media/image111.png"/><Relationship Id="rId29" Type="http://schemas.openxmlformats.org/officeDocument/2006/relationships/image" Target="../media/image116.jpeg"/><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103.png"/><Relationship Id="rId24" Type="http://schemas.openxmlformats.org/officeDocument/2006/relationships/image" Target="../media/image29.png"/><Relationship Id="rId32" Type="http://schemas.openxmlformats.org/officeDocument/2006/relationships/image" Target="../media/image119.png"/><Relationship Id="rId5" Type="http://schemas.openxmlformats.org/officeDocument/2006/relationships/image" Target="../media/image98.png"/><Relationship Id="rId15" Type="http://schemas.openxmlformats.org/officeDocument/2006/relationships/image" Target="../media/image107.png"/><Relationship Id="rId23" Type="http://schemas.openxmlformats.org/officeDocument/2006/relationships/image" Target="../media/image33.png"/><Relationship Id="rId28" Type="http://schemas.openxmlformats.org/officeDocument/2006/relationships/image" Target="../media/image31.png"/><Relationship Id="rId10" Type="http://schemas.openxmlformats.org/officeDocument/2006/relationships/image" Target="../media/image102.png"/><Relationship Id="rId19" Type="http://schemas.openxmlformats.org/officeDocument/2006/relationships/image" Target="../media/image110.png"/><Relationship Id="rId31" Type="http://schemas.openxmlformats.org/officeDocument/2006/relationships/image" Target="../media/image118.png"/><Relationship Id="rId4" Type="http://schemas.openxmlformats.org/officeDocument/2006/relationships/image" Target="../media/image97.png"/><Relationship Id="rId9" Type="http://schemas.openxmlformats.org/officeDocument/2006/relationships/image" Target="../media/image101.png"/><Relationship Id="rId14" Type="http://schemas.openxmlformats.org/officeDocument/2006/relationships/image" Target="../media/image106.jpeg"/><Relationship Id="rId22" Type="http://schemas.openxmlformats.org/officeDocument/2006/relationships/image" Target="../media/image30.png"/><Relationship Id="rId27" Type="http://schemas.openxmlformats.org/officeDocument/2006/relationships/image" Target="../media/image115.png"/><Relationship Id="rId30" Type="http://schemas.openxmlformats.org/officeDocument/2006/relationships/image" Target="../media/image117.png"/></Relationships>
</file>

<file path=ppt/slides/_rels/slide6.xml.rels><?xml version="1.0" encoding="UTF-8" standalone="yes"?>
<Relationships xmlns="http://schemas.openxmlformats.org/package/2006/relationships"><Relationship Id="rId8" Type="http://schemas.openxmlformats.org/officeDocument/2006/relationships/image" Target="../media/image126.svg"/><Relationship Id="rId13" Type="http://schemas.openxmlformats.org/officeDocument/2006/relationships/image" Target="../media/image131.png"/><Relationship Id="rId3" Type="http://schemas.openxmlformats.org/officeDocument/2006/relationships/image" Target="../media/image121.png"/><Relationship Id="rId7" Type="http://schemas.openxmlformats.org/officeDocument/2006/relationships/image" Target="../media/image125.png"/><Relationship Id="rId12" Type="http://schemas.openxmlformats.org/officeDocument/2006/relationships/image" Target="../media/image130.jpeg"/><Relationship Id="rId2" Type="http://schemas.openxmlformats.org/officeDocument/2006/relationships/image" Target="../media/image120.jpeg"/><Relationship Id="rId1" Type="http://schemas.openxmlformats.org/officeDocument/2006/relationships/slideLayout" Target="../slideLayouts/slideLayout4.xml"/><Relationship Id="rId6" Type="http://schemas.openxmlformats.org/officeDocument/2006/relationships/image" Target="../media/image124.svg"/><Relationship Id="rId11" Type="http://schemas.openxmlformats.org/officeDocument/2006/relationships/image" Target="../media/image129.jpeg"/><Relationship Id="rId5" Type="http://schemas.openxmlformats.org/officeDocument/2006/relationships/image" Target="../media/image123.png"/><Relationship Id="rId10" Type="http://schemas.openxmlformats.org/officeDocument/2006/relationships/image" Target="../media/image128.svg"/><Relationship Id="rId4" Type="http://schemas.openxmlformats.org/officeDocument/2006/relationships/image" Target="../media/image122.svg"/><Relationship Id="rId9" Type="http://schemas.openxmlformats.org/officeDocument/2006/relationships/image" Target="../media/image127.png"/></Relationships>
</file>

<file path=ppt/slides/_rels/slide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32.png"/><Relationship Id="rId7" Type="http://schemas.openxmlformats.org/officeDocument/2006/relationships/image" Target="../media/image134.png"/><Relationship Id="rId12" Type="http://schemas.openxmlformats.org/officeDocument/2006/relationships/image" Target="../media/image13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microsoft.com/office/2007/relationships/hdphoto" Target="../media/hdphoto2.wdp"/><Relationship Id="rId11" Type="http://schemas.openxmlformats.org/officeDocument/2006/relationships/image" Target="../media/image136.png"/><Relationship Id="rId5" Type="http://schemas.openxmlformats.org/officeDocument/2006/relationships/image" Target="../media/image133.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35.png"/></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32.png"/><Relationship Id="rId7" Type="http://schemas.openxmlformats.org/officeDocument/2006/relationships/image" Target="../media/image134.png"/><Relationship Id="rId12" Type="http://schemas.openxmlformats.org/officeDocument/2006/relationships/image" Target="../media/image13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microsoft.com/office/2007/relationships/hdphoto" Target="../media/hdphoto2.wdp"/><Relationship Id="rId11" Type="http://schemas.openxmlformats.org/officeDocument/2006/relationships/image" Target="../media/image136.png"/><Relationship Id="rId5" Type="http://schemas.openxmlformats.org/officeDocument/2006/relationships/image" Target="../media/image133.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35.png"/></Relationships>
</file>

<file path=ppt/slides/_rels/slide9.x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0.png"/><Relationship Id="rId5" Type="http://schemas.microsoft.com/office/2007/relationships/hdphoto" Target="../media/hdphoto5.wdp"/><Relationship Id="rId4" Type="http://schemas.openxmlformats.org/officeDocument/2006/relationships/image" Target="../media/image139.png"/></Relationships>
</file>

<file path=ppt/slides/_rels/slide10.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142.png"/><Relationship Id="rId7" Type="http://schemas.microsoft.com/office/2007/relationships/hdphoto" Target="../media/hdphoto5.wdp"/><Relationship Id="rId2" Type="http://schemas.openxmlformats.org/officeDocument/2006/relationships/image" Target="../media/image141.png"/><Relationship Id="rId1" Type="http://schemas.openxmlformats.org/officeDocument/2006/relationships/slideLayout" Target="../slideLayouts/slideLayout3.xml"/><Relationship Id="rId6" Type="http://schemas.openxmlformats.org/officeDocument/2006/relationships/image" Target="../media/image139.png"/><Relationship Id="rId5" Type="http://schemas.openxmlformats.org/officeDocument/2006/relationships/image" Target="../media/image138.wmf"/><Relationship Id="rId4" Type="http://schemas.openxmlformats.org/officeDocument/2006/relationships/image" Target="../media/image143.png"/></Relationships>
</file>

<file path=ppt/slides/_rels/slide1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microsoft.com/office/2007/relationships/hdphoto" Target="../media/hdphoto5.wdp"/><Relationship Id="rId5" Type="http://schemas.openxmlformats.org/officeDocument/2006/relationships/image" Target="../media/image139.png"/><Relationship Id="rId4" Type="http://schemas.openxmlformats.org/officeDocument/2006/relationships/image" Target="../media/image138.wmf"/></Relationships>
</file>

<file path=ppt/slides/_rels/slide12.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49.png"/><Relationship Id="rId5" Type="http://schemas.openxmlformats.org/officeDocument/2006/relationships/image" Target="../media/image14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s>
</file>

<file path=ppt/slides/_rels/slide13.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1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s>
</file>

<file path=ppt/slides/_rels/slide15.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2"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s>
</file>

<file path=ppt/slides/_rels/slide16.xml.rels><?xml version="1.0" encoding="UTF-8" standalone="yes"?>
<Relationships xmlns="http://schemas.openxmlformats.org/package/2006/relationships"><Relationship Id="rId8" Type="http://schemas.openxmlformats.org/officeDocument/2006/relationships/image" Target="../media/image180.svg"/><Relationship Id="rId13" Type="http://schemas.openxmlformats.org/officeDocument/2006/relationships/image" Target="../media/image185.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84.sv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78.svg"/><Relationship Id="rId11" Type="http://schemas.openxmlformats.org/officeDocument/2006/relationships/image" Target="../media/image183.png"/><Relationship Id="rId5" Type="http://schemas.openxmlformats.org/officeDocument/2006/relationships/image" Target="../media/image177.png"/><Relationship Id="rId15" Type="http://schemas.openxmlformats.org/officeDocument/2006/relationships/image" Target="../media/image187.png"/><Relationship Id="rId10" Type="http://schemas.openxmlformats.org/officeDocument/2006/relationships/image" Target="../media/image182.svg"/><Relationship Id="rId4" Type="http://schemas.openxmlformats.org/officeDocument/2006/relationships/image" Target="../media/image176.svg"/><Relationship Id="rId9" Type="http://schemas.openxmlformats.org/officeDocument/2006/relationships/image" Target="../media/image181.png"/><Relationship Id="rId14" Type="http://schemas.openxmlformats.org/officeDocument/2006/relationships/image" Target="../media/image18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png"/><Relationship Id="rId1" Type="http://schemas.openxmlformats.org/officeDocument/2006/relationships/slideLayout" Target="../slideLayouts/slideLayout5.xml"/><Relationship Id="rId4" Type="http://schemas.openxmlformats.org/officeDocument/2006/relationships/image" Target="../media/image19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1.png"/><Relationship Id="rId7" Type="http://schemas.openxmlformats.org/officeDocument/2006/relationships/image" Target="../media/image195.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9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image" Target="../media/image196.jpeg"/><Relationship Id="rId7" Type="http://schemas.openxmlformats.org/officeDocument/2006/relationships/image" Target="../media/image200.png"/><Relationship Id="rId12"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99.jpeg"/><Relationship Id="rId11" Type="http://schemas.openxmlformats.org/officeDocument/2006/relationships/diagramColors" Target="../diagrams/colors1.xml"/><Relationship Id="rId5" Type="http://schemas.openxmlformats.org/officeDocument/2006/relationships/image" Target="../media/image198.jpeg"/><Relationship Id="rId10" Type="http://schemas.openxmlformats.org/officeDocument/2006/relationships/diagramQuickStyle" Target="../diagrams/quickStyle1.xml"/><Relationship Id="rId4" Type="http://schemas.openxmlformats.org/officeDocument/2006/relationships/image" Target="../media/image197.jpeg"/><Relationship Id="rId9" Type="http://schemas.openxmlformats.org/officeDocument/2006/relationships/diagramLayout" Target="../diagrams/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02.png"/><Relationship Id="rId7" Type="http://schemas.openxmlformats.org/officeDocument/2006/relationships/image" Target="../media/image6.png"/><Relationship Id="rId2" Type="http://schemas.openxmlformats.org/officeDocument/2006/relationships/image" Target="../media/image201.jpg"/><Relationship Id="rId1" Type="http://schemas.openxmlformats.org/officeDocument/2006/relationships/slideLayout" Target="../slideLayouts/slideLayout4.xml"/><Relationship Id="rId6" Type="http://schemas.openxmlformats.org/officeDocument/2006/relationships/hyperlink" Target="http://www.sightspectrum.com/" TargetMode="External"/><Relationship Id="rId5" Type="http://schemas.openxmlformats.org/officeDocument/2006/relationships/hyperlink" Target="mailto:info@sightspectrum.com" TargetMode="External"/><Relationship Id="rId4" Type="http://schemas.openxmlformats.org/officeDocument/2006/relationships/image" Target="../media/image20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17BFC23-1857-4694-BEEF-A43C47638B8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051FD502-54C8-47DD-852C-6D19361736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803" y="0"/>
            <a:ext cx="11767197" cy="6858000"/>
          </a:xfrm>
          <a:prstGeom prst="rect">
            <a:avLst/>
          </a:prstGeom>
        </p:spPr>
      </p:pic>
      <p:sp>
        <p:nvSpPr>
          <p:cNvPr id="3" name="Footer Placeholder 2">
            <a:extLst>
              <a:ext uri="{FF2B5EF4-FFF2-40B4-BE49-F238E27FC236}">
                <a16:creationId xmlns:a16="http://schemas.microsoft.com/office/drawing/2014/main" id="{AA0F4E29-C84E-4DBC-B544-55754967CD3E}"/>
              </a:ext>
            </a:extLst>
          </p:cNvPr>
          <p:cNvSpPr>
            <a:spLocks noGrp="1"/>
          </p:cNvSpPr>
          <p:nvPr>
            <p:ph type="ftr" sz="quarter" idx="11"/>
          </p:nvPr>
        </p:nvSpPr>
        <p:spPr/>
        <p:txBody>
          <a:bodyPr/>
          <a:lstStyle/>
          <a:p>
            <a:pPr algn="l"/>
            <a:r>
              <a:rPr lang="en-ID"/>
              <a:t>© 2020 SightSpectrum</a:t>
            </a:r>
            <a:endParaRPr lang="en-ID" dirty="0"/>
          </a:p>
        </p:txBody>
      </p:sp>
      <p:grpSp>
        <p:nvGrpSpPr>
          <p:cNvPr id="2" name="Group 1">
            <a:extLst>
              <a:ext uri="{FF2B5EF4-FFF2-40B4-BE49-F238E27FC236}">
                <a16:creationId xmlns:a16="http://schemas.microsoft.com/office/drawing/2014/main" id="{E71EEC35-A1DE-56BF-B73F-CB44EA5156DB}"/>
              </a:ext>
            </a:extLst>
          </p:cNvPr>
          <p:cNvGrpSpPr/>
          <p:nvPr/>
        </p:nvGrpSpPr>
        <p:grpSpPr>
          <a:xfrm>
            <a:off x="82277" y="1081211"/>
            <a:ext cx="5464801" cy="1799393"/>
            <a:chOff x="82277" y="1081211"/>
            <a:chExt cx="5464801" cy="1799393"/>
          </a:xfrm>
        </p:grpSpPr>
        <p:sp>
          <p:nvSpPr>
            <p:cNvPr id="7" name="Title 1">
              <a:extLst>
                <a:ext uri="{FF2B5EF4-FFF2-40B4-BE49-F238E27FC236}">
                  <a16:creationId xmlns:a16="http://schemas.microsoft.com/office/drawing/2014/main" id="{9EA4181A-FF1D-4D0D-A631-25F00347033A}"/>
                </a:ext>
              </a:extLst>
            </p:cNvPr>
            <p:cNvSpPr txBox="1">
              <a:spLocks/>
            </p:cNvSpPr>
            <p:nvPr/>
          </p:nvSpPr>
          <p:spPr>
            <a:xfrm>
              <a:off x="1253989" y="1081211"/>
              <a:ext cx="4293089" cy="9268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002060"/>
                  </a:solidFill>
                  <a:latin typeface="Trebuchet MS (Headings)"/>
                </a:rPr>
                <a:t>Sight Spectrum</a:t>
              </a:r>
            </a:p>
          </p:txBody>
        </p:sp>
        <p:sp>
          <p:nvSpPr>
            <p:cNvPr id="8" name="Title 1">
              <a:extLst>
                <a:ext uri="{FF2B5EF4-FFF2-40B4-BE49-F238E27FC236}">
                  <a16:creationId xmlns:a16="http://schemas.microsoft.com/office/drawing/2014/main" id="{24FEB946-BE01-446E-9C75-1BB0817BC036}"/>
                </a:ext>
              </a:extLst>
            </p:cNvPr>
            <p:cNvSpPr txBox="1">
              <a:spLocks/>
            </p:cNvSpPr>
            <p:nvPr/>
          </p:nvSpPr>
          <p:spPr>
            <a:xfrm>
              <a:off x="1253989" y="2378892"/>
              <a:ext cx="3613212" cy="47090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1" kern="1200">
                  <a:solidFill>
                    <a:schemeClr val="tx1"/>
                  </a:solidFill>
                  <a:latin typeface="+mj-lt"/>
                  <a:ea typeface="+mj-ea"/>
                  <a:cs typeface="+mj-cs"/>
                </a:defRPr>
              </a:lvl1pPr>
            </a:lstStyle>
            <a:p>
              <a:r>
                <a:rPr lang="en-US" sz="2400">
                  <a:solidFill>
                    <a:srgbClr val="1D2331"/>
                  </a:solidFill>
                  <a:latin typeface="Trebuchet MS (Headings)"/>
                </a:rPr>
                <a:t>Corporate Overview</a:t>
              </a:r>
              <a:endParaRPr lang="en-US" sz="2400" dirty="0">
                <a:solidFill>
                  <a:srgbClr val="1D2331"/>
                </a:solidFill>
                <a:latin typeface="Trebuchet MS (Headings)"/>
              </a:endParaRPr>
            </a:p>
          </p:txBody>
        </p:sp>
        <p:pic>
          <p:nvPicPr>
            <p:cNvPr id="9" name="Picture 8">
              <a:extLst>
                <a:ext uri="{FF2B5EF4-FFF2-40B4-BE49-F238E27FC236}">
                  <a16:creationId xmlns:a16="http://schemas.microsoft.com/office/drawing/2014/main" id="{C6EDB69C-F451-44FF-969D-7115A36D4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77" y="1205301"/>
              <a:ext cx="1027432" cy="1675303"/>
            </a:xfrm>
            <a:prstGeom prst="rect">
              <a:avLst/>
            </a:prstGeom>
          </p:spPr>
        </p:pic>
        <p:cxnSp>
          <p:nvCxnSpPr>
            <p:cNvPr id="10" name="Straight Connector 9">
              <a:extLst>
                <a:ext uri="{FF2B5EF4-FFF2-40B4-BE49-F238E27FC236}">
                  <a16:creationId xmlns:a16="http://schemas.microsoft.com/office/drawing/2014/main" id="{34E086B1-668B-4597-ABF2-5C7E794C5588}"/>
                </a:ext>
              </a:extLst>
            </p:cNvPr>
            <p:cNvCxnSpPr/>
            <p:nvPr/>
          </p:nvCxnSpPr>
          <p:spPr>
            <a:xfrm>
              <a:off x="1358669" y="2274807"/>
              <a:ext cx="392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20A2B2-CDDA-4439-927D-01ABC1D8AB96}"/>
                </a:ext>
              </a:extLst>
            </p:cNvPr>
            <p:cNvSpPr txBox="1"/>
            <p:nvPr/>
          </p:nvSpPr>
          <p:spPr>
            <a:xfrm>
              <a:off x="1358668" y="1841648"/>
              <a:ext cx="4083730" cy="338554"/>
            </a:xfrm>
            <a:prstGeom prst="rect">
              <a:avLst/>
            </a:prstGeom>
            <a:noFill/>
          </p:spPr>
          <p:txBody>
            <a:bodyPr wrap="square">
              <a:spAutoFit/>
            </a:bodyPr>
            <a:lstStyle/>
            <a:p>
              <a:r>
                <a:rPr lang="en-US" sz="1600" spc="600" dirty="0">
                  <a:solidFill>
                    <a:srgbClr val="002060"/>
                  </a:solidFill>
                </a:rPr>
                <a:t>www.sightspecturm.com</a:t>
              </a:r>
            </a:p>
          </p:txBody>
        </p:sp>
      </p:grpSp>
    </p:spTree>
    <p:extLst>
      <p:ext uri="{BB962C8B-B14F-4D97-AF65-F5344CB8AC3E}">
        <p14:creationId xmlns:p14="http://schemas.microsoft.com/office/powerpoint/2010/main" val="2568273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Rounded Corners 44">
            <a:extLst>
              <a:ext uri="{FF2B5EF4-FFF2-40B4-BE49-F238E27FC236}">
                <a16:creationId xmlns:a16="http://schemas.microsoft.com/office/drawing/2014/main" id="{ADC005AA-E1DB-72E3-EB12-DEB4A5558AE9}"/>
              </a:ext>
            </a:extLst>
          </p:cNvPr>
          <p:cNvSpPr/>
          <p:nvPr/>
        </p:nvSpPr>
        <p:spPr>
          <a:xfrm>
            <a:off x="232055" y="4112614"/>
            <a:ext cx="3306656" cy="2191626"/>
          </a:xfrm>
          <a:prstGeom prst="roundRect">
            <a:avLst>
              <a:gd name="adj" fmla="val 10104"/>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23"/>
            <a:endParaRPr lang="en-US">
              <a:solidFill>
                <a:prstClr val="white"/>
              </a:solidFill>
              <a:latin typeface="Calibri" panose="020F0502020204030204"/>
            </a:endParaRPr>
          </a:p>
        </p:txBody>
      </p:sp>
      <p:sp>
        <p:nvSpPr>
          <p:cNvPr id="87" name="TextBox 86">
            <a:extLst>
              <a:ext uri="{FF2B5EF4-FFF2-40B4-BE49-F238E27FC236}">
                <a16:creationId xmlns:a16="http://schemas.microsoft.com/office/drawing/2014/main" id="{83D3824C-76E6-C00D-6B1D-5E6476657CB2}"/>
              </a:ext>
            </a:extLst>
          </p:cNvPr>
          <p:cNvSpPr txBox="1"/>
          <p:nvPr/>
        </p:nvSpPr>
        <p:spPr>
          <a:xfrm>
            <a:off x="0" y="838200"/>
            <a:ext cx="12192000" cy="369332"/>
          </a:xfrm>
          <a:prstGeom prst="rect">
            <a:avLst/>
          </a:prstGeom>
          <a:solidFill>
            <a:srgbClr val="00B0F0"/>
          </a:solidFill>
        </p:spPr>
        <p:txBody>
          <a:bodyPr wrap="square">
            <a:spAutoFit/>
          </a:bodyPr>
          <a:lstStyle/>
          <a:p>
            <a:pPr algn="ctr" defTabSz="457223"/>
            <a:r>
              <a:rPr lang="en-US" dirty="0">
                <a:solidFill>
                  <a:prstClr val="white"/>
                </a:solidFill>
                <a:latin typeface="Comfortaa"/>
              </a:rPr>
              <a:t>A digital revolution driven Technology Consulting and Services Company with an exclusive focus on Data, Cloud, Analytics, and AI</a:t>
            </a:r>
            <a:endParaRPr lang="en-US" dirty="0">
              <a:solidFill>
                <a:prstClr val="white"/>
              </a:solidFill>
              <a:latin typeface="Calibri" panose="020F0502020204030204"/>
            </a:endParaRPr>
          </a:p>
        </p:txBody>
      </p:sp>
      <p:sp>
        <p:nvSpPr>
          <p:cNvPr id="92" name="Rectangle 91">
            <a:extLst>
              <a:ext uri="{FF2B5EF4-FFF2-40B4-BE49-F238E27FC236}">
                <a16:creationId xmlns:a16="http://schemas.microsoft.com/office/drawing/2014/main" id="{D5DF5EE8-43CA-6A24-023E-3E2855C8D38E}"/>
              </a:ext>
            </a:extLst>
          </p:cNvPr>
          <p:cNvSpPr/>
          <p:nvPr/>
        </p:nvSpPr>
        <p:spPr>
          <a:xfrm>
            <a:off x="14479" y="1207532"/>
            <a:ext cx="12192000" cy="2655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23"/>
            <a:endParaRPr lang="en-US" dirty="0">
              <a:solidFill>
                <a:prstClr val="white"/>
              </a:solidFill>
              <a:latin typeface="Calibri" panose="020F0502020204030204"/>
            </a:endParaRPr>
          </a:p>
        </p:txBody>
      </p:sp>
      <p:pic>
        <p:nvPicPr>
          <p:cNvPr id="93" name="Graphic 92">
            <a:extLst>
              <a:ext uri="{FF2B5EF4-FFF2-40B4-BE49-F238E27FC236}">
                <a16:creationId xmlns:a16="http://schemas.microsoft.com/office/drawing/2014/main" id="{32B7FC63-EEAE-25AC-FF37-6C182EE0D6D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4513" y="1876476"/>
            <a:ext cx="336215" cy="336215"/>
          </a:xfrm>
          <a:prstGeom prst="rect">
            <a:avLst/>
          </a:prstGeom>
        </p:spPr>
      </p:pic>
      <p:pic>
        <p:nvPicPr>
          <p:cNvPr id="94" name="Graphic 93">
            <a:extLst>
              <a:ext uri="{FF2B5EF4-FFF2-40B4-BE49-F238E27FC236}">
                <a16:creationId xmlns:a16="http://schemas.microsoft.com/office/drawing/2014/main" id="{5019CBB0-3213-6BFA-FB66-18DBEEAC9913}"/>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0086" y="3193533"/>
            <a:ext cx="336215" cy="336215"/>
          </a:xfrm>
          <a:prstGeom prst="rect">
            <a:avLst/>
          </a:prstGeom>
        </p:spPr>
      </p:pic>
      <p:sp>
        <p:nvSpPr>
          <p:cNvPr id="95" name="TextBox 94">
            <a:extLst>
              <a:ext uri="{FF2B5EF4-FFF2-40B4-BE49-F238E27FC236}">
                <a16:creationId xmlns:a16="http://schemas.microsoft.com/office/drawing/2014/main" id="{45EFF4A7-1739-9281-3073-648066CBBC1B}"/>
              </a:ext>
            </a:extLst>
          </p:cNvPr>
          <p:cNvSpPr txBox="1"/>
          <p:nvPr/>
        </p:nvSpPr>
        <p:spPr>
          <a:xfrm>
            <a:off x="765945" y="1775816"/>
            <a:ext cx="2247189" cy="646331"/>
          </a:xfrm>
          <a:prstGeom prst="rect">
            <a:avLst/>
          </a:prstGeom>
          <a:noFill/>
        </p:spPr>
        <p:txBody>
          <a:bodyPr wrap="square" rtlCol="0">
            <a:spAutoFit/>
          </a:bodyPr>
          <a:lstStyle/>
          <a:p>
            <a:pPr algn="just" defTabSz="457223"/>
            <a:r>
              <a:rPr lang="en-US" sz="1200" dirty="0">
                <a:solidFill>
                  <a:prstClr val="black"/>
                </a:solidFill>
                <a:latin typeface="Trebuchet MS" panose="020B0603020202020204" pitchFamily="34" charset="0"/>
              </a:rPr>
              <a:t>Enable Digital transformation through Data, Analytics and</a:t>
            </a:r>
          </a:p>
          <a:p>
            <a:pPr algn="just" defTabSz="457223"/>
            <a:r>
              <a:rPr lang="en-US" sz="1200" dirty="0">
                <a:solidFill>
                  <a:prstClr val="black"/>
                </a:solidFill>
                <a:latin typeface="Trebuchet MS" panose="020B0603020202020204" pitchFamily="34" charset="0"/>
              </a:rPr>
              <a:t>Artificial Intelligence</a:t>
            </a:r>
          </a:p>
        </p:txBody>
      </p:sp>
      <p:sp>
        <p:nvSpPr>
          <p:cNvPr id="96" name="TextBox 95">
            <a:extLst>
              <a:ext uri="{FF2B5EF4-FFF2-40B4-BE49-F238E27FC236}">
                <a16:creationId xmlns:a16="http://schemas.microsoft.com/office/drawing/2014/main" id="{40966461-A815-37CE-582C-F1D2C730B4DC}"/>
              </a:ext>
            </a:extLst>
          </p:cNvPr>
          <p:cNvSpPr txBox="1"/>
          <p:nvPr/>
        </p:nvSpPr>
        <p:spPr>
          <a:xfrm>
            <a:off x="765944" y="3138704"/>
            <a:ext cx="2448680" cy="461665"/>
          </a:xfrm>
          <a:prstGeom prst="rect">
            <a:avLst/>
          </a:prstGeom>
          <a:noFill/>
        </p:spPr>
        <p:txBody>
          <a:bodyPr wrap="square" rtlCol="0">
            <a:spAutoFit/>
          </a:bodyPr>
          <a:lstStyle/>
          <a:p>
            <a:pPr defTabSz="457223"/>
            <a:r>
              <a:rPr lang="en-US" sz="1200" dirty="0">
                <a:solidFill>
                  <a:prstClr val="black"/>
                </a:solidFill>
                <a:latin typeface="Trebuchet MS" panose="020B0603020202020204" pitchFamily="34" charset="0"/>
              </a:rPr>
              <a:t>Boost Productivity  through IoT, RPA, and Cognitive Services </a:t>
            </a:r>
          </a:p>
        </p:txBody>
      </p:sp>
      <p:sp>
        <p:nvSpPr>
          <p:cNvPr id="97" name="TextBox 96">
            <a:extLst>
              <a:ext uri="{FF2B5EF4-FFF2-40B4-BE49-F238E27FC236}">
                <a16:creationId xmlns:a16="http://schemas.microsoft.com/office/drawing/2014/main" id="{0B6FB283-9B72-8FDE-C3CE-8B17E0AAEF6B}"/>
              </a:ext>
            </a:extLst>
          </p:cNvPr>
          <p:cNvSpPr txBox="1"/>
          <p:nvPr/>
        </p:nvSpPr>
        <p:spPr>
          <a:xfrm>
            <a:off x="765945" y="2493522"/>
            <a:ext cx="2278020" cy="461665"/>
          </a:xfrm>
          <a:prstGeom prst="rect">
            <a:avLst/>
          </a:prstGeom>
          <a:noFill/>
        </p:spPr>
        <p:txBody>
          <a:bodyPr wrap="square" rtlCol="0">
            <a:spAutoFit/>
          </a:bodyPr>
          <a:lstStyle/>
          <a:p>
            <a:pPr defTabSz="457223"/>
            <a:r>
              <a:rPr lang="en-US" sz="1200" dirty="0">
                <a:solidFill>
                  <a:prstClr val="black"/>
                </a:solidFill>
                <a:latin typeface="Trebuchet MS" panose="020B0603020202020204" pitchFamily="34" charset="0"/>
              </a:rPr>
              <a:t>Enable efficiency through Mobile &amp; Web Applications</a:t>
            </a:r>
          </a:p>
        </p:txBody>
      </p:sp>
      <p:pic>
        <p:nvPicPr>
          <p:cNvPr id="98" name="Graphic 97" descr="Web design">
            <a:extLst>
              <a:ext uri="{FF2B5EF4-FFF2-40B4-BE49-F238E27FC236}">
                <a16:creationId xmlns:a16="http://schemas.microsoft.com/office/drawing/2014/main" id="{9159284A-2681-37D6-2EC5-1AC3583221B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7603" y="2517602"/>
            <a:ext cx="336215" cy="336215"/>
          </a:xfrm>
          <a:prstGeom prst="rect">
            <a:avLst/>
          </a:prstGeom>
        </p:spPr>
      </p:pic>
      <p:cxnSp>
        <p:nvCxnSpPr>
          <p:cNvPr id="101" name="Straight Connector 100">
            <a:extLst>
              <a:ext uri="{FF2B5EF4-FFF2-40B4-BE49-F238E27FC236}">
                <a16:creationId xmlns:a16="http://schemas.microsoft.com/office/drawing/2014/main" id="{F63C9471-EA19-E88C-C9DC-92C69FB2E6BD}"/>
              </a:ext>
            </a:extLst>
          </p:cNvPr>
          <p:cNvCxnSpPr/>
          <p:nvPr/>
        </p:nvCxnSpPr>
        <p:spPr>
          <a:xfrm>
            <a:off x="3369924" y="1351304"/>
            <a:ext cx="0" cy="2275154"/>
          </a:xfrm>
          <a:prstGeom prst="line">
            <a:avLst/>
          </a:prstGeom>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A7044082-7418-29D9-43A4-FCB84B21F5BE}"/>
              </a:ext>
            </a:extLst>
          </p:cNvPr>
          <p:cNvSpPr txBox="1"/>
          <p:nvPr/>
        </p:nvSpPr>
        <p:spPr>
          <a:xfrm>
            <a:off x="4195420" y="2907424"/>
            <a:ext cx="1751618" cy="276999"/>
          </a:xfrm>
          <a:prstGeom prst="rect">
            <a:avLst/>
          </a:prstGeom>
          <a:noFill/>
        </p:spPr>
        <p:txBody>
          <a:bodyPr wrap="square" rtlCol="0">
            <a:spAutoFit/>
          </a:bodyPr>
          <a:lstStyle>
            <a:defPPr>
              <a:defRPr lang="en-US"/>
            </a:defPPr>
            <a:lvl1pPr>
              <a:defRPr sz="1200">
                <a:latin typeface="Trebuchet MS" panose="020B0603020202020204" pitchFamily="34" charset="0"/>
              </a:defRPr>
            </a:lvl1pPr>
          </a:lstStyle>
          <a:p>
            <a:pPr defTabSz="457223"/>
            <a:r>
              <a:rPr lang="en-US" dirty="0">
                <a:solidFill>
                  <a:prstClr val="black"/>
                </a:solidFill>
              </a:rPr>
              <a:t>Staffing Services</a:t>
            </a:r>
          </a:p>
        </p:txBody>
      </p:sp>
      <p:sp>
        <p:nvSpPr>
          <p:cNvPr id="105" name="TextBox 104">
            <a:extLst>
              <a:ext uri="{FF2B5EF4-FFF2-40B4-BE49-F238E27FC236}">
                <a16:creationId xmlns:a16="http://schemas.microsoft.com/office/drawing/2014/main" id="{7A5F827A-ABB5-1BD1-1A9F-C76625030593}"/>
              </a:ext>
            </a:extLst>
          </p:cNvPr>
          <p:cNvSpPr txBox="1"/>
          <p:nvPr/>
        </p:nvSpPr>
        <p:spPr>
          <a:xfrm>
            <a:off x="4203966" y="3245281"/>
            <a:ext cx="1890115" cy="276999"/>
          </a:xfrm>
          <a:prstGeom prst="rect">
            <a:avLst/>
          </a:prstGeom>
          <a:noFill/>
        </p:spPr>
        <p:txBody>
          <a:bodyPr wrap="square" rtlCol="0">
            <a:spAutoFit/>
          </a:bodyPr>
          <a:lstStyle>
            <a:defPPr>
              <a:defRPr lang="en-US"/>
            </a:defPPr>
            <a:lvl1pPr>
              <a:defRPr sz="1200">
                <a:latin typeface="Trebuchet MS" panose="020B0603020202020204" pitchFamily="34" charset="0"/>
              </a:defRPr>
            </a:lvl1pPr>
          </a:lstStyle>
          <a:p>
            <a:pPr defTabSz="457223"/>
            <a:r>
              <a:rPr lang="en-US" dirty="0">
                <a:solidFill>
                  <a:prstClr val="black"/>
                </a:solidFill>
              </a:rPr>
              <a:t>Training Services </a:t>
            </a:r>
          </a:p>
        </p:txBody>
      </p:sp>
      <p:cxnSp>
        <p:nvCxnSpPr>
          <p:cNvPr id="109" name="Straight Connector 108">
            <a:extLst>
              <a:ext uri="{FF2B5EF4-FFF2-40B4-BE49-F238E27FC236}">
                <a16:creationId xmlns:a16="http://schemas.microsoft.com/office/drawing/2014/main" id="{1320B46E-F0D3-5AE1-81BA-A9C944F54F5C}"/>
              </a:ext>
            </a:extLst>
          </p:cNvPr>
          <p:cNvCxnSpPr/>
          <p:nvPr/>
        </p:nvCxnSpPr>
        <p:spPr>
          <a:xfrm>
            <a:off x="6193232" y="1398406"/>
            <a:ext cx="0" cy="2275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94013087-C739-6025-FF4A-E9DC608841B0}"/>
              </a:ext>
            </a:extLst>
          </p:cNvPr>
          <p:cNvCxnSpPr/>
          <p:nvPr/>
        </p:nvCxnSpPr>
        <p:spPr>
          <a:xfrm>
            <a:off x="9245030" y="1375662"/>
            <a:ext cx="0" cy="2275154"/>
          </a:xfrm>
          <a:prstGeom prst="line">
            <a:avLst/>
          </a:prstGeom>
        </p:spPr>
        <p:style>
          <a:lnRef idx="1">
            <a:schemeClr val="accent1"/>
          </a:lnRef>
          <a:fillRef idx="0">
            <a:schemeClr val="accent1"/>
          </a:fillRef>
          <a:effectRef idx="0">
            <a:schemeClr val="accent1"/>
          </a:effectRef>
          <a:fontRef idx="minor">
            <a:schemeClr val="tx1"/>
          </a:fontRef>
        </p:style>
      </p:cxnSp>
      <p:sp>
        <p:nvSpPr>
          <p:cNvPr id="112" name="Google Shape;366;p2">
            <a:extLst>
              <a:ext uri="{FF2B5EF4-FFF2-40B4-BE49-F238E27FC236}">
                <a16:creationId xmlns:a16="http://schemas.microsoft.com/office/drawing/2014/main" id="{940226DB-582C-53AB-C34A-31DAEE342264}"/>
              </a:ext>
            </a:extLst>
          </p:cNvPr>
          <p:cNvSpPr/>
          <p:nvPr/>
        </p:nvSpPr>
        <p:spPr>
          <a:xfrm>
            <a:off x="6426003" y="2199645"/>
            <a:ext cx="731311"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ea typeface="Georgia"/>
                <a:cs typeface="Georgia"/>
                <a:sym typeface="Georgia"/>
              </a:rPr>
              <a:t>Data</a:t>
            </a:r>
            <a:endParaRPr sz="2000" b="1" dirty="0">
              <a:solidFill>
                <a:prstClr val="black"/>
              </a:solidFill>
              <a:latin typeface="Calibri" panose="020F0502020204030204"/>
              <a:ea typeface="Georgia"/>
              <a:cs typeface="Georgia"/>
              <a:sym typeface="Georgia"/>
            </a:endParaRPr>
          </a:p>
        </p:txBody>
      </p:sp>
      <p:sp>
        <p:nvSpPr>
          <p:cNvPr id="113" name="Google Shape;367;p2">
            <a:extLst>
              <a:ext uri="{FF2B5EF4-FFF2-40B4-BE49-F238E27FC236}">
                <a16:creationId xmlns:a16="http://schemas.microsoft.com/office/drawing/2014/main" id="{844DA81E-5B5B-E322-4B5E-B838E81A7540}"/>
              </a:ext>
            </a:extLst>
          </p:cNvPr>
          <p:cNvSpPr/>
          <p:nvPr/>
        </p:nvSpPr>
        <p:spPr>
          <a:xfrm>
            <a:off x="6310816" y="3168361"/>
            <a:ext cx="1001509"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ea typeface="Georgia"/>
                <a:cs typeface="Georgia"/>
                <a:sym typeface="Georgia"/>
              </a:rPr>
              <a:t>Analytics</a:t>
            </a:r>
            <a:endParaRPr sz="2000" b="1" dirty="0">
              <a:solidFill>
                <a:prstClr val="black"/>
              </a:solidFill>
              <a:latin typeface="Calibri" panose="020F0502020204030204"/>
              <a:ea typeface="Georgia"/>
              <a:cs typeface="Georgia"/>
              <a:sym typeface="Georgia"/>
            </a:endParaRPr>
          </a:p>
        </p:txBody>
      </p:sp>
      <p:sp>
        <p:nvSpPr>
          <p:cNvPr id="114" name="Google Shape;369;p2">
            <a:extLst>
              <a:ext uri="{FF2B5EF4-FFF2-40B4-BE49-F238E27FC236}">
                <a16:creationId xmlns:a16="http://schemas.microsoft.com/office/drawing/2014/main" id="{87963892-F9F9-4EB9-D212-65A0173B2D74}"/>
              </a:ext>
            </a:extLst>
          </p:cNvPr>
          <p:cNvSpPr/>
          <p:nvPr/>
        </p:nvSpPr>
        <p:spPr>
          <a:xfrm>
            <a:off x="7372732" y="3176156"/>
            <a:ext cx="884823"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ea typeface="Georgia"/>
                <a:cs typeface="Georgia"/>
                <a:sym typeface="Georgia"/>
              </a:rPr>
              <a:t>Cloud</a:t>
            </a:r>
            <a:endParaRPr sz="2000" b="1" dirty="0">
              <a:solidFill>
                <a:prstClr val="black"/>
              </a:solidFill>
              <a:latin typeface="Calibri" panose="020F0502020204030204"/>
              <a:ea typeface="Georgia"/>
              <a:cs typeface="Georgia"/>
              <a:sym typeface="Georgia"/>
            </a:endParaRPr>
          </a:p>
        </p:txBody>
      </p:sp>
      <p:sp>
        <p:nvSpPr>
          <p:cNvPr id="115" name="Google Shape;371;p2">
            <a:extLst>
              <a:ext uri="{FF2B5EF4-FFF2-40B4-BE49-F238E27FC236}">
                <a16:creationId xmlns:a16="http://schemas.microsoft.com/office/drawing/2014/main" id="{8A21C1CE-6A21-80FA-E1FB-10157A4CC3FF}"/>
              </a:ext>
            </a:extLst>
          </p:cNvPr>
          <p:cNvSpPr/>
          <p:nvPr/>
        </p:nvSpPr>
        <p:spPr>
          <a:xfrm>
            <a:off x="7424763" y="2212699"/>
            <a:ext cx="691529"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ea typeface="Georgia"/>
                <a:cs typeface="Georgia"/>
                <a:sym typeface="Georgia"/>
              </a:rPr>
              <a:t>AI</a:t>
            </a:r>
            <a:endParaRPr sz="2000" b="1" dirty="0">
              <a:solidFill>
                <a:prstClr val="black"/>
              </a:solidFill>
              <a:latin typeface="Calibri" panose="020F0502020204030204"/>
              <a:ea typeface="Georgia"/>
              <a:cs typeface="Georgia"/>
              <a:sym typeface="Georgia"/>
            </a:endParaRPr>
          </a:p>
        </p:txBody>
      </p:sp>
      <p:sp>
        <p:nvSpPr>
          <p:cNvPr id="116" name="Google Shape;373;p2">
            <a:extLst>
              <a:ext uri="{FF2B5EF4-FFF2-40B4-BE49-F238E27FC236}">
                <a16:creationId xmlns:a16="http://schemas.microsoft.com/office/drawing/2014/main" id="{7405D821-4680-0E7A-1142-48780E3A416F}"/>
              </a:ext>
            </a:extLst>
          </p:cNvPr>
          <p:cNvSpPr/>
          <p:nvPr/>
        </p:nvSpPr>
        <p:spPr>
          <a:xfrm>
            <a:off x="8313526" y="3148941"/>
            <a:ext cx="1001509"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ea typeface="Georgia"/>
                <a:cs typeface="Georgia"/>
                <a:sym typeface="Georgia"/>
              </a:rPr>
              <a:t>Big Data</a:t>
            </a:r>
            <a:endParaRPr sz="2000" b="1" dirty="0">
              <a:solidFill>
                <a:prstClr val="black"/>
              </a:solidFill>
              <a:latin typeface="Calibri" panose="020F0502020204030204"/>
              <a:ea typeface="Georgia"/>
              <a:cs typeface="Georgia"/>
              <a:sym typeface="Georgia"/>
            </a:endParaRPr>
          </a:p>
        </p:txBody>
      </p:sp>
      <p:sp>
        <p:nvSpPr>
          <p:cNvPr id="123" name="Google Shape;378;p2">
            <a:extLst>
              <a:ext uri="{FF2B5EF4-FFF2-40B4-BE49-F238E27FC236}">
                <a16:creationId xmlns:a16="http://schemas.microsoft.com/office/drawing/2014/main" id="{81779459-177C-F11E-17B6-8D9AC5AD04C7}"/>
              </a:ext>
            </a:extLst>
          </p:cNvPr>
          <p:cNvSpPr/>
          <p:nvPr/>
        </p:nvSpPr>
        <p:spPr>
          <a:xfrm>
            <a:off x="9129330" y="2143412"/>
            <a:ext cx="1166100" cy="461624"/>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sym typeface="Georgia"/>
              </a:rPr>
              <a:t>Banking &amp; Finance</a:t>
            </a:r>
            <a:endParaRPr sz="1200" b="1" dirty="0">
              <a:solidFill>
                <a:prstClr val="black"/>
              </a:solidFill>
              <a:latin typeface="Calibri" panose="020F0502020204030204"/>
              <a:sym typeface="Georgia"/>
            </a:endParaRPr>
          </a:p>
        </p:txBody>
      </p:sp>
      <p:sp>
        <p:nvSpPr>
          <p:cNvPr id="124" name="Google Shape;380;p2">
            <a:extLst>
              <a:ext uri="{FF2B5EF4-FFF2-40B4-BE49-F238E27FC236}">
                <a16:creationId xmlns:a16="http://schemas.microsoft.com/office/drawing/2014/main" id="{E492618E-6D7F-CA14-B400-97B403C97A1B}"/>
              </a:ext>
            </a:extLst>
          </p:cNvPr>
          <p:cNvSpPr/>
          <p:nvPr/>
        </p:nvSpPr>
        <p:spPr>
          <a:xfrm>
            <a:off x="11254535" y="3313035"/>
            <a:ext cx="1024648"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sym typeface="Georgia"/>
              </a:rPr>
              <a:t>Healthcare</a:t>
            </a:r>
            <a:endParaRPr sz="1200" b="1" dirty="0">
              <a:solidFill>
                <a:prstClr val="black"/>
              </a:solidFill>
              <a:latin typeface="Calibri" panose="020F0502020204030204"/>
              <a:sym typeface="Georgia"/>
            </a:endParaRPr>
          </a:p>
        </p:txBody>
      </p:sp>
      <p:sp>
        <p:nvSpPr>
          <p:cNvPr id="125" name="Google Shape;382;p2">
            <a:extLst>
              <a:ext uri="{FF2B5EF4-FFF2-40B4-BE49-F238E27FC236}">
                <a16:creationId xmlns:a16="http://schemas.microsoft.com/office/drawing/2014/main" id="{FE8A61C9-8840-37F3-A98F-B4108081ACAA}"/>
              </a:ext>
            </a:extLst>
          </p:cNvPr>
          <p:cNvSpPr/>
          <p:nvPr/>
        </p:nvSpPr>
        <p:spPr>
          <a:xfrm>
            <a:off x="10074952" y="2706737"/>
            <a:ext cx="1516849" cy="461624"/>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sym typeface="Georgia"/>
              </a:rPr>
              <a:t>Comm. &amp; Technology</a:t>
            </a:r>
            <a:endParaRPr sz="1200" b="1" dirty="0">
              <a:solidFill>
                <a:prstClr val="black"/>
              </a:solidFill>
              <a:latin typeface="Calibri" panose="020F0502020204030204"/>
              <a:sym typeface="Georgia"/>
            </a:endParaRPr>
          </a:p>
        </p:txBody>
      </p:sp>
      <p:sp>
        <p:nvSpPr>
          <p:cNvPr id="126" name="Google Shape;384;p2">
            <a:extLst>
              <a:ext uri="{FF2B5EF4-FFF2-40B4-BE49-F238E27FC236}">
                <a16:creationId xmlns:a16="http://schemas.microsoft.com/office/drawing/2014/main" id="{29E01B3B-64AF-F56B-25D7-732211E3EC46}"/>
              </a:ext>
            </a:extLst>
          </p:cNvPr>
          <p:cNvSpPr/>
          <p:nvPr/>
        </p:nvSpPr>
        <p:spPr>
          <a:xfrm>
            <a:off x="9205688" y="3318798"/>
            <a:ext cx="980698"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sym typeface="Georgia"/>
              </a:rPr>
              <a:t>Insurance</a:t>
            </a:r>
            <a:endParaRPr sz="1200" b="1" dirty="0">
              <a:solidFill>
                <a:prstClr val="black"/>
              </a:solidFill>
              <a:latin typeface="Calibri" panose="020F0502020204030204"/>
              <a:sym typeface="Georgia"/>
            </a:endParaRPr>
          </a:p>
        </p:txBody>
      </p:sp>
      <p:sp>
        <p:nvSpPr>
          <p:cNvPr id="127" name="Google Shape;386;p2">
            <a:extLst>
              <a:ext uri="{FF2B5EF4-FFF2-40B4-BE49-F238E27FC236}">
                <a16:creationId xmlns:a16="http://schemas.microsoft.com/office/drawing/2014/main" id="{F94DA723-6D89-AFAD-B4D0-9FAFF3274FBA}"/>
              </a:ext>
            </a:extLst>
          </p:cNvPr>
          <p:cNvSpPr/>
          <p:nvPr/>
        </p:nvSpPr>
        <p:spPr>
          <a:xfrm>
            <a:off x="11399994" y="2155500"/>
            <a:ext cx="806485"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sym typeface="Georgia"/>
              </a:rPr>
              <a:t>Retail</a:t>
            </a:r>
            <a:endParaRPr sz="1200" b="1" dirty="0">
              <a:solidFill>
                <a:prstClr val="black"/>
              </a:solidFill>
              <a:latin typeface="Calibri" panose="020F0502020204030204"/>
              <a:sym typeface="Georgia"/>
            </a:endParaRPr>
          </a:p>
        </p:txBody>
      </p:sp>
      <p:sp>
        <p:nvSpPr>
          <p:cNvPr id="9241" name="TextBox 9240">
            <a:extLst>
              <a:ext uri="{FF2B5EF4-FFF2-40B4-BE49-F238E27FC236}">
                <a16:creationId xmlns:a16="http://schemas.microsoft.com/office/drawing/2014/main" id="{323EA14D-3647-A73B-C074-9935C524261D}"/>
              </a:ext>
            </a:extLst>
          </p:cNvPr>
          <p:cNvSpPr txBox="1"/>
          <p:nvPr/>
        </p:nvSpPr>
        <p:spPr>
          <a:xfrm>
            <a:off x="9659720" y="4109989"/>
            <a:ext cx="2546759" cy="276999"/>
          </a:xfrm>
          <a:prstGeom prst="rect">
            <a:avLst/>
          </a:prstGeom>
          <a:noFill/>
        </p:spPr>
        <p:txBody>
          <a:bodyPr wrap="square" rtlCol="0">
            <a:spAutoFit/>
          </a:bodyPr>
          <a:lstStyle/>
          <a:p>
            <a:pPr defTabSz="457223"/>
            <a:r>
              <a:rPr lang="en-US" sz="1200" dirty="0">
                <a:solidFill>
                  <a:prstClr val="black"/>
                </a:solidFill>
                <a:latin typeface="Trebuchet MS" panose="020B0603020202020204" pitchFamily="34" charset="0"/>
              </a:rPr>
              <a:t>Years in IT Services and Consulting </a:t>
            </a:r>
            <a:endParaRPr lang="en-IN" sz="1200" dirty="0">
              <a:solidFill>
                <a:prstClr val="black"/>
              </a:solidFill>
              <a:latin typeface="Trebuchet MS" panose="020B0603020202020204" pitchFamily="34" charset="0"/>
            </a:endParaRPr>
          </a:p>
        </p:txBody>
      </p:sp>
      <p:sp>
        <p:nvSpPr>
          <p:cNvPr id="9245" name="TextBox 9244">
            <a:extLst>
              <a:ext uri="{FF2B5EF4-FFF2-40B4-BE49-F238E27FC236}">
                <a16:creationId xmlns:a16="http://schemas.microsoft.com/office/drawing/2014/main" id="{A94AB94B-74A5-B96A-09BF-3306EDEFA04B}"/>
              </a:ext>
            </a:extLst>
          </p:cNvPr>
          <p:cNvSpPr txBox="1"/>
          <p:nvPr/>
        </p:nvSpPr>
        <p:spPr>
          <a:xfrm>
            <a:off x="9651374" y="4532397"/>
            <a:ext cx="2430835" cy="461665"/>
          </a:xfrm>
          <a:prstGeom prst="rect">
            <a:avLst/>
          </a:prstGeom>
          <a:noFill/>
        </p:spPr>
        <p:txBody>
          <a:bodyPr wrap="square" rtlCol="0">
            <a:spAutoFit/>
          </a:bodyPr>
          <a:lstStyle/>
          <a:p>
            <a:pPr defTabSz="457223"/>
            <a:r>
              <a:rPr lang="en-US" sz="1200" dirty="0">
                <a:solidFill>
                  <a:prstClr val="black"/>
                </a:solidFill>
                <a:latin typeface="Trebuchet MS" panose="020B0603020202020204" pitchFamily="34" charset="0"/>
              </a:rPr>
              <a:t>Passionate Associates in </a:t>
            </a:r>
          </a:p>
          <a:p>
            <a:pPr defTabSz="457223"/>
            <a:r>
              <a:rPr lang="en-US" sz="1200" dirty="0">
                <a:solidFill>
                  <a:prstClr val="black"/>
                </a:solidFill>
                <a:latin typeface="Trebuchet MS" panose="020B0603020202020204" pitchFamily="34" charset="0"/>
              </a:rPr>
              <a:t>India and Other Countries </a:t>
            </a:r>
            <a:endParaRPr lang="en-IN" sz="1200" dirty="0">
              <a:solidFill>
                <a:prstClr val="black"/>
              </a:solidFill>
              <a:latin typeface="Trebuchet MS" panose="020B0603020202020204" pitchFamily="34" charset="0"/>
            </a:endParaRPr>
          </a:p>
        </p:txBody>
      </p:sp>
      <p:sp>
        <p:nvSpPr>
          <p:cNvPr id="9247" name="TextBox 9246">
            <a:extLst>
              <a:ext uri="{FF2B5EF4-FFF2-40B4-BE49-F238E27FC236}">
                <a16:creationId xmlns:a16="http://schemas.microsoft.com/office/drawing/2014/main" id="{D748AB87-E6A0-E562-6714-E8C11195F07B}"/>
              </a:ext>
            </a:extLst>
          </p:cNvPr>
          <p:cNvSpPr txBox="1"/>
          <p:nvPr/>
        </p:nvSpPr>
        <p:spPr>
          <a:xfrm>
            <a:off x="9659720" y="5086277"/>
            <a:ext cx="2225448" cy="276999"/>
          </a:xfrm>
          <a:prstGeom prst="rect">
            <a:avLst/>
          </a:prstGeom>
          <a:noFill/>
        </p:spPr>
        <p:txBody>
          <a:bodyPr wrap="square" rtlCol="0">
            <a:spAutoFit/>
          </a:bodyPr>
          <a:lstStyle/>
          <a:p>
            <a:pPr defTabSz="457223"/>
            <a:r>
              <a:rPr lang="en-US" sz="1200" dirty="0">
                <a:solidFill>
                  <a:prstClr val="black"/>
                </a:solidFill>
                <a:latin typeface="Trebuchet MS" panose="020B0603020202020204" pitchFamily="34" charset="0"/>
              </a:rPr>
              <a:t>Customers Across the Globe</a:t>
            </a:r>
            <a:endParaRPr lang="en-IN" sz="1200" dirty="0">
              <a:solidFill>
                <a:prstClr val="black"/>
              </a:solidFill>
              <a:latin typeface="Trebuchet MS" panose="020B0603020202020204" pitchFamily="34" charset="0"/>
            </a:endParaRPr>
          </a:p>
        </p:txBody>
      </p:sp>
      <p:sp>
        <p:nvSpPr>
          <p:cNvPr id="9251" name="TextBox 9250">
            <a:extLst>
              <a:ext uri="{FF2B5EF4-FFF2-40B4-BE49-F238E27FC236}">
                <a16:creationId xmlns:a16="http://schemas.microsoft.com/office/drawing/2014/main" id="{B002817E-E173-C321-C726-3865E4742535}"/>
              </a:ext>
            </a:extLst>
          </p:cNvPr>
          <p:cNvSpPr txBox="1"/>
          <p:nvPr/>
        </p:nvSpPr>
        <p:spPr>
          <a:xfrm>
            <a:off x="9659720" y="5553788"/>
            <a:ext cx="2358231" cy="276999"/>
          </a:xfrm>
          <a:prstGeom prst="rect">
            <a:avLst/>
          </a:prstGeom>
          <a:noFill/>
        </p:spPr>
        <p:txBody>
          <a:bodyPr wrap="square" rtlCol="0">
            <a:spAutoFit/>
          </a:bodyPr>
          <a:lstStyle/>
          <a:p>
            <a:pPr defTabSz="457223"/>
            <a:r>
              <a:rPr lang="en-US" sz="1200" dirty="0">
                <a:solidFill>
                  <a:prstClr val="black"/>
                </a:solidFill>
                <a:latin typeface="Trebuchet MS" panose="020B0603020202020204" pitchFamily="34" charset="0"/>
              </a:rPr>
              <a:t>Completed milestones</a:t>
            </a:r>
            <a:endParaRPr lang="en-IN" sz="1200" dirty="0">
              <a:solidFill>
                <a:prstClr val="black"/>
              </a:solidFill>
              <a:latin typeface="Trebuchet MS" panose="020B0603020202020204" pitchFamily="34" charset="0"/>
            </a:endParaRPr>
          </a:p>
        </p:txBody>
      </p:sp>
      <p:sp>
        <p:nvSpPr>
          <p:cNvPr id="9253" name="Rectangle: Rounded Corners 9252">
            <a:extLst>
              <a:ext uri="{FF2B5EF4-FFF2-40B4-BE49-F238E27FC236}">
                <a16:creationId xmlns:a16="http://schemas.microsoft.com/office/drawing/2014/main" id="{5D5A43C7-D265-AEF6-D0B0-DB1DF0E711A9}"/>
              </a:ext>
            </a:extLst>
          </p:cNvPr>
          <p:cNvSpPr/>
          <p:nvPr/>
        </p:nvSpPr>
        <p:spPr>
          <a:xfrm>
            <a:off x="8543094" y="4578916"/>
            <a:ext cx="940632" cy="335181"/>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23"/>
            <a:r>
              <a:rPr lang="en-US" sz="2400" b="1" dirty="0">
                <a:solidFill>
                  <a:srgbClr val="0070C0"/>
                </a:solidFill>
                <a:latin typeface="Trebuchet MS" panose="020B0603020202020204" pitchFamily="34" charset="0"/>
              </a:rPr>
              <a:t>550+</a:t>
            </a:r>
          </a:p>
        </p:txBody>
      </p:sp>
      <p:sp>
        <p:nvSpPr>
          <p:cNvPr id="3" name="Rectangle: Rounded Corners 2">
            <a:extLst>
              <a:ext uri="{FF2B5EF4-FFF2-40B4-BE49-F238E27FC236}">
                <a16:creationId xmlns:a16="http://schemas.microsoft.com/office/drawing/2014/main" id="{1B8E0FAC-8AB4-4A1B-114E-704FB50B8A99}"/>
              </a:ext>
            </a:extLst>
          </p:cNvPr>
          <p:cNvSpPr/>
          <p:nvPr/>
        </p:nvSpPr>
        <p:spPr>
          <a:xfrm>
            <a:off x="8543094" y="4117905"/>
            <a:ext cx="940632" cy="300662"/>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23"/>
            <a:r>
              <a:rPr lang="en-US" sz="2400" b="1" dirty="0">
                <a:solidFill>
                  <a:srgbClr val="0070C0"/>
                </a:solidFill>
                <a:latin typeface="Trebuchet MS" panose="020B0603020202020204" pitchFamily="34" charset="0"/>
              </a:rPr>
              <a:t>5+</a:t>
            </a:r>
          </a:p>
        </p:txBody>
      </p:sp>
      <p:sp>
        <p:nvSpPr>
          <p:cNvPr id="4" name="Rectangle: Rounded Corners 3">
            <a:extLst>
              <a:ext uri="{FF2B5EF4-FFF2-40B4-BE49-F238E27FC236}">
                <a16:creationId xmlns:a16="http://schemas.microsoft.com/office/drawing/2014/main" id="{F566B59C-CF31-93A4-E241-72544B001B30}"/>
              </a:ext>
            </a:extLst>
          </p:cNvPr>
          <p:cNvSpPr/>
          <p:nvPr/>
        </p:nvSpPr>
        <p:spPr>
          <a:xfrm>
            <a:off x="8543094" y="5074446"/>
            <a:ext cx="940632" cy="300663"/>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23"/>
            <a:r>
              <a:rPr lang="en-US" sz="2400" b="1" dirty="0">
                <a:solidFill>
                  <a:srgbClr val="0070C0"/>
                </a:solidFill>
                <a:latin typeface="Trebuchet MS" panose="020B0603020202020204" pitchFamily="34" charset="0"/>
              </a:rPr>
              <a:t>75+</a:t>
            </a:r>
          </a:p>
        </p:txBody>
      </p:sp>
      <p:sp>
        <p:nvSpPr>
          <p:cNvPr id="5" name="Rectangle: Rounded Corners 4">
            <a:extLst>
              <a:ext uri="{FF2B5EF4-FFF2-40B4-BE49-F238E27FC236}">
                <a16:creationId xmlns:a16="http://schemas.microsoft.com/office/drawing/2014/main" id="{89851B78-435B-9244-63AA-B5344767C093}"/>
              </a:ext>
            </a:extLst>
          </p:cNvPr>
          <p:cNvSpPr/>
          <p:nvPr/>
        </p:nvSpPr>
        <p:spPr>
          <a:xfrm>
            <a:off x="8543094" y="5535458"/>
            <a:ext cx="940632" cy="300663"/>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23"/>
            <a:r>
              <a:rPr lang="en-US" sz="2400" b="1" dirty="0">
                <a:solidFill>
                  <a:srgbClr val="0070C0"/>
                </a:solidFill>
                <a:latin typeface="Trebuchet MS" panose="020B0603020202020204" pitchFamily="34" charset="0"/>
              </a:rPr>
              <a:t>300+</a:t>
            </a:r>
          </a:p>
        </p:txBody>
      </p:sp>
      <p:sp>
        <p:nvSpPr>
          <p:cNvPr id="13" name="TextBox 12">
            <a:extLst>
              <a:ext uri="{FF2B5EF4-FFF2-40B4-BE49-F238E27FC236}">
                <a16:creationId xmlns:a16="http://schemas.microsoft.com/office/drawing/2014/main" id="{E71F52CE-BEA5-CDC0-F5E1-A61F45FBC166}"/>
              </a:ext>
            </a:extLst>
          </p:cNvPr>
          <p:cNvSpPr txBox="1"/>
          <p:nvPr/>
        </p:nvSpPr>
        <p:spPr>
          <a:xfrm>
            <a:off x="4195420" y="2099528"/>
            <a:ext cx="1642736" cy="461665"/>
          </a:xfrm>
          <a:prstGeom prst="rect">
            <a:avLst/>
          </a:prstGeom>
          <a:noFill/>
        </p:spPr>
        <p:txBody>
          <a:bodyPr wrap="square" rtlCol="0">
            <a:spAutoFit/>
          </a:bodyPr>
          <a:lstStyle>
            <a:defPPr>
              <a:defRPr lang="en-US"/>
            </a:defPPr>
            <a:lvl1pPr>
              <a:defRPr sz="1200">
                <a:latin typeface="Trebuchet MS" panose="020B0603020202020204" pitchFamily="34" charset="0"/>
              </a:defRPr>
            </a:lvl1pPr>
          </a:lstStyle>
          <a:p>
            <a:pPr defTabSz="457223"/>
            <a:r>
              <a:rPr lang="en-US" dirty="0">
                <a:solidFill>
                  <a:prstClr val="black"/>
                </a:solidFill>
              </a:rPr>
              <a:t>Product Professional Services </a:t>
            </a:r>
          </a:p>
        </p:txBody>
      </p:sp>
      <p:sp>
        <p:nvSpPr>
          <p:cNvPr id="18" name="TextBox 17">
            <a:extLst>
              <a:ext uri="{FF2B5EF4-FFF2-40B4-BE49-F238E27FC236}">
                <a16:creationId xmlns:a16="http://schemas.microsoft.com/office/drawing/2014/main" id="{3B0A13EE-E869-040E-ED72-059993300F00}"/>
              </a:ext>
            </a:extLst>
          </p:cNvPr>
          <p:cNvSpPr txBox="1"/>
          <p:nvPr/>
        </p:nvSpPr>
        <p:spPr>
          <a:xfrm>
            <a:off x="4195420" y="2556431"/>
            <a:ext cx="1751618" cy="276999"/>
          </a:xfrm>
          <a:prstGeom prst="rect">
            <a:avLst/>
          </a:prstGeom>
          <a:noFill/>
        </p:spPr>
        <p:txBody>
          <a:bodyPr wrap="square" rtlCol="0">
            <a:spAutoFit/>
          </a:bodyPr>
          <a:lstStyle>
            <a:defPPr>
              <a:defRPr lang="en-US"/>
            </a:defPPr>
            <a:lvl1pPr>
              <a:defRPr sz="1200">
                <a:latin typeface="Trebuchet MS" panose="020B0603020202020204" pitchFamily="34" charset="0"/>
              </a:defRPr>
            </a:lvl1pPr>
          </a:lstStyle>
          <a:p>
            <a:pPr defTabSz="457223"/>
            <a:r>
              <a:rPr lang="en-US" dirty="0">
                <a:solidFill>
                  <a:prstClr val="black"/>
                </a:solidFill>
              </a:rPr>
              <a:t>Products &amp; Solutions </a:t>
            </a:r>
          </a:p>
        </p:txBody>
      </p:sp>
      <p:sp>
        <p:nvSpPr>
          <p:cNvPr id="23" name="Google Shape;366;p2">
            <a:extLst>
              <a:ext uri="{FF2B5EF4-FFF2-40B4-BE49-F238E27FC236}">
                <a16:creationId xmlns:a16="http://schemas.microsoft.com/office/drawing/2014/main" id="{74EB6D84-B708-A91B-888E-4C6DA2B281DE}"/>
              </a:ext>
            </a:extLst>
          </p:cNvPr>
          <p:cNvSpPr/>
          <p:nvPr/>
        </p:nvSpPr>
        <p:spPr>
          <a:xfrm>
            <a:off x="8375356" y="2188761"/>
            <a:ext cx="731311" cy="276959"/>
          </a:xfrm>
          <a:prstGeom prst="rect">
            <a:avLst/>
          </a:prstGeom>
          <a:noFill/>
          <a:ln>
            <a:noFill/>
          </a:ln>
        </p:spPr>
        <p:txBody>
          <a:bodyPr spcFirstLastPara="1" wrap="square" lIns="91425" tIns="45700" rIns="91425" bIns="45700" anchor="t" anchorCtr="0">
            <a:spAutoFit/>
          </a:bodyPr>
          <a:lstStyle/>
          <a:p>
            <a:pPr algn="ctr" defTabSz="457223"/>
            <a:r>
              <a:rPr lang="en-US" sz="1200" b="1" dirty="0">
                <a:solidFill>
                  <a:prstClr val="black"/>
                </a:solidFill>
                <a:latin typeface="Calibri" panose="020F0502020204030204"/>
                <a:ea typeface="Georgia"/>
                <a:cs typeface="Georgia"/>
                <a:sym typeface="Georgia"/>
              </a:rPr>
              <a:t>Digital </a:t>
            </a:r>
            <a:endParaRPr sz="2000" b="1" dirty="0">
              <a:solidFill>
                <a:prstClr val="black"/>
              </a:solidFill>
              <a:latin typeface="Calibri" panose="020F0502020204030204"/>
              <a:ea typeface="Georgia"/>
              <a:cs typeface="Georgia"/>
              <a:sym typeface="Georgia"/>
            </a:endParaRPr>
          </a:p>
        </p:txBody>
      </p:sp>
      <p:pic>
        <p:nvPicPr>
          <p:cNvPr id="11" name="Picture 10">
            <a:extLst>
              <a:ext uri="{FF2B5EF4-FFF2-40B4-BE49-F238E27FC236}">
                <a16:creationId xmlns:a16="http://schemas.microsoft.com/office/drawing/2014/main" id="{B16BF702-98B2-11C2-A42F-55E7AC8712CD}"/>
              </a:ext>
            </a:extLst>
          </p:cNvPr>
          <p:cNvPicPr>
            <a:picLocks noChangeAspect="1"/>
          </p:cNvPicPr>
          <p:nvPr/>
        </p:nvPicPr>
        <p:blipFill>
          <a:blip r:embed="rId9"/>
          <a:stretch>
            <a:fillRect/>
          </a:stretch>
        </p:blipFill>
        <p:spPr>
          <a:xfrm>
            <a:off x="3745438" y="2196944"/>
            <a:ext cx="295744" cy="295744"/>
          </a:xfrm>
          <a:prstGeom prst="rect">
            <a:avLst/>
          </a:prstGeom>
        </p:spPr>
      </p:pic>
      <p:pic>
        <p:nvPicPr>
          <p:cNvPr id="14" name="Picture 13">
            <a:extLst>
              <a:ext uri="{FF2B5EF4-FFF2-40B4-BE49-F238E27FC236}">
                <a16:creationId xmlns:a16="http://schemas.microsoft.com/office/drawing/2014/main" id="{0766F726-9E16-FB51-3608-E432BACD1784}"/>
              </a:ext>
            </a:extLst>
          </p:cNvPr>
          <p:cNvPicPr>
            <a:picLocks noChangeAspect="1"/>
          </p:cNvPicPr>
          <p:nvPr/>
        </p:nvPicPr>
        <p:blipFill>
          <a:blip r:embed="rId10"/>
          <a:stretch>
            <a:fillRect/>
          </a:stretch>
        </p:blipFill>
        <p:spPr>
          <a:xfrm>
            <a:off x="3763117" y="3252310"/>
            <a:ext cx="277479" cy="277479"/>
          </a:xfrm>
          <a:prstGeom prst="rect">
            <a:avLst/>
          </a:prstGeom>
        </p:spPr>
      </p:pic>
      <p:pic>
        <p:nvPicPr>
          <p:cNvPr id="19" name="Picture 18">
            <a:extLst>
              <a:ext uri="{FF2B5EF4-FFF2-40B4-BE49-F238E27FC236}">
                <a16:creationId xmlns:a16="http://schemas.microsoft.com/office/drawing/2014/main" id="{B2E559F5-84A7-D51F-BC69-6A95D9428E1C}"/>
              </a:ext>
            </a:extLst>
          </p:cNvPr>
          <p:cNvPicPr>
            <a:picLocks noChangeAspect="1"/>
          </p:cNvPicPr>
          <p:nvPr/>
        </p:nvPicPr>
        <p:blipFill>
          <a:blip r:embed="rId11"/>
          <a:stretch>
            <a:fillRect/>
          </a:stretch>
        </p:blipFill>
        <p:spPr>
          <a:xfrm>
            <a:off x="3744666" y="2862300"/>
            <a:ext cx="297289" cy="297289"/>
          </a:xfrm>
          <a:prstGeom prst="rect">
            <a:avLst/>
          </a:prstGeom>
        </p:spPr>
      </p:pic>
      <p:pic>
        <p:nvPicPr>
          <p:cNvPr id="20" name="Picture 19">
            <a:extLst>
              <a:ext uri="{FF2B5EF4-FFF2-40B4-BE49-F238E27FC236}">
                <a16:creationId xmlns:a16="http://schemas.microsoft.com/office/drawing/2014/main" id="{4C239817-7494-A8FA-61FB-DB97B4771F1C}"/>
              </a:ext>
            </a:extLst>
          </p:cNvPr>
          <p:cNvPicPr>
            <a:picLocks noChangeAspect="1"/>
          </p:cNvPicPr>
          <p:nvPr/>
        </p:nvPicPr>
        <p:blipFill>
          <a:blip r:embed="rId12"/>
          <a:stretch>
            <a:fillRect/>
          </a:stretch>
        </p:blipFill>
        <p:spPr>
          <a:xfrm>
            <a:off x="3751159" y="2513018"/>
            <a:ext cx="284303" cy="284303"/>
          </a:xfrm>
          <a:prstGeom prst="rect">
            <a:avLst/>
          </a:prstGeom>
        </p:spPr>
      </p:pic>
      <p:pic>
        <p:nvPicPr>
          <p:cNvPr id="21" name="Picture 20">
            <a:extLst>
              <a:ext uri="{FF2B5EF4-FFF2-40B4-BE49-F238E27FC236}">
                <a16:creationId xmlns:a16="http://schemas.microsoft.com/office/drawing/2014/main" id="{3DB15DF1-F805-40B4-C715-A49541330D7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647287" y="1801458"/>
            <a:ext cx="314695" cy="314695"/>
          </a:xfrm>
          <a:prstGeom prst="rect">
            <a:avLst/>
          </a:prstGeom>
        </p:spPr>
      </p:pic>
      <p:pic>
        <p:nvPicPr>
          <p:cNvPr id="24" name="Picture 23">
            <a:extLst>
              <a:ext uri="{FF2B5EF4-FFF2-40B4-BE49-F238E27FC236}">
                <a16:creationId xmlns:a16="http://schemas.microsoft.com/office/drawing/2014/main" id="{74429670-4603-9B72-72D6-B321A225C07A}"/>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613795" y="1783248"/>
            <a:ext cx="351115" cy="351115"/>
          </a:xfrm>
          <a:prstGeom prst="rect">
            <a:avLst/>
          </a:prstGeom>
        </p:spPr>
      </p:pic>
      <p:pic>
        <p:nvPicPr>
          <p:cNvPr id="26" name="Picture 25">
            <a:extLst>
              <a:ext uri="{FF2B5EF4-FFF2-40B4-BE49-F238E27FC236}">
                <a16:creationId xmlns:a16="http://schemas.microsoft.com/office/drawing/2014/main" id="{5E6A3750-53E5-3EDC-E87D-8D08A12EAB32}"/>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526425" y="1767811"/>
            <a:ext cx="381989" cy="381989"/>
          </a:xfrm>
          <a:prstGeom prst="rect">
            <a:avLst/>
          </a:prstGeom>
        </p:spPr>
      </p:pic>
      <p:pic>
        <p:nvPicPr>
          <p:cNvPr id="28" name="Picture 27">
            <a:extLst>
              <a:ext uri="{FF2B5EF4-FFF2-40B4-BE49-F238E27FC236}">
                <a16:creationId xmlns:a16="http://schemas.microsoft.com/office/drawing/2014/main" id="{4364F9CA-617A-9251-037D-65383800470A}"/>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588699" y="2746192"/>
            <a:ext cx="441371" cy="441371"/>
          </a:xfrm>
          <a:prstGeom prst="rect">
            <a:avLst/>
          </a:prstGeom>
        </p:spPr>
      </p:pic>
      <p:pic>
        <p:nvPicPr>
          <p:cNvPr id="31" name="Picture 30">
            <a:extLst>
              <a:ext uri="{FF2B5EF4-FFF2-40B4-BE49-F238E27FC236}">
                <a16:creationId xmlns:a16="http://schemas.microsoft.com/office/drawing/2014/main" id="{3C7E73A2-6FCD-B197-C0BF-9451B989BB53}"/>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637445" y="2804610"/>
            <a:ext cx="324537" cy="324537"/>
          </a:xfrm>
          <a:prstGeom prst="rect">
            <a:avLst/>
          </a:prstGeom>
        </p:spPr>
      </p:pic>
      <p:pic>
        <p:nvPicPr>
          <p:cNvPr id="34" name="Picture 33">
            <a:extLst>
              <a:ext uri="{FF2B5EF4-FFF2-40B4-BE49-F238E27FC236}">
                <a16:creationId xmlns:a16="http://schemas.microsoft.com/office/drawing/2014/main" id="{9A391365-8223-CB0B-8782-ED2C43D2D8DF}"/>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648605" y="2794935"/>
            <a:ext cx="343884" cy="343884"/>
          </a:xfrm>
          <a:prstGeom prst="rect">
            <a:avLst/>
          </a:prstGeom>
        </p:spPr>
      </p:pic>
      <p:pic>
        <p:nvPicPr>
          <p:cNvPr id="38" name="Picture 37">
            <a:extLst>
              <a:ext uri="{FF2B5EF4-FFF2-40B4-BE49-F238E27FC236}">
                <a16:creationId xmlns:a16="http://schemas.microsoft.com/office/drawing/2014/main" id="{B93B9F8A-AB86-EBD2-70E7-2D0CBA864551}"/>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9526978" y="1713312"/>
            <a:ext cx="370805" cy="370805"/>
          </a:xfrm>
          <a:prstGeom prst="rect">
            <a:avLst/>
          </a:prstGeom>
        </p:spPr>
      </p:pic>
      <p:pic>
        <p:nvPicPr>
          <p:cNvPr id="41" name="Picture 40">
            <a:extLst>
              <a:ext uri="{FF2B5EF4-FFF2-40B4-BE49-F238E27FC236}">
                <a16:creationId xmlns:a16="http://schemas.microsoft.com/office/drawing/2014/main" id="{EBA40DC9-AF5A-876A-F0D4-9BD89987DE00}"/>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1575126" y="2921439"/>
            <a:ext cx="383467" cy="383467"/>
          </a:xfrm>
          <a:prstGeom prst="rect">
            <a:avLst/>
          </a:prstGeom>
        </p:spPr>
      </p:pic>
      <p:pic>
        <p:nvPicPr>
          <p:cNvPr id="44" name="Picture 43">
            <a:extLst>
              <a:ext uri="{FF2B5EF4-FFF2-40B4-BE49-F238E27FC236}">
                <a16:creationId xmlns:a16="http://schemas.microsoft.com/office/drawing/2014/main" id="{398D99BB-89EC-403A-F738-B67EC67978F7}"/>
              </a:ext>
            </a:extLst>
          </p:cNvPr>
          <p:cNvPicPr>
            <a:picLocks noChangeAspect="1"/>
          </p:cNvPicPr>
          <p:nvPr/>
        </p:nvPicPr>
        <p:blipFill>
          <a:blip r:embed="rId21"/>
          <a:stretch>
            <a:fillRect/>
          </a:stretch>
        </p:blipFill>
        <p:spPr>
          <a:xfrm>
            <a:off x="10558462" y="2239635"/>
            <a:ext cx="482665" cy="482665"/>
          </a:xfrm>
          <a:prstGeom prst="rect">
            <a:avLst/>
          </a:prstGeom>
        </p:spPr>
      </p:pic>
      <p:pic>
        <p:nvPicPr>
          <p:cNvPr id="46" name="Picture 45">
            <a:extLst>
              <a:ext uri="{FF2B5EF4-FFF2-40B4-BE49-F238E27FC236}">
                <a16:creationId xmlns:a16="http://schemas.microsoft.com/office/drawing/2014/main" id="{D95CA83A-B6B1-9A43-428B-15B10442A80E}"/>
              </a:ext>
            </a:extLst>
          </p:cNvPr>
          <p:cNvPicPr>
            <a:picLocks noChangeAspect="1"/>
          </p:cNvPicPr>
          <p:nvPr/>
        </p:nvPicPr>
        <p:blipFill>
          <a:blip r:embed="rId22"/>
          <a:stretch>
            <a:fillRect/>
          </a:stretch>
        </p:blipFill>
        <p:spPr>
          <a:xfrm>
            <a:off x="11554207" y="1753651"/>
            <a:ext cx="389761" cy="389761"/>
          </a:xfrm>
          <a:prstGeom prst="rect">
            <a:avLst/>
          </a:prstGeom>
        </p:spPr>
      </p:pic>
      <p:pic>
        <p:nvPicPr>
          <p:cNvPr id="48" name="Picture 47">
            <a:extLst>
              <a:ext uri="{FF2B5EF4-FFF2-40B4-BE49-F238E27FC236}">
                <a16:creationId xmlns:a16="http://schemas.microsoft.com/office/drawing/2014/main" id="{D4CDE943-801B-F3FE-4D33-758C727D8B4A}"/>
              </a:ext>
            </a:extLst>
          </p:cNvPr>
          <p:cNvPicPr>
            <a:picLocks noChangeAspect="1"/>
          </p:cNvPicPr>
          <p:nvPr/>
        </p:nvPicPr>
        <p:blipFill>
          <a:blip r:embed="rId23"/>
          <a:stretch>
            <a:fillRect/>
          </a:stretch>
        </p:blipFill>
        <p:spPr>
          <a:xfrm>
            <a:off x="9531938" y="2930380"/>
            <a:ext cx="354321" cy="354321"/>
          </a:xfrm>
          <a:prstGeom prst="rect">
            <a:avLst/>
          </a:prstGeom>
        </p:spPr>
      </p:pic>
      <p:sp>
        <p:nvSpPr>
          <p:cNvPr id="49" name="Rectangle: Rounded Corners 48">
            <a:extLst>
              <a:ext uri="{FF2B5EF4-FFF2-40B4-BE49-F238E27FC236}">
                <a16:creationId xmlns:a16="http://schemas.microsoft.com/office/drawing/2014/main" id="{C2FEC5BE-85A4-51CA-4BC5-1CDF73E82FE5}"/>
              </a:ext>
            </a:extLst>
          </p:cNvPr>
          <p:cNvSpPr/>
          <p:nvPr/>
        </p:nvSpPr>
        <p:spPr>
          <a:xfrm>
            <a:off x="640728" y="1267151"/>
            <a:ext cx="2056617" cy="299183"/>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9" name="TextBox 98">
            <a:extLst>
              <a:ext uri="{FF2B5EF4-FFF2-40B4-BE49-F238E27FC236}">
                <a16:creationId xmlns:a16="http://schemas.microsoft.com/office/drawing/2014/main" id="{1F090E52-E551-855E-7BA3-8EC3C4E65954}"/>
              </a:ext>
            </a:extLst>
          </p:cNvPr>
          <p:cNvSpPr txBox="1"/>
          <p:nvPr/>
        </p:nvSpPr>
        <p:spPr>
          <a:xfrm>
            <a:off x="269036" y="1268172"/>
            <a:ext cx="2806137" cy="307777"/>
          </a:xfrm>
          <a:prstGeom prst="rect">
            <a:avLst/>
          </a:prstGeom>
          <a:noFill/>
        </p:spPr>
        <p:txBody>
          <a:bodyPr wrap="square" rtlCol="0">
            <a:spAutoFit/>
          </a:bodyPr>
          <a:lstStyle/>
          <a:p>
            <a:pPr algn="ctr" defTabSz="457223"/>
            <a:r>
              <a:rPr lang="en-US" sz="1400" dirty="0">
                <a:solidFill>
                  <a:schemeClr val="bg1"/>
                </a:solidFill>
                <a:latin typeface="Calibri" panose="020F0502020204030204"/>
              </a:rPr>
              <a:t>Transformation Offerings</a:t>
            </a:r>
          </a:p>
        </p:txBody>
      </p:sp>
      <p:sp>
        <p:nvSpPr>
          <p:cNvPr id="50" name="Rectangle: Rounded Corners 49">
            <a:extLst>
              <a:ext uri="{FF2B5EF4-FFF2-40B4-BE49-F238E27FC236}">
                <a16:creationId xmlns:a16="http://schemas.microsoft.com/office/drawing/2014/main" id="{E6DD5862-41C5-93F3-D2B3-1B9387913C13}"/>
              </a:ext>
            </a:extLst>
          </p:cNvPr>
          <p:cNvSpPr/>
          <p:nvPr/>
        </p:nvSpPr>
        <p:spPr>
          <a:xfrm>
            <a:off x="3790375" y="1241751"/>
            <a:ext cx="2056617" cy="299183"/>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1" name="Rectangle: Rounded Corners 50">
            <a:extLst>
              <a:ext uri="{FF2B5EF4-FFF2-40B4-BE49-F238E27FC236}">
                <a16:creationId xmlns:a16="http://schemas.microsoft.com/office/drawing/2014/main" id="{B0B3E32D-2F30-B54D-911D-5780C6F6A445}"/>
              </a:ext>
            </a:extLst>
          </p:cNvPr>
          <p:cNvSpPr/>
          <p:nvPr/>
        </p:nvSpPr>
        <p:spPr>
          <a:xfrm>
            <a:off x="9701271" y="1240755"/>
            <a:ext cx="2056617" cy="299183"/>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2" name="Rectangle: Rounded Corners 51">
            <a:extLst>
              <a:ext uri="{FF2B5EF4-FFF2-40B4-BE49-F238E27FC236}">
                <a16:creationId xmlns:a16="http://schemas.microsoft.com/office/drawing/2014/main" id="{25238416-5C47-4946-D61E-251108778EDD}"/>
              </a:ext>
            </a:extLst>
          </p:cNvPr>
          <p:cNvSpPr/>
          <p:nvPr/>
        </p:nvSpPr>
        <p:spPr>
          <a:xfrm>
            <a:off x="6673240" y="1248239"/>
            <a:ext cx="2056617" cy="299183"/>
          </a:xfrm>
          <a:prstGeom prst="roundRect">
            <a:avLst>
              <a:gd name="adj"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2" name="TextBox 101">
            <a:extLst>
              <a:ext uri="{FF2B5EF4-FFF2-40B4-BE49-F238E27FC236}">
                <a16:creationId xmlns:a16="http://schemas.microsoft.com/office/drawing/2014/main" id="{0EB7AA45-2A4D-DD94-5B46-12FD6C60A9FB}"/>
              </a:ext>
            </a:extLst>
          </p:cNvPr>
          <p:cNvSpPr txBox="1"/>
          <p:nvPr/>
        </p:nvSpPr>
        <p:spPr>
          <a:xfrm>
            <a:off x="3485625" y="1222647"/>
            <a:ext cx="2806137" cy="307777"/>
          </a:xfrm>
          <a:prstGeom prst="rect">
            <a:avLst/>
          </a:prstGeom>
          <a:noFill/>
        </p:spPr>
        <p:txBody>
          <a:bodyPr wrap="square" rtlCol="0">
            <a:spAutoFit/>
          </a:bodyPr>
          <a:lstStyle/>
          <a:p>
            <a:pPr algn="ctr" defTabSz="457223"/>
            <a:r>
              <a:rPr lang="en-US" sz="1400" dirty="0">
                <a:solidFill>
                  <a:schemeClr val="bg1"/>
                </a:solidFill>
                <a:latin typeface="Calibri" panose="020F0502020204030204"/>
              </a:rPr>
              <a:t>Service Line</a:t>
            </a:r>
          </a:p>
        </p:txBody>
      </p:sp>
      <p:sp>
        <p:nvSpPr>
          <p:cNvPr id="122" name="Google Shape;363;p2">
            <a:extLst>
              <a:ext uri="{FF2B5EF4-FFF2-40B4-BE49-F238E27FC236}">
                <a16:creationId xmlns:a16="http://schemas.microsoft.com/office/drawing/2014/main" id="{78ADC501-95E0-3384-15E5-28C7DB01A29C}"/>
              </a:ext>
            </a:extLst>
          </p:cNvPr>
          <p:cNvSpPr txBox="1"/>
          <p:nvPr/>
        </p:nvSpPr>
        <p:spPr>
          <a:xfrm>
            <a:off x="7001487" y="1249204"/>
            <a:ext cx="1924693" cy="307777"/>
          </a:xfrm>
          <a:prstGeom prst="rect">
            <a:avLst/>
          </a:prstGeom>
          <a:noFill/>
        </p:spPr>
        <p:txBody>
          <a:bodyPr wrap="square" rtlCol="0">
            <a:spAutoFit/>
          </a:bodyPr>
          <a:lstStyle>
            <a:defPPr>
              <a:defRPr lang="en-US"/>
            </a:defPPr>
            <a:lvl1pPr>
              <a:defRPr sz="1400" b="1"/>
            </a:lvl1pPr>
          </a:lstStyle>
          <a:p>
            <a:pPr defTabSz="457223"/>
            <a:r>
              <a:rPr lang="en-US" b="0" dirty="0">
                <a:solidFill>
                  <a:schemeClr val="bg1"/>
                </a:solidFill>
                <a:latin typeface="Calibri" panose="020F0502020204030204"/>
                <a:sym typeface="Georgia"/>
              </a:rPr>
              <a:t>Technology Focus</a:t>
            </a:r>
            <a:endParaRPr b="0" dirty="0">
              <a:solidFill>
                <a:schemeClr val="bg1"/>
              </a:solidFill>
              <a:latin typeface="Calibri" panose="020F0502020204030204"/>
              <a:sym typeface="Georgia"/>
            </a:endParaRPr>
          </a:p>
        </p:txBody>
      </p:sp>
      <p:sp>
        <p:nvSpPr>
          <p:cNvPr id="9222" name="Google Shape;363;p2">
            <a:extLst>
              <a:ext uri="{FF2B5EF4-FFF2-40B4-BE49-F238E27FC236}">
                <a16:creationId xmlns:a16="http://schemas.microsoft.com/office/drawing/2014/main" id="{62EC11B3-5A27-A7CD-E847-86229D124FC2}"/>
              </a:ext>
            </a:extLst>
          </p:cNvPr>
          <p:cNvSpPr txBox="1"/>
          <p:nvPr/>
        </p:nvSpPr>
        <p:spPr>
          <a:xfrm>
            <a:off x="10074952" y="1240737"/>
            <a:ext cx="1924693" cy="307777"/>
          </a:xfrm>
          <a:prstGeom prst="rect">
            <a:avLst/>
          </a:prstGeom>
          <a:noFill/>
        </p:spPr>
        <p:txBody>
          <a:bodyPr wrap="square" rtlCol="0">
            <a:spAutoFit/>
          </a:bodyPr>
          <a:lstStyle>
            <a:defPPr>
              <a:defRPr lang="en-US"/>
            </a:defPPr>
            <a:lvl1pPr>
              <a:defRPr sz="1400" b="1"/>
            </a:lvl1pPr>
          </a:lstStyle>
          <a:p>
            <a:pPr defTabSz="457223"/>
            <a:r>
              <a:rPr lang="en-US" b="0" dirty="0">
                <a:solidFill>
                  <a:schemeClr val="bg1"/>
                </a:solidFill>
                <a:latin typeface="Calibri" panose="020F0502020204030204"/>
                <a:sym typeface="Georgia"/>
              </a:rPr>
              <a:t>Industry Domain</a:t>
            </a:r>
            <a:endParaRPr b="0" dirty="0">
              <a:solidFill>
                <a:schemeClr val="bg1"/>
              </a:solidFill>
              <a:latin typeface="Calibri" panose="020F0502020204030204"/>
              <a:sym typeface="Georgia"/>
            </a:endParaRPr>
          </a:p>
        </p:txBody>
      </p:sp>
      <p:sp>
        <p:nvSpPr>
          <p:cNvPr id="22" name="Title 1">
            <a:extLst>
              <a:ext uri="{FF2B5EF4-FFF2-40B4-BE49-F238E27FC236}">
                <a16:creationId xmlns:a16="http://schemas.microsoft.com/office/drawing/2014/main" id="{5C1736DA-3E3D-F175-562D-84944198CA6C}"/>
              </a:ext>
            </a:extLst>
          </p:cNvPr>
          <p:cNvSpPr txBox="1">
            <a:spLocks/>
          </p:cNvSpPr>
          <p:nvPr/>
        </p:nvSpPr>
        <p:spPr>
          <a:xfrm>
            <a:off x="1442993" y="101446"/>
            <a:ext cx="10515600" cy="710469"/>
          </a:xfrm>
          <a:prstGeom prst="rect">
            <a:avLst/>
          </a:prstGeom>
        </p:spPr>
        <p:txBody>
          <a:bodyPr wrap="square" lIns="0" tIns="0" rIns="0" bIns="0">
            <a:normAutofit/>
          </a:bodyPr>
          <a:lstStyle>
            <a:lvl1pPr>
              <a:defRPr sz="5600" b="1" i="0">
                <a:solidFill>
                  <a:srgbClr val="002D6F"/>
                </a:solidFill>
                <a:latin typeface="Trebuchet MS"/>
                <a:ea typeface="+mj-ea"/>
                <a:cs typeface="Trebuchet MS"/>
              </a:defRPr>
            </a:lvl1pPr>
          </a:lstStyle>
          <a:p>
            <a:r>
              <a:rPr lang="en-US" sz="3200" kern="0" dirty="0">
                <a:solidFill>
                  <a:schemeClr val="tx1"/>
                </a:solidFill>
                <a:latin typeface="Trebuchet MS" panose="020B0603020202020204" pitchFamily="34" charset="0"/>
              </a:rPr>
              <a:t>Corporate Overview</a:t>
            </a:r>
          </a:p>
        </p:txBody>
      </p:sp>
      <p:sp>
        <p:nvSpPr>
          <p:cNvPr id="7" name="TextBox 6">
            <a:extLst>
              <a:ext uri="{FF2B5EF4-FFF2-40B4-BE49-F238E27FC236}">
                <a16:creationId xmlns:a16="http://schemas.microsoft.com/office/drawing/2014/main" id="{B6504E33-C6F9-0599-4FD1-C0D6D4B0D6A1}"/>
              </a:ext>
            </a:extLst>
          </p:cNvPr>
          <p:cNvSpPr txBox="1"/>
          <p:nvPr/>
        </p:nvSpPr>
        <p:spPr>
          <a:xfrm>
            <a:off x="4195420" y="1784567"/>
            <a:ext cx="1890115" cy="276999"/>
          </a:xfrm>
          <a:prstGeom prst="rect">
            <a:avLst/>
          </a:prstGeom>
          <a:noFill/>
        </p:spPr>
        <p:txBody>
          <a:bodyPr wrap="square" rtlCol="0">
            <a:spAutoFit/>
          </a:bodyPr>
          <a:lstStyle>
            <a:defPPr>
              <a:defRPr lang="en-US"/>
            </a:defPPr>
            <a:lvl1pPr>
              <a:defRPr sz="1200">
                <a:latin typeface="Trebuchet MS" panose="020B0603020202020204" pitchFamily="34" charset="0"/>
              </a:defRPr>
            </a:lvl1pPr>
          </a:lstStyle>
          <a:p>
            <a:pPr defTabSz="457223"/>
            <a:r>
              <a:rPr lang="en-US" dirty="0">
                <a:solidFill>
                  <a:prstClr val="black"/>
                </a:solidFill>
              </a:rPr>
              <a:t>Consulting &amp; Delivery</a:t>
            </a:r>
          </a:p>
        </p:txBody>
      </p:sp>
      <p:pic>
        <p:nvPicPr>
          <p:cNvPr id="25" name="Picture 24">
            <a:extLst>
              <a:ext uri="{FF2B5EF4-FFF2-40B4-BE49-F238E27FC236}">
                <a16:creationId xmlns:a16="http://schemas.microsoft.com/office/drawing/2014/main" id="{EC53E370-A81F-20AF-EB52-A0EC1D5502CB}"/>
              </a:ext>
            </a:extLst>
          </p:cNvPr>
          <p:cNvPicPr>
            <a:picLocks noChangeAspect="1"/>
          </p:cNvPicPr>
          <p:nvPr/>
        </p:nvPicPr>
        <p:blipFill>
          <a:blip r:embed="rId24"/>
          <a:stretch>
            <a:fillRect/>
          </a:stretch>
        </p:blipFill>
        <p:spPr>
          <a:xfrm>
            <a:off x="3730363" y="1794973"/>
            <a:ext cx="325894" cy="325894"/>
          </a:xfrm>
          <a:prstGeom prst="rect">
            <a:avLst/>
          </a:prstGeom>
        </p:spPr>
      </p:pic>
      <p:sp>
        <p:nvSpPr>
          <p:cNvPr id="27" name="Google Shape;393;p2">
            <a:extLst>
              <a:ext uri="{FF2B5EF4-FFF2-40B4-BE49-F238E27FC236}">
                <a16:creationId xmlns:a16="http://schemas.microsoft.com/office/drawing/2014/main" id="{C3BCF277-18FE-8268-A4CA-2FBE8E8C5937}"/>
              </a:ext>
            </a:extLst>
          </p:cNvPr>
          <p:cNvSpPr txBox="1"/>
          <p:nvPr/>
        </p:nvSpPr>
        <p:spPr>
          <a:xfrm>
            <a:off x="9626568" y="6029350"/>
            <a:ext cx="2198516" cy="276959"/>
          </a:xfrm>
          <a:prstGeom prst="rect">
            <a:avLst/>
          </a:prstGeom>
          <a:noFill/>
          <a:ln>
            <a:noFill/>
          </a:ln>
        </p:spPr>
        <p:txBody>
          <a:bodyPr spcFirstLastPara="1" wrap="square" lIns="91425" tIns="45700" rIns="91425" bIns="45700" anchor="t" anchorCtr="0">
            <a:spAutoFit/>
          </a:bodyPr>
          <a:lstStyle>
            <a:defPPr>
              <a:defRPr lang="en-US"/>
            </a:defPPr>
            <a:lvl1pPr marR="0" lvl="0" indent="0">
              <a:spcBef>
                <a:spcPts val="0"/>
              </a:spcBef>
              <a:spcAft>
                <a:spcPts val="0"/>
              </a:spcAft>
              <a:buNone/>
              <a:defRPr sz="1600" b="1">
                <a:solidFill>
                  <a:schemeClr val="dk1"/>
                </a:solidFill>
                <a:latin typeface="+mj-lt"/>
                <a:ea typeface="Georgia"/>
                <a:cs typeface="Georgia"/>
              </a:defRPr>
            </a:lvl1pPr>
          </a:lstStyle>
          <a:p>
            <a:pPr defTabSz="457223"/>
            <a:r>
              <a:rPr lang="en-US" sz="1200" b="0" dirty="0">
                <a:solidFill>
                  <a:prstClr val="black"/>
                </a:solidFill>
                <a:latin typeface="Trebuchet MS" panose="020B0603020202020204" pitchFamily="34" charset="0"/>
                <a:ea typeface="+mn-ea"/>
                <a:cs typeface="+mn-cs"/>
                <a:sym typeface="Georgia"/>
              </a:rPr>
              <a:t>Workforce diversity</a:t>
            </a:r>
            <a:endParaRPr sz="1200" b="0" dirty="0">
              <a:solidFill>
                <a:prstClr val="black"/>
              </a:solidFill>
              <a:latin typeface="Trebuchet MS" panose="020B0603020202020204" pitchFamily="34" charset="0"/>
              <a:ea typeface="+mn-ea"/>
              <a:cs typeface="+mn-cs"/>
              <a:sym typeface="Georgia"/>
            </a:endParaRPr>
          </a:p>
        </p:txBody>
      </p:sp>
      <p:sp>
        <p:nvSpPr>
          <p:cNvPr id="6" name="Rectangle: Rounded Corners 5">
            <a:extLst>
              <a:ext uri="{FF2B5EF4-FFF2-40B4-BE49-F238E27FC236}">
                <a16:creationId xmlns:a16="http://schemas.microsoft.com/office/drawing/2014/main" id="{8FD394F7-0790-4370-C459-D83C1E38EB38}"/>
              </a:ext>
            </a:extLst>
          </p:cNvPr>
          <p:cNvSpPr/>
          <p:nvPr/>
        </p:nvSpPr>
        <p:spPr>
          <a:xfrm>
            <a:off x="8543094" y="5996469"/>
            <a:ext cx="940632" cy="300663"/>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23"/>
            <a:r>
              <a:rPr lang="en-US" sz="2400" b="1" dirty="0">
                <a:solidFill>
                  <a:srgbClr val="0070C0"/>
                </a:solidFill>
                <a:latin typeface="Trebuchet MS" panose="020B0603020202020204" pitchFamily="34" charset="0"/>
              </a:rPr>
              <a:t>36</a:t>
            </a:r>
            <a:r>
              <a:rPr lang="en-US" sz="2000" b="1" dirty="0">
                <a:solidFill>
                  <a:srgbClr val="0070C0"/>
                </a:solidFill>
                <a:latin typeface="Trebuchet MS" panose="020B0603020202020204" pitchFamily="34" charset="0"/>
              </a:rPr>
              <a:t>%</a:t>
            </a:r>
            <a:endParaRPr lang="en-US" sz="2400" b="1" dirty="0">
              <a:solidFill>
                <a:srgbClr val="0070C0"/>
              </a:solidFill>
              <a:latin typeface="Trebuchet MS" panose="020B0603020202020204" pitchFamily="34" charset="0"/>
            </a:endParaRPr>
          </a:p>
        </p:txBody>
      </p:sp>
      <p:sp>
        <p:nvSpPr>
          <p:cNvPr id="30" name="Rectangle: Rounded Corners 29">
            <a:extLst>
              <a:ext uri="{FF2B5EF4-FFF2-40B4-BE49-F238E27FC236}">
                <a16:creationId xmlns:a16="http://schemas.microsoft.com/office/drawing/2014/main" id="{75B17D01-21F5-0BCE-8026-24BEB4750694}"/>
              </a:ext>
            </a:extLst>
          </p:cNvPr>
          <p:cNvSpPr/>
          <p:nvPr/>
        </p:nvSpPr>
        <p:spPr>
          <a:xfrm>
            <a:off x="3656273" y="4104068"/>
            <a:ext cx="3153070" cy="2191626"/>
          </a:xfrm>
          <a:prstGeom prst="roundRect">
            <a:avLst>
              <a:gd name="adj" fmla="val 10104"/>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23"/>
            <a:endParaRPr lang="en-US">
              <a:solidFill>
                <a:prstClr val="white"/>
              </a:solidFill>
              <a:latin typeface="Calibri" panose="020F0502020204030204"/>
            </a:endParaRPr>
          </a:p>
        </p:txBody>
      </p:sp>
      <p:sp>
        <p:nvSpPr>
          <p:cNvPr id="32" name="Google Shape;393;p2">
            <a:extLst>
              <a:ext uri="{FF2B5EF4-FFF2-40B4-BE49-F238E27FC236}">
                <a16:creationId xmlns:a16="http://schemas.microsoft.com/office/drawing/2014/main" id="{895E7DD4-25C5-D4DA-87E8-A40289CA3264}"/>
              </a:ext>
            </a:extLst>
          </p:cNvPr>
          <p:cNvSpPr txBox="1"/>
          <p:nvPr/>
        </p:nvSpPr>
        <p:spPr>
          <a:xfrm>
            <a:off x="4686707" y="4164559"/>
            <a:ext cx="1119800" cy="338514"/>
          </a:xfrm>
          <a:prstGeom prst="rect">
            <a:avLst/>
          </a:prstGeom>
          <a:noFill/>
          <a:ln>
            <a:noFill/>
          </a:ln>
        </p:spPr>
        <p:txBody>
          <a:bodyPr spcFirstLastPara="1" wrap="square" lIns="91425" tIns="45700" rIns="91425" bIns="45700" anchor="t" anchorCtr="0">
            <a:spAutoFit/>
          </a:bodyPr>
          <a:lstStyle/>
          <a:p>
            <a:pPr defTabSz="457223"/>
            <a:r>
              <a:rPr lang="en-US" sz="1600" b="1" dirty="0">
                <a:solidFill>
                  <a:prstClr val="black"/>
                </a:solidFill>
                <a:latin typeface="Calibri Light" panose="020F0302020204030204"/>
                <a:ea typeface="Georgia"/>
                <a:cs typeface="Georgia"/>
                <a:sym typeface="Georgia"/>
              </a:rPr>
              <a:t>Locations</a:t>
            </a:r>
            <a:endParaRPr dirty="0">
              <a:solidFill>
                <a:prstClr val="black"/>
              </a:solidFill>
              <a:latin typeface="Calibri Light" panose="020F0302020204030204"/>
              <a:ea typeface="Georgia"/>
              <a:cs typeface="Georgia"/>
              <a:sym typeface="Georgia"/>
            </a:endParaRPr>
          </a:p>
        </p:txBody>
      </p:sp>
      <p:sp>
        <p:nvSpPr>
          <p:cNvPr id="33" name="Google Shape;393;p2">
            <a:extLst>
              <a:ext uri="{FF2B5EF4-FFF2-40B4-BE49-F238E27FC236}">
                <a16:creationId xmlns:a16="http://schemas.microsoft.com/office/drawing/2014/main" id="{FDB48443-4461-E3E3-0179-F52B4FD8BFE6}"/>
              </a:ext>
            </a:extLst>
          </p:cNvPr>
          <p:cNvSpPr txBox="1"/>
          <p:nvPr/>
        </p:nvSpPr>
        <p:spPr>
          <a:xfrm>
            <a:off x="795664" y="4168299"/>
            <a:ext cx="2198516" cy="338514"/>
          </a:xfrm>
          <a:prstGeom prst="rect">
            <a:avLst/>
          </a:prstGeom>
          <a:noFill/>
          <a:ln>
            <a:noFill/>
          </a:ln>
        </p:spPr>
        <p:txBody>
          <a:bodyPr spcFirstLastPara="1" wrap="square" lIns="91425" tIns="45700" rIns="91425" bIns="45700" anchor="t" anchorCtr="0">
            <a:spAutoFit/>
          </a:bodyPr>
          <a:lstStyle>
            <a:defPPr>
              <a:defRPr lang="en-US"/>
            </a:defPPr>
            <a:lvl1pPr marR="0" lvl="0" indent="0">
              <a:spcBef>
                <a:spcPts val="0"/>
              </a:spcBef>
              <a:spcAft>
                <a:spcPts val="0"/>
              </a:spcAft>
              <a:buNone/>
              <a:defRPr sz="1600" b="1">
                <a:solidFill>
                  <a:schemeClr val="dk1"/>
                </a:solidFill>
                <a:latin typeface="+mj-lt"/>
                <a:ea typeface="Georgia"/>
                <a:cs typeface="Georgia"/>
              </a:defRPr>
            </a:lvl1pPr>
          </a:lstStyle>
          <a:p>
            <a:pPr algn="ctr" defTabSz="457223"/>
            <a:r>
              <a:rPr lang="en-US" dirty="0">
                <a:solidFill>
                  <a:prstClr val="black"/>
                </a:solidFill>
                <a:latin typeface="Calibri Light" panose="020F0302020204030204"/>
                <a:sym typeface="Georgia"/>
              </a:rPr>
              <a:t>Key Customers</a:t>
            </a:r>
            <a:endParaRPr dirty="0">
              <a:solidFill>
                <a:prstClr val="black"/>
              </a:solidFill>
              <a:latin typeface="Calibri Light" panose="020F0302020204030204"/>
              <a:sym typeface="Georgia"/>
            </a:endParaRPr>
          </a:p>
        </p:txBody>
      </p:sp>
      <p:pic>
        <p:nvPicPr>
          <p:cNvPr id="35" name="Picture 4" descr="Qlik | Analytics &amp; Data Integration Platform">
            <a:extLst>
              <a:ext uri="{FF2B5EF4-FFF2-40B4-BE49-F238E27FC236}">
                <a16:creationId xmlns:a16="http://schemas.microsoft.com/office/drawing/2014/main" id="{6EC76DB3-9232-B577-981D-6338EDECC505}"/>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33551" y="4694887"/>
            <a:ext cx="1043028" cy="30478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12456F5C-271E-E530-D30E-3F6FA139060F}"/>
              </a:ext>
            </a:extLst>
          </p:cNvPr>
          <p:cNvPicPr>
            <a:picLocks noChangeAspect="1"/>
          </p:cNvPicPr>
          <p:nvPr/>
        </p:nvPicPr>
        <p:blipFill>
          <a:blip r:embed="rId26"/>
          <a:stretch>
            <a:fillRect/>
          </a:stretch>
        </p:blipFill>
        <p:spPr>
          <a:xfrm>
            <a:off x="1990284" y="4600692"/>
            <a:ext cx="1456755" cy="485585"/>
          </a:xfrm>
          <a:prstGeom prst="rect">
            <a:avLst/>
          </a:prstGeom>
        </p:spPr>
      </p:pic>
      <p:pic>
        <p:nvPicPr>
          <p:cNvPr id="37" name="Picture 2" descr="Finanzmesse - LEONTEQ SECURITIES AG">
            <a:extLst>
              <a:ext uri="{FF2B5EF4-FFF2-40B4-BE49-F238E27FC236}">
                <a16:creationId xmlns:a16="http://schemas.microsoft.com/office/drawing/2014/main" id="{B931A138-6929-8E3F-943D-FB9EC77B2897}"/>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4538" y="5832082"/>
            <a:ext cx="1253745" cy="36074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Holcim Group logo in transparent PNG and vectorized SVG formats">
            <a:extLst>
              <a:ext uri="{FF2B5EF4-FFF2-40B4-BE49-F238E27FC236}">
                <a16:creationId xmlns:a16="http://schemas.microsoft.com/office/drawing/2014/main" id="{265C1DE4-2436-0452-647A-5D57E3901759}"/>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921221" y="5881628"/>
            <a:ext cx="1456756" cy="337237"/>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a:extLst>
              <a:ext uri="{FF2B5EF4-FFF2-40B4-BE49-F238E27FC236}">
                <a16:creationId xmlns:a16="http://schemas.microsoft.com/office/drawing/2014/main" id="{09891C8C-2F65-B910-570A-AFF87991BADF}"/>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369810" y="5220122"/>
            <a:ext cx="1253746" cy="430346"/>
          </a:xfrm>
          <a:prstGeom prst="rect">
            <a:avLst/>
          </a:prstGeom>
        </p:spPr>
      </p:pic>
      <p:pic>
        <p:nvPicPr>
          <p:cNvPr id="42" name="Picture 41">
            <a:extLst>
              <a:ext uri="{FF2B5EF4-FFF2-40B4-BE49-F238E27FC236}">
                <a16:creationId xmlns:a16="http://schemas.microsoft.com/office/drawing/2014/main" id="{3C2AF15F-5A87-507A-A738-85FC7D61985A}"/>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1741118" y="5033779"/>
            <a:ext cx="2020139" cy="797008"/>
          </a:xfrm>
          <a:prstGeom prst="rect">
            <a:avLst/>
          </a:prstGeom>
        </p:spPr>
      </p:pic>
      <p:pic>
        <p:nvPicPr>
          <p:cNvPr id="43" name="Picture 42">
            <a:extLst>
              <a:ext uri="{FF2B5EF4-FFF2-40B4-BE49-F238E27FC236}">
                <a16:creationId xmlns:a16="http://schemas.microsoft.com/office/drawing/2014/main" id="{77F10968-4E65-6301-7D24-DD0A37DEC7C3}"/>
              </a:ext>
            </a:extLst>
          </p:cNvPr>
          <p:cNvPicPr>
            <a:picLocks noChangeAspect="1"/>
          </p:cNvPicPr>
          <p:nvPr/>
        </p:nvPicPr>
        <p:blipFill>
          <a:blip r:embed="rId31"/>
          <a:stretch>
            <a:fillRect/>
          </a:stretch>
        </p:blipFill>
        <p:spPr>
          <a:xfrm>
            <a:off x="3715434" y="4574737"/>
            <a:ext cx="2947460" cy="1547861"/>
          </a:xfrm>
          <a:prstGeom prst="rect">
            <a:avLst/>
          </a:prstGeom>
        </p:spPr>
      </p:pic>
      <p:sp>
        <p:nvSpPr>
          <p:cNvPr id="2" name="Rectangle: Rounded Corners 1">
            <a:extLst>
              <a:ext uri="{FF2B5EF4-FFF2-40B4-BE49-F238E27FC236}">
                <a16:creationId xmlns:a16="http://schemas.microsoft.com/office/drawing/2014/main" id="{FB46D5EF-7A41-B2DC-DE27-1CE073486E37}"/>
              </a:ext>
            </a:extLst>
          </p:cNvPr>
          <p:cNvSpPr/>
          <p:nvPr/>
        </p:nvSpPr>
        <p:spPr>
          <a:xfrm>
            <a:off x="6926904" y="4105176"/>
            <a:ext cx="1514333" cy="2191626"/>
          </a:xfrm>
          <a:prstGeom prst="roundRect">
            <a:avLst>
              <a:gd name="adj" fmla="val 10104"/>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23"/>
            <a:endParaRPr lang="en-US">
              <a:solidFill>
                <a:prstClr val="white"/>
              </a:solidFill>
              <a:latin typeface="Calibri" panose="020F0502020204030204"/>
            </a:endParaRPr>
          </a:p>
        </p:txBody>
      </p:sp>
      <p:pic>
        <p:nvPicPr>
          <p:cNvPr id="1028" name="Picture 4">
            <a:extLst>
              <a:ext uri="{FF2B5EF4-FFF2-40B4-BE49-F238E27FC236}">
                <a16:creationId xmlns:a16="http://schemas.microsoft.com/office/drawing/2014/main" id="{3486FB10-ECD9-0022-68EB-D528C91D4827}"/>
              </a:ext>
            </a:extLst>
          </p:cNvPr>
          <p:cNvPicPr>
            <a:picLocks noChangeAspect="1" noChangeArrowheads="1"/>
          </p:cNvPicPr>
          <p:nvPr/>
        </p:nvPicPr>
        <p:blipFill rotWithShape="1">
          <a:blip r:embed="rId32">
            <a:extLst>
              <a:ext uri="{28A0092B-C50C-407E-A947-70E740481C1C}">
                <a14:useLocalDpi xmlns:a14="http://schemas.microsoft.com/office/drawing/2010/main" val="0"/>
              </a:ext>
            </a:extLst>
          </a:blip>
          <a:srcRect l="5730" t="11357" r="6241" b="3057"/>
          <a:stretch/>
        </p:blipFill>
        <p:spPr bwMode="auto">
          <a:xfrm>
            <a:off x="7705191" y="4749547"/>
            <a:ext cx="710483" cy="7207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9FCFE31-A24C-3232-DA36-F6FD6D6B8617}"/>
              </a:ext>
            </a:extLst>
          </p:cNvPr>
          <p:cNvPicPr>
            <a:picLocks noChangeAspect="1" noChangeArrowheads="1"/>
          </p:cNvPicPr>
          <p:nvPr/>
        </p:nvPicPr>
        <p:blipFill rotWithShape="1">
          <a:blip r:embed="rId33">
            <a:extLst>
              <a:ext uri="{28A0092B-C50C-407E-A947-70E740481C1C}">
                <a14:useLocalDpi xmlns:a14="http://schemas.microsoft.com/office/drawing/2010/main" val="0"/>
              </a:ext>
            </a:extLst>
          </a:blip>
          <a:srcRect l="14018" t="9434" r="10292" b="13055"/>
          <a:stretch/>
        </p:blipFill>
        <p:spPr bwMode="auto">
          <a:xfrm>
            <a:off x="6980155" y="4763229"/>
            <a:ext cx="665857" cy="675521"/>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393;p2">
            <a:extLst>
              <a:ext uri="{FF2B5EF4-FFF2-40B4-BE49-F238E27FC236}">
                <a16:creationId xmlns:a16="http://schemas.microsoft.com/office/drawing/2014/main" id="{E2A073F1-BECE-83C5-0A1E-170E53A225BE}"/>
              </a:ext>
            </a:extLst>
          </p:cNvPr>
          <p:cNvSpPr txBox="1"/>
          <p:nvPr/>
        </p:nvSpPr>
        <p:spPr>
          <a:xfrm>
            <a:off x="7024990" y="4130250"/>
            <a:ext cx="1350366" cy="338514"/>
          </a:xfrm>
          <a:prstGeom prst="rect">
            <a:avLst/>
          </a:prstGeom>
          <a:noFill/>
          <a:ln>
            <a:noFill/>
          </a:ln>
        </p:spPr>
        <p:txBody>
          <a:bodyPr spcFirstLastPara="1" wrap="square" lIns="91425" tIns="45700" rIns="91425" bIns="45700" anchor="t" anchorCtr="0">
            <a:spAutoFit/>
          </a:bodyPr>
          <a:lstStyle/>
          <a:p>
            <a:pPr defTabSz="457223"/>
            <a:r>
              <a:rPr lang="en-US" sz="1600" b="1" dirty="0">
                <a:solidFill>
                  <a:prstClr val="black"/>
                </a:solidFill>
                <a:latin typeface="Calibri Light" panose="020F0302020204030204"/>
                <a:ea typeface="Georgia"/>
                <a:cs typeface="Georgia"/>
                <a:sym typeface="Georgia"/>
              </a:rPr>
              <a:t>Accreditations</a:t>
            </a:r>
          </a:p>
        </p:txBody>
      </p:sp>
      <p:pic>
        <p:nvPicPr>
          <p:cNvPr id="1032" name="Picture 8">
            <a:extLst>
              <a:ext uri="{FF2B5EF4-FFF2-40B4-BE49-F238E27FC236}">
                <a16:creationId xmlns:a16="http://schemas.microsoft.com/office/drawing/2014/main" id="{01019167-406D-D623-8BB7-9B2D7FD1A1F6}"/>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069440" y="5615012"/>
            <a:ext cx="1264999" cy="431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985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CE6AFF0D-14DB-444F-A55A-8DB25F7B1456}"/>
              </a:ext>
            </a:extLst>
          </p:cNvPr>
          <p:cNvSpPr/>
          <p:nvPr/>
        </p:nvSpPr>
        <p:spPr>
          <a:xfrm>
            <a:off x="4622867" y="1353327"/>
            <a:ext cx="2550700" cy="4843288"/>
          </a:xfrm>
          <a:prstGeom prst="roundRect">
            <a:avLst>
              <a:gd name="adj" fmla="val 4240"/>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a:noFill/>
          </a:ln>
          <a:effectLst>
            <a:outerShdw blurRad="50800" dist="25400" dir="2700000" algn="tl"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Rectangle: Rounded Corners 33">
            <a:extLst>
              <a:ext uri="{FF2B5EF4-FFF2-40B4-BE49-F238E27FC236}">
                <a16:creationId xmlns:a16="http://schemas.microsoft.com/office/drawing/2014/main" id="{B5712BC0-56FB-4A72-91CF-CDDEC57AD97A}"/>
              </a:ext>
            </a:extLst>
          </p:cNvPr>
          <p:cNvSpPr/>
          <p:nvPr/>
        </p:nvSpPr>
        <p:spPr>
          <a:xfrm>
            <a:off x="7873835" y="1632838"/>
            <a:ext cx="4177753" cy="1536391"/>
          </a:xfrm>
          <a:prstGeom prst="roundRect">
            <a:avLst>
              <a:gd name="adj" fmla="val 4240"/>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Rounded Corners 31">
            <a:extLst>
              <a:ext uri="{FF2B5EF4-FFF2-40B4-BE49-F238E27FC236}">
                <a16:creationId xmlns:a16="http://schemas.microsoft.com/office/drawing/2014/main" id="{0165A0EC-9C36-46A9-A0D3-A9B1700F96EB}"/>
              </a:ext>
            </a:extLst>
          </p:cNvPr>
          <p:cNvSpPr/>
          <p:nvPr/>
        </p:nvSpPr>
        <p:spPr>
          <a:xfrm>
            <a:off x="7825679" y="3433254"/>
            <a:ext cx="4225909" cy="1319728"/>
          </a:xfrm>
          <a:prstGeom prst="roundRect">
            <a:avLst>
              <a:gd name="adj" fmla="val 4240"/>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Rounded Corners 30">
            <a:extLst>
              <a:ext uri="{FF2B5EF4-FFF2-40B4-BE49-F238E27FC236}">
                <a16:creationId xmlns:a16="http://schemas.microsoft.com/office/drawing/2014/main" id="{4706C071-D5E2-4EEC-83DE-42DDC9C6F254}"/>
              </a:ext>
            </a:extLst>
          </p:cNvPr>
          <p:cNvSpPr/>
          <p:nvPr/>
        </p:nvSpPr>
        <p:spPr>
          <a:xfrm>
            <a:off x="328639" y="2702575"/>
            <a:ext cx="3856161" cy="1673579"/>
          </a:xfrm>
          <a:prstGeom prst="roundRect">
            <a:avLst>
              <a:gd name="adj" fmla="val 4240"/>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FE94BB04-5DA9-4B22-B1A4-6C91CBD880C5}"/>
              </a:ext>
            </a:extLst>
          </p:cNvPr>
          <p:cNvSpPr/>
          <p:nvPr/>
        </p:nvSpPr>
        <p:spPr>
          <a:xfrm>
            <a:off x="6061857" y="4087071"/>
            <a:ext cx="933908" cy="933909"/>
          </a:xfrm>
          <a:prstGeom prst="ellipse">
            <a:avLst/>
          </a:prstGeom>
          <a:solidFill>
            <a:srgbClr val="6D6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0" name="Group 19">
            <a:extLst>
              <a:ext uri="{FF2B5EF4-FFF2-40B4-BE49-F238E27FC236}">
                <a16:creationId xmlns:a16="http://schemas.microsoft.com/office/drawing/2014/main" id="{DEE523B3-E46B-4CD7-9C63-114DC414AE8D}"/>
              </a:ext>
            </a:extLst>
          </p:cNvPr>
          <p:cNvGrpSpPr/>
          <p:nvPr/>
        </p:nvGrpSpPr>
        <p:grpSpPr>
          <a:xfrm>
            <a:off x="6057102" y="1661663"/>
            <a:ext cx="951984" cy="951984"/>
            <a:chOff x="5693161" y="1693139"/>
            <a:chExt cx="1726037" cy="1726037"/>
          </a:xfrm>
        </p:grpSpPr>
        <p:sp>
          <p:nvSpPr>
            <p:cNvPr id="8" name="Oval 7">
              <a:extLst>
                <a:ext uri="{FF2B5EF4-FFF2-40B4-BE49-F238E27FC236}">
                  <a16:creationId xmlns:a16="http://schemas.microsoft.com/office/drawing/2014/main" id="{BB4440D3-6BBB-44E3-8372-DDBAE560EF80}"/>
                </a:ext>
              </a:extLst>
            </p:cNvPr>
            <p:cNvSpPr/>
            <p:nvPr/>
          </p:nvSpPr>
          <p:spPr>
            <a:xfrm>
              <a:off x="5693161" y="1693139"/>
              <a:ext cx="1726037" cy="1726037"/>
            </a:xfrm>
            <a:prstGeom prst="ellipse">
              <a:avLst/>
            </a:prstGeom>
            <a:solidFill>
              <a:srgbClr val="4E7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a:extLst>
                <a:ext uri="{FF2B5EF4-FFF2-40B4-BE49-F238E27FC236}">
                  <a16:creationId xmlns:a16="http://schemas.microsoft.com/office/drawing/2014/main" id="{BEB1197F-0409-4C7B-B50A-DAFC99E4DA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59304" y="1762632"/>
              <a:ext cx="1564316" cy="1575410"/>
            </a:xfrm>
            <a:prstGeom prst="rect">
              <a:avLst/>
            </a:prstGeom>
          </p:spPr>
        </p:pic>
      </p:grpSp>
      <p:sp>
        <p:nvSpPr>
          <p:cNvPr id="15" name="Title 1">
            <a:extLst>
              <a:ext uri="{FF2B5EF4-FFF2-40B4-BE49-F238E27FC236}">
                <a16:creationId xmlns:a16="http://schemas.microsoft.com/office/drawing/2014/main" id="{2F243135-1E1B-4A13-B4DF-6D56F78855C3}"/>
              </a:ext>
            </a:extLst>
          </p:cNvPr>
          <p:cNvSpPr>
            <a:spLocks noGrp="1"/>
          </p:cNvSpPr>
          <p:nvPr>
            <p:ph type="title" idx="4294967295"/>
          </p:nvPr>
        </p:nvSpPr>
        <p:spPr>
          <a:xfrm>
            <a:off x="885825" y="3175"/>
            <a:ext cx="11306175" cy="854075"/>
          </a:xfrm>
        </p:spPr>
        <p:txBody>
          <a:bodyPr>
            <a:noAutofit/>
          </a:bodyPr>
          <a:lstStyle/>
          <a:p>
            <a:pPr>
              <a:spcAft>
                <a:spcPts val="300"/>
              </a:spcAft>
            </a:pPr>
            <a:r>
              <a:rPr lang="en-US" sz="3200" dirty="0">
                <a:latin typeface="Trebuchet MS" panose="020B0603020202020204" pitchFamily="34" charset="0"/>
              </a:rPr>
              <a:t>Our Founders </a:t>
            </a:r>
            <a:endParaRPr lang="en-IN" sz="3200" dirty="0">
              <a:latin typeface="Trebuchet MS" panose="020B0603020202020204" pitchFamily="34" charset="0"/>
            </a:endParaRPr>
          </a:p>
        </p:txBody>
      </p:sp>
      <p:sp>
        <p:nvSpPr>
          <p:cNvPr id="16" name="TextBox 15">
            <a:extLst>
              <a:ext uri="{FF2B5EF4-FFF2-40B4-BE49-F238E27FC236}">
                <a16:creationId xmlns:a16="http://schemas.microsoft.com/office/drawing/2014/main" id="{BAC9B127-EE3C-4536-B145-90E9737AA474}"/>
              </a:ext>
            </a:extLst>
          </p:cNvPr>
          <p:cNvSpPr txBox="1"/>
          <p:nvPr/>
        </p:nvSpPr>
        <p:spPr>
          <a:xfrm>
            <a:off x="328639" y="2860763"/>
            <a:ext cx="3811738" cy="1400383"/>
          </a:xfrm>
          <a:prstGeom prst="rect">
            <a:avLst/>
          </a:prstGeom>
          <a:noFill/>
        </p:spPr>
        <p:txBody>
          <a:bodyPr wrap="square" rtlCol="0">
            <a:spAutoFit/>
          </a:bodyPr>
          <a:lstStyle/>
          <a:p>
            <a:pPr marL="285750" indent="-285750">
              <a:spcBef>
                <a:spcPts val="300"/>
              </a:spcBef>
              <a:spcAft>
                <a:spcPts val="300"/>
              </a:spcAft>
              <a:buFont typeface="Wingdings" panose="05000000000000000000" pitchFamily="2" charset="2"/>
              <a:buChar char="§"/>
            </a:pPr>
            <a:r>
              <a:rPr lang="en-US" sz="1000" dirty="0"/>
              <a:t>28+ Years in Data Analytics as Thought Leader, Delivery Leader and Business Unit Head</a:t>
            </a:r>
          </a:p>
          <a:p>
            <a:pPr marL="285750" indent="-285750">
              <a:spcBef>
                <a:spcPts val="300"/>
              </a:spcBef>
              <a:spcAft>
                <a:spcPts val="300"/>
              </a:spcAft>
              <a:buFont typeface="Wingdings" panose="05000000000000000000" pitchFamily="2" charset="2"/>
              <a:buChar char="§"/>
            </a:pPr>
            <a:r>
              <a:rPr lang="en-US" sz="1000" dirty="0"/>
              <a:t>15+ Years in Cognizant, Global Analytics Practice Head -  Healthcare, Communication, Media and Entertainment (3000+  Team Size)</a:t>
            </a:r>
          </a:p>
          <a:p>
            <a:pPr marL="285750" indent="-285750">
              <a:spcBef>
                <a:spcPts val="300"/>
              </a:spcBef>
              <a:spcAft>
                <a:spcPts val="300"/>
              </a:spcAft>
              <a:buFont typeface="Wingdings" panose="05000000000000000000" pitchFamily="2" charset="2"/>
              <a:buChar char="§"/>
            </a:pPr>
            <a:r>
              <a:rPr lang="en-US" sz="1000" dirty="0"/>
              <a:t>Trusted advisor 30+ Fortune 500 companies  </a:t>
            </a:r>
          </a:p>
          <a:p>
            <a:pPr>
              <a:spcBef>
                <a:spcPts val="300"/>
              </a:spcBef>
              <a:spcAft>
                <a:spcPts val="300"/>
              </a:spcAft>
            </a:pPr>
            <a:endParaRPr lang="en-US" sz="1000" dirty="0"/>
          </a:p>
        </p:txBody>
      </p:sp>
      <p:sp>
        <p:nvSpPr>
          <p:cNvPr id="17" name="TextBox 16">
            <a:extLst>
              <a:ext uri="{FF2B5EF4-FFF2-40B4-BE49-F238E27FC236}">
                <a16:creationId xmlns:a16="http://schemas.microsoft.com/office/drawing/2014/main" id="{6868AAC6-CF14-4F9E-9409-26313566D187}"/>
              </a:ext>
            </a:extLst>
          </p:cNvPr>
          <p:cNvSpPr txBox="1"/>
          <p:nvPr/>
        </p:nvSpPr>
        <p:spPr>
          <a:xfrm>
            <a:off x="7943360" y="3433254"/>
            <a:ext cx="3920001" cy="1169551"/>
          </a:xfrm>
          <a:prstGeom prst="rect">
            <a:avLst/>
          </a:prstGeom>
          <a:noFill/>
        </p:spPr>
        <p:txBody>
          <a:bodyPr wrap="square" rtlCol="0">
            <a:spAutoFit/>
          </a:bodyPr>
          <a:lstStyle/>
          <a:p>
            <a:pPr marL="285750" indent="-285750">
              <a:spcBef>
                <a:spcPts val="300"/>
              </a:spcBef>
              <a:spcAft>
                <a:spcPts val="300"/>
              </a:spcAft>
              <a:buFont typeface="Wingdings" panose="05000000000000000000" pitchFamily="2" charset="2"/>
              <a:buChar char="§"/>
            </a:pPr>
            <a:r>
              <a:rPr lang="en-US" sz="1000" dirty="0"/>
              <a:t>20+ Years of Data and Analytics as Enterprise Data Architect and Delivery Director at Cognizant</a:t>
            </a:r>
          </a:p>
          <a:p>
            <a:pPr marL="285750" indent="-285750">
              <a:spcBef>
                <a:spcPts val="300"/>
              </a:spcBef>
              <a:spcAft>
                <a:spcPts val="300"/>
              </a:spcAft>
              <a:buFont typeface="Wingdings" panose="05000000000000000000" pitchFamily="2" charset="2"/>
              <a:buChar char="§"/>
            </a:pPr>
            <a:r>
              <a:rPr lang="en-US" sz="1000" dirty="0"/>
              <a:t>Managed a global team of over 300+ members</a:t>
            </a:r>
          </a:p>
          <a:p>
            <a:pPr marL="285750" indent="-285750">
              <a:spcBef>
                <a:spcPts val="300"/>
              </a:spcBef>
              <a:spcAft>
                <a:spcPts val="300"/>
              </a:spcAft>
              <a:buFont typeface="Wingdings" panose="05000000000000000000" pitchFamily="2" charset="2"/>
              <a:buChar char="§"/>
            </a:pPr>
            <a:r>
              <a:rPr lang="en-US" sz="1000" dirty="0"/>
              <a:t>Rich experience in architecting and delivering analytics solutions for  Communication, Media, and Entertainment companies in US, UK, and Netherland </a:t>
            </a:r>
          </a:p>
        </p:txBody>
      </p:sp>
      <p:sp>
        <p:nvSpPr>
          <p:cNvPr id="18" name="TextBox 17">
            <a:extLst>
              <a:ext uri="{FF2B5EF4-FFF2-40B4-BE49-F238E27FC236}">
                <a16:creationId xmlns:a16="http://schemas.microsoft.com/office/drawing/2014/main" id="{8512A526-3D98-4C63-951F-70312F4595D8}"/>
              </a:ext>
            </a:extLst>
          </p:cNvPr>
          <p:cNvSpPr txBox="1"/>
          <p:nvPr/>
        </p:nvSpPr>
        <p:spPr>
          <a:xfrm>
            <a:off x="7943361" y="1614957"/>
            <a:ext cx="4108227" cy="1554272"/>
          </a:xfrm>
          <a:prstGeom prst="rect">
            <a:avLst/>
          </a:prstGeom>
          <a:noFill/>
        </p:spPr>
        <p:txBody>
          <a:bodyPr wrap="square" rtlCol="0">
            <a:spAutoFit/>
          </a:bodyPr>
          <a:lstStyle/>
          <a:p>
            <a:pPr marL="285750" indent="-285750">
              <a:spcBef>
                <a:spcPts val="300"/>
              </a:spcBef>
              <a:spcAft>
                <a:spcPts val="300"/>
              </a:spcAft>
              <a:buFont typeface="Wingdings" panose="05000000000000000000" pitchFamily="2" charset="2"/>
              <a:buChar char="§"/>
            </a:pPr>
            <a:r>
              <a:rPr lang="en-US" sz="1000" dirty="0"/>
              <a:t>19+ Years of Data and Analytics as Enterprise Data Architect and  Delivery Director at Cognizant </a:t>
            </a:r>
          </a:p>
          <a:p>
            <a:pPr marL="285750" indent="-285750">
              <a:spcBef>
                <a:spcPts val="300"/>
              </a:spcBef>
              <a:spcAft>
                <a:spcPts val="300"/>
              </a:spcAft>
              <a:buFont typeface="Wingdings" panose="05000000000000000000" pitchFamily="2" charset="2"/>
              <a:buChar char="§"/>
            </a:pPr>
            <a:r>
              <a:rPr lang="en-US" sz="1000" dirty="0"/>
              <a:t>Lead a 200+ global team to deliver data and analytics projects for customers in the US</a:t>
            </a:r>
          </a:p>
          <a:p>
            <a:pPr marL="285750" indent="-285750">
              <a:spcBef>
                <a:spcPts val="300"/>
              </a:spcBef>
              <a:spcAft>
                <a:spcPts val="300"/>
              </a:spcAft>
              <a:buFont typeface="Wingdings" panose="05000000000000000000" pitchFamily="2" charset="2"/>
              <a:buChar char="§"/>
            </a:pPr>
            <a:r>
              <a:rPr lang="en-US" sz="1000" dirty="0"/>
              <a:t>Architected Analytics solutions involving various big data, data visualization, cloud, and automation technologies</a:t>
            </a:r>
          </a:p>
          <a:p>
            <a:pPr marL="285750" indent="-285750">
              <a:spcBef>
                <a:spcPts val="300"/>
              </a:spcBef>
              <a:spcAft>
                <a:spcPts val="300"/>
              </a:spcAft>
              <a:buFont typeface="Wingdings" panose="05000000000000000000" pitchFamily="2" charset="2"/>
              <a:buChar char="§"/>
            </a:pPr>
            <a:r>
              <a:rPr lang="en-US" sz="1000" dirty="0"/>
              <a:t>Responsible for Analytics Project Delivery for Communication, Media, Information, and Technology companies</a:t>
            </a:r>
          </a:p>
        </p:txBody>
      </p:sp>
      <p:cxnSp>
        <p:nvCxnSpPr>
          <p:cNvPr id="21" name="Connector: Elbow 20">
            <a:extLst>
              <a:ext uri="{FF2B5EF4-FFF2-40B4-BE49-F238E27FC236}">
                <a16:creationId xmlns:a16="http://schemas.microsoft.com/office/drawing/2014/main" id="{8B34E5E6-B7C5-4206-AB4F-AC681BCCA337}"/>
              </a:ext>
            </a:extLst>
          </p:cNvPr>
          <p:cNvCxnSpPr>
            <a:cxnSpLocks/>
            <a:stCxn id="8" idx="6"/>
            <a:endCxn id="34" idx="1"/>
          </p:cNvCxnSpPr>
          <p:nvPr/>
        </p:nvCxnSpPr>
        <p:spPr>
          <a:xfrm>
            <a:off x="7009086" y="2137655"/>
            <a:ext cx="864749" cy="263379"/>
          </a:xfrm>
          <a:prstGeom prst="bentConnector3">
            <a:avLst/>
          </a:prstGeom>
          <a:ln w="19050">
            <a:solidFill>
              <a:srgbClr val="4E78BA"/>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9340317C-EE5A-44DB-BC48-6A5FBE74D1D7}"/>
              </a:ext>
            </a:extLst>
          </p:cNvPr>
          <p:cNvSpPr/>
          <p:nvPr/>
        </p:nvSpPr>
        <p:spPr>
          <a:xfrm flipH="1">
            <a:off x="7857463" y="2347736"/>
            <a:ext cx="107963" cy="107963"/>
          </a:xfrm>
          <a:prstGeom prst="ellipse">
            <a:avLst/>
          </a:prstGeom>
          <a:solidFill>
            <a:srgbClr val="4E7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Connector: Elbow 23">
            <a:extLst>
              <a:ext uri="{FF2B5EF4-FFF2-40B4-BE49-F238E27FC236}">
                <a16:creationId xmlns:a16="http://schemas.microsoft.com/office/drawing/2014/main" id="{9ABD2993-D6AB-43EA-8B2D-FF4BEDC514AC}"/>
              </a:ext>
            </a:extLst>
          </p:cNvPr>
          <p:cNvCxnSpPr>
            <a:cxnSpLocks/>
          </p:cNvCxnSpPr>
          <p:nvPr/>
        </p:nvCxnSpPr>
        <p:spPr>
          <a:xfrm flipV="1">
            <a:off x="4174105" y="3253763"/>
            <a:ext cx="530329" cy="246354"/>
          </a:xfrm>
          <a:prstGeom prst="bentConnector3">
            <a:avLst/>
          </a:prstGeom>
          <a:ln w="19050">
            <a:solidFill>
              <a:srgbClr val="79A6E7"/>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4FCC6EB-92EF-492A-BC1A-A6ED5A579856}"/>
              </a:ext>
            </a:extLst>
          </p:cNvPr>
          <p:cNvSpPr/>
          <p:nvPr/>
        </p:nvSpPr>
        <p:spPr>
          <a:xfrm flipH="1">
            <a:off x="4058450" y="3445045"/>
            <a:ext cx="139049" cy="139049"/>
          </a:xfrm>
          <a:prstGeom prst="ellipse">
            <a:avLst/>
          </a:prstGeom>
          <a:solidFill>
            <a:srgbClr val="79A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Connector: Elbow 28">
            <a:extLst>
              <a:ext uri="{FF2B5EF4-FFF2-40B4-BE49-F238E27FC236}">
                <a16:creationId xmlns:a16="http://schemas.microsoft.com/office/drawing/2014/main" id="{96B8CBAA-9D1C-4D41-950A-BC8C6C14E168}"/>
              </a:ext>
            </a:extLst>
          </p:cNvPr>
          <p:cNvCxnSpPr>
            <a:cxnSpLocks/>
            <a:stCxn id="32" idx="1"/>
            <a:endCxn id="7" idx="6"/>
          </p:cNvCxnSpPr>
          <p:nvPr/>
        </p:nvCxnSpPr>
        <p:spPr>
          <a:xfrm rot="10800000" flipV="1">
            <a:off x="6995765" y="4093118"/>
            <a:ext cx="829914" cy="460908"/>
          </a:xfrm>
          <a:prstGeom prst="bentConnector3">
            <a:avLst>
              <a:gd name="adj1" fmla="val 50000"/>
            </a:avLst>
          </a:prstGeom>
          <a:ln w="19050">
            <a:solidFill>
              <a:srgbClr val="6D64B4"/>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5930253E-07F0-4479-839D-74F565807F5C}"/>
              </a:ext>
            </a:extLst>
          </p:cNvPr>
          <p:cNvSpPr/>
          <p:nvPr/>
        </p:nvSpPr>
        <p:spPr>
          <a:xfrm flipH="1">
            <a:off x="7781992" y="4038148"/>
            <a:ext cx="107963" cy="107963"/>
          </a:xfrm>
          <a:prstGeom prst="ellipse">
            <a:avLst/>
          </a:prstGeom>
          <a:solidFill>
            <a:srgbClr val="6D6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D3CBD0AB-6FCE-47D4-AB27-29EEB59977CC}"/>
              </a:ext>
            </a:extLst>
          </p:cNvPr>
          <p:cNvSpPr txBox="1"/>
          <p:nvPr/>
        </p:nvSpPr>
        <p:spPr>
          <a:xfrm>
            <a:off x="329975" y="807588"/>
            <a:ext cx="11533387" cy="584775"/>
          </a:xfrm>
          <a:prstGeom prst="rect">
            <a:avLst/>
          </a:prstGeom>
          <a:noFill/>
        </p:spPr>
        <p:txBody>
          <a:bodyPr wrap="square">
            <a:spAutoFit/>
          </a:bodyPr>
          <a:lstStyle/>
          <a:p>
            <a:r>
              <a:rPr lang="en-US" sz="1600" dirty="0">
                <a:solidFill>
                  <a:srgbClr val="374D81"/>
                </a:solidFill>
              </a:rPr>
              <a:t>Held leadership positions in Tier 1 global IT services companies.  Advised and delivered analytics solutions for 60+ Fortune 500 companies across the globe</a:t>
            </a:r>
            <a:endParaRPr lang="en-IN" sz="1600" dirty="0">
              <a:solidFill>
                <a:srgbClr val="374D81"/>
              </a:solidFill>
            </a:endParaRPr>
          </a:p>
        </p:txBody>
      </p:sp>
      <p:sp>
        <p:nvSpPr>
          <p:cNvPr id="3" name="TextBox 2">
            <a:extLst>
              <a:ext uri="{FF2B5EF4-FFF2-40B4-BE49-F238E27FC236}">
                <a16:creationId xmlns:a16="http://schemas.microsoft.com/office/drawing/2014/main" id="{0C9AC4A7-1BD6-3FBD-ED5D-3435E58F4549}"/>
              </a:ext>
            </a:extLst>
          </p:cNvPr>
          <p:cNvSpPr txBox="1"/>
          <p:nvPr/>
        </p:nvSpPr>
        <p:spPr>
          <a:xfrm>
            <a:off x="5244564" y="1965167"/>
            <a:ext cx="822661" cy="338554"/>
          </a:xfrm>
          <a:prstGeom prst="rect">
            <a:avLst/>
          </a:prstGeom>
          <a:noFill/>
        </p:spPr>
        <p:txBody>
          <a:bodyPr wrap="none" rtlCol="0">
            <a:spAutoFit/>
          </a:bodyPr>
          <a:lstStyle/>
          <a:p>
            <a:r>
              <a:rPr lang="en-US" sz="1600" dirty="0"/>
              <a:t>Senthil</a:t>
            </a:r>
          </a:p>
        </p:txBody>
      </p:sp>
      <p:sp>
        <p:nvSpPr>
          <p:cNvPr id="4" name="TextBox 3">
            <a:extLst>
              <a:ext uri="{FF2B5EF4-FFF2-40B4-BE49-F238E27FC236}">
                <a16:creationId xmlns:a16="http://schemas.microsoft.com/office/drawing/2014/main" id="{B80F63AF-8905-5BC8-7382-F7E9C8774CE3}"/>
              </a:ext>
            </a:extLst>
          </p:cNvPr>
          <p:cNvSpPr txBox="1"/>
          <p:nvPr/>
        </p:nvSpPr>
        <p:spPr>
          <a:xfrm>
            <a:off x="5587445" y="3116819"/>
            <a:ext cx="697114" cy="338554"/>
          </a:xfrm>
          <a:prstGeom prst="rect">
            <a:avLst/>
          </a:prstGeom>
          <a:noFill/>
        </p:spPr>
        <p:txBody>
          <a:bodyPr wrap="none" rtlCol="0">
            <a:spAutoFit/>
          </a:bodyPr>
          <a:lstStyle/>
          <a:p>
            <a:r>
              <a:rPr lang="en-US" sz="1600" dirty="0"/>
              <a:t>Vinod</a:t>
            </a:r>
          </a:p>
        </p:txBody>
      </p:sp>
      <p:sp>
        <p:nvSpPr>
          <p:cNvPr id="9" name="TextBox 8">
            <a:extLst>
              <a:ext uri="{FF2B5EF4-FFF2-40B4-BE49-F238E27FC236}">
                <a16:creationId xmlns:a16="http://schemas.microsoft.com/office/drawing/2014/main" id="{5B060B77-56F8-1C61-29C3-88E731870C07}"/>
              </a:ext>
            </a:extLst>
          </p:cNvPr>
          <p:cNvSpPr txBox="1"/>
          <p:nvPr/>
        </p:nvSpPr>
        <p:spPr>
          <a:xfrm>
            <a:off x="5086627" y="4375568"/>
            <a:ext cx="1016625" cy="338554"/>
          </a:xfrm>
          <a:prstGeom prst="rect">
            <a:avLst/>
          </a:prstGeom>
          <a:noFill/>
        </p:spPr>
        <p:txBody>
          <a:bodyPr wrap="none" rtlCol="0">
            <a:spAutoFit/>
          </a:bodyPr>
          <a:lstStyle/>
          <a:p>
            <a:r>
              <a:rPr lang="en-US" sz="1600" dirty="0"/>
              <a:t>Srivatsan</a:t>
            </a:r>
          </a:p>
        </p:txBody>
      </p:sp>
      <p:sp>
        <p:nvSpPr>
          <p:cNvPr id="27" name="Rectangle: Rounded Corners 26">
            <a:extLst>
              <a:ext uri="{FF2B5EF4-FFF2-40B4-BE49-F238E27FC236}">
                <a16:creationId xmlns:a16="http://schemas.microsoft.com/office/drawing/2014/main" id="{3887DC4B-90D2-98FD-ECD5-AD3E9C1E9512}"/>
              </a:ext>
            </a:extLst>
          </p:cNvPr>
          <p:cNvSpPr/>
          <p:nvPr/>
        </p:nvSpPr>
        <p:spPr>
          <a:xfrm>
            <a:off x="329975" y="4752982"/>
            <a:ext cx="3928798" cy="1850755"/>
          </a:xfrm>
          <a:prstGeom prst="roundRect">
            <a:avLst>
              <a:gd name="adj" fmla="val 4240"/>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205EEE4C-706C-6220-A83E-4F2415CE5CC6}"/>
              </a:ext>
            </a:extLst>
          </p:cNvPr>
          <p:cNvSpPr txBox="1"/>
          <p:nvPr/>
        </p:nvSpPr>
        <p:spPr>
          <a:xfrm>
            <a:off x="329975" y="4781398"/>
            <a:ext cx="3867524" cy="1785104"/>
          </a:xfrm>
          <a:prstGeom prst="rect">
            <a:avLst/>
          </a:prstGeom>
          <a:noFill/>
        </p:spPr>
        <p:txBody>
          <a:bodyPr wrap="square" rtlCol="0">
            <a:spAutoFit/>
          </a:bodyPr>
          <a:lstStyle/>
          <a:p>
            <a:pPr marL="285750" indent="-285750">
              <a:spcBef>
                <a:spcPts val="300"/>
              </a:spcBef>
              <a:spcAft>
                <a:spcPts val="300"/>
              </a:spcAft>
              <a:buFont typeface="Wingdings" panose="05000000000000000000" pitchFamily="2" charset="2"/>
              <a:buChar char="§"/>
            </a:pPr>
            <a:r>
              <a:rPr lang="en-US" sz="1000" dirty="0"/>
              <a:t>19+ years of global experience in data warehousing and ETL, specializing in designing and managing end-to-end DW&amp;BI </a:t>
            </a:r>
          </a:p>
          <a:p>
            <a:pPr marL="285750" indent="-285750">
              <a:spcBef>
                <a:spcPts val="300"/>
              </a:spcBef>
              <a:spcAft>
                <a:spcPts val="300"/>
              </a:spcAft>
              <a:buFont typeface="Wingdings" panose="05000000000000000000" pitchFamily="2" charset="2"/>
              <a:buChar char="§"/>
            </a:pPr>
            <a:r>
              <a:rPr lang="en-US" sz="1000" dirty="0"/>
              <a:t>Proficiency in traditional RDBMS, Big Data platforms, and cloud platforms, with expertise in database architecture (RDBMS, Redshift, Big Query, Hive).</a:t>
            </a:r>
          </a:p>
          <a:p>
            <a:pPr marL="285750" indent="-285750">
              <a:spcBef>
                <a:spcPts val="300"/>
              </a:spcBef>
              <a:spcAft>
                <a:spcPts val="300"/>
              </a:spcAft>
              <a:buFont typeface="Wingdings" panose="05000000000000000000" pitchFamily="2" charset="2"/>
              <a:buChar char="§"/>
            </a:pPr>
            <a:r>
              <a:rPr lang="en-US" sz="1000" dirty="0"/>
              <a:t>Trusted advisor 30+ Fortune 50 Skilled in solution architecture for both traditional and Big Data environments, experienced in program management, and specialized in DW/BI solutions on the Hadoop platform.</a:t>
            </a:r>
          </a:p>
        </p:txBody>
      </p:sp>
      <p:cxnSp>
        <p:nvCxnSpPr>
          <p:cNvPr id="39" name="Connector: Elbow 38">
            <a:extLst>
              <a:ext uri="{FF2B5EF4-FFF2-40B4-BE49-F238E27FC236}">
                <a16:creationId xmlns:a16="http://schemas.microsoft.com/office/drawing/2014/main" id="{47EAE785-3831-D66B-989E-11014CBF99A6}"/>
              </a:ext>
            </a:extLst>
          </p:cNvPr>
          <p:cNvCxnSpPr>
            <a:cxnSpLocks/>
          </p:cNvCxnSpPr>
          <p:nvPr/>
        </p:nvCxnSpPr>
        <p:spPr>
          <a:xfrm flipV="1">
            <a:off x="4330512" y="5467150"/>
            <a:ext cx="530329" cy="246354"/>
          </a:xfrm>
          <a:prstGeom prst="bentConnector3">
            <a:avLst/>
          </a:prstGeom>
          <a:ln w="19050">
            <a:solidFill>
              <a:srgbClr val="79A6E7"/>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E1B0308D-3B70-1E47-68BA-719704212770}"/>
              </a:ext>
            </a:extLst>
          </p:cNvPr>
          <p:cNvSpPr/>
          <p:nvPr/>
        </p:nvSpPr>
        <p:spPr>
          <a:xfrm flipH="1">
            <a:off x="4183915" y="5649488"/>
            <a:ext cx="139049" cy="139049"/>
          </a:xfrm>
          <a:prstGeom prst="ellipse">
            <a:avLst/>
          </a:prstGeom>
          <a:solidFill>
            <a:srgbClr val="79A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Graphic 9">
            <a:extLst>
              <a:ext uri="{FF2B5EF4-FFF2-40B4-BE49-F238E27FC236}">
                <a16:creationId xmlns:a16="http://schemas.microsoft.com/office/drawing/2014/main" id="{26C2F820-9495-43A3-BA23-F00A9F495D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65565" y="4139798"/>
            <a:ext cx="900431" cy="900432"/>
          </a:xfrm>
          <a:prstGeom prst="rect">
            <a:avLst/>
          </a:prstGeom>
        </p:spPr>
      </p:pic>
      <p:sp>
        <p:nvSpPr>
          <p:cNvPr id="48" name="TextBox 47">
            <a:extLst>
              <a:ext uri="{FF2B5EF4-FFF2-40B4-BE49-F238E27FC236}">
                <a16:creationId xmlns:a16="http://schemas.microsoft.com/office/drawing/2014/main" id="{072C2F3C-1A0E-05C0-F752-24FDC6A6E907}"/>
              </a:ext>
            </a:extLst>
          </p:cNvPr>
          <p:cNvSpPr txBox="1"/>
          <p:nvPr/>
        </p:nvSpPr>
        <p:spPr>
          <a:xfrm>
            <a:off x="5765050" y="5374950"/>
            <a:ext cx="902811" cy="338554"/>
          </a:xfrm>
          <a:prstGeom prst="rect">
            <a:avLst/>
          </a:prstGeom>
          <a:noFill/>
        </p:spPr>
        <p:txBody>
          <a:bodyPr wrap="none" rtlCol="0">
            <a:spAutoFit/>
          </a:bodyPr>
          <a:lstStyle/>
          <a:p>
            <a:r>
              <a:rPr lang="en-US" sz="1600" dirty="0"/>
              <a:t>Dhinesh</a:t>
            </a:r>
          </a:p>
        </p:txBody>
      </p:sp>
      <p:grpSp>
        <p:nvGrpSpPr>
          <p:cNvPr id="33" name="Group 32">
            <a:extLst>
              <a:ext uri="{FF2B5EF4-FFF2-40B4-BE49-F238E27FC236}">
                <a16:creationId xmlns:a16="http://schemas.microsoft.com/office/drawing/2014/main" id="{9434549F-BA7E-238C-7CCF-D5F11BBDE3BF}"/>
              </a:ext>
            </a:extLst>
          </p:cNvPr>
          <p:cNvGrpSpPr/>
          <p:nvPr/>
        </p:nvGrpSpPr>
        <p:grpSpPr>
          <a:xfrm>
            <a:off x="4662848" y="2791566"/>
            <a:ext cx="933908" cy="933908"/>
            <a:chOff x="3906975" y="2875437"/>
            <a:chExt cx="1726037" cy="1726037"/>
          </a:xfrm>
        </p:grpSpPr>
        <p:sp>
          <p:nvSpPr>
            <p:cNvPr id="36" name="Oval 35">
              <a:extLst>
                <a:ext uri="{FF2B5EF4-FFF2-40B4-BE49-F238E27FC236}">
                  <a16:creationId xmlns:a16="http://schemas.microsoft.com/office/drawing/2014/main" id="{90C3CF0A-BC52-0592-DBDF-962E76BCC710}"/>
                </a:ext>
              </a:extLst>
            </p:cNvPr>
            <p:cNvSpPr/>
            <p:nvPr/>
          </p:nvSpPr>
          <p:spPr>
            <a:xfrm>
              <a:off x="3906975" y="2875437"/>
              <a:ext cx="1726037" cy="1726037"/>
            </a:xfrm>
            <a:prstGeom prst="ellipse">
              <a:avLst/>
            </a:prstGeom>
            <a:solidFill>
              <a:srgbClr val="79A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1" name="Graphic 40">
              <a:extLst>
                <a:ext uri="{FF2B5EF4-FFF2-40B4-BE49-F238E27FC236}">
                  <a16:creationId xmlns:a16="http://schemas.microsoft.com/office/drawing/2014/main" id="{ECA2653C-39AC-A7F0-8784-F1C88EE0A8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02260" y="2961844"/>
              <a:ext cx="1553222" cy="1553222"/>
            </a:xfrm>
            <a:prstGeom prst="rect">
              <a:avLst/>
            </a:prstGeom>
          </p:spPr>
        </p:pic>
      </p:grpSp>
      <p:pic>
        <p:nvPicPr>
          <p:cNvPr id="43" name="Picture 42">
            <a:extLst>
              <a:ext uri="{FF2B5EF4-FFF2-40B4-BE49-F238E27FC236}">
                <a16:creationId xmlns:a16="http://schemas.microsoft.com/office/drawing/2014/main" id="{5BFA28C6-B8C0-664D-E7DE-0417EAACF96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56624" y="5071282"/>
            <a:ext cx="822661" cy="822661"/>
          </a:xfrm>
          <a:prstGeom prst="ellipse">
            <a:avLst/>
          </a:prstGeom>
          <a:ln w="63500" cap="rnd">
            <a:solidFill>
              <a:srgbClr val="79A6E7"/>
            </a:solidFill>
          </a:ln>
          <a:effectLst>
            <a:outerShdw blurRad="381000" dist="292100" dir="5400000" sx="-80000" sy="-18000" rotWithShape="0">
              <a:srgbClr val="000000">
                <a:alpha val="0"/>
              </a:srgbClr>
            </a:outerShdw>
          </a:effectLst>
        </p:spPr>
      </p:pic>
    </p:spTree>
    <p:extLst>
      <p:ext uri="{BB962C8B-B14F-4D97-AF65-F5344CB8AC3E}">
        <p14:creationId xmlns:p14="http://schemas.microsoft.com/office/powerpoint/2010/main" val="4284507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Rounded Corners 39">
            <a:extLst>
              <a:ext uri="{FF2B5EF4-FFF2-40B4-BE49-F238E27FC236}">
                <a16:creationId xmlns:a16="http://schemas.microsoft.com/office/drawing/2014/main" id="{6E2A12B5-3A2B-9471-C569-64265F2073DC}"/>
              </a:ext>
            </a:extLst>
          </p:cNvPr>
          <p:cNvSpPr/>
          <p:nvPr/>
        </p:nvSpPr>
        <p:spPr>
          <a:xfrm>
            <a:off x="370708" y="999769"/>
            <a:ext cx="11325992" cy="702547"/>
          </a:xfrm>
          <a:prstGeom prst="roundRect">
            <a:avLst>
              <a:gd name="adj" fmla="val 33659"/>
            </a:avLst>
          </a:prstGeom>
          <a:solidFill>
            <a:srgbClr val="3680D2"/>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0">
            <a:extLst>
              <a:ext uri="{FF2B5EF4-FFF2-40B4-BE49-F238E27FC236}">
                <a16:creationId xmlns:a16="http://schemas.microsoft.com/office/drawing/2014/main" id="{7E2134B9-88BF-17A9-4BC6-D7E5F9B6D08E}"/>
              </a:ext>
            </a:extLst>
          </p:cNvPr>
          <p:cNvSpPr>
            <a:spLocks noChangeArrowheads="1"/>
          </p:cNvSpPr>
          <p:nvPr/>
        </p:nvSpPr>
        <p:spPr bwMode="auto">
          <a:xfrm>
            <a:off x="9997363" y="5371746"/>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155" name="Title 1">
            <a:extLst>
              <a:ext uri="{FF2B5EF4-FFF2-40B4-BE49-F238E27FC236}">
                <a16:creationId xmlns:a16="http://schemas.microsoft.com/office/drawing/2014/main" id="{11A69645-9A8A-473F-B363-75499689B6DE}"/>
              </a:ext>
            </a:extLst>
          </p:cNvPr>
          <p:cNvSpPr txBox="1">
            <a:spLocks/>
          </p:cNvSpPr>
          <p:nvPr/>
        </p:nvSpPr>
        <p:spPr>
          <a:xfrm>
            <a:off x="249938" y="244114"/>
            <a:ext cx="10427299" cy="5642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0" kern="1200">
                <a:solidFill>
                  <a:schemeClr val="bg1"/>
                </a:solidFill>
                <a:latin typeface="+mj-lt"/>
                <a:ea typeface="+mj-ea"/>
                <a:cs typeface="+mj-cs"/>
              </a:defRPr>
            </a:lvl1pPr>
          </a:lstStyle>
          <a:p>
            <a:pPr>
              <a:spcAft>
                <a:spcPts val="300"/>
              </a:spcAft>
            </a:pPr>
            <a:endParaRPr lang="en-IN" b="1" dirty="0">
              <a:solidFill>
                <a:schemeClr val="tx1"/>
              </a:solidFill>
              <a:latin typeface="Trebuchet MS" panose="020B0603020202020204" pitchFamily="34" charset="0"/>
            </a:endParaRPr>
          </a:p>
        </p:txBody>
      </p:sp>
      <p:sp>
        <p:nvSpPr>
          <p:cNvPr id="3" name="Title 2">
            <a:extLst>
              <a:ext uri="{FF2B5EF4-FFF2-40B4-BE49-F238E27FC236}">
                <a16:creationId xmlns:a16="http://schemas.microsoft.com/office/drawing/2014/main" id="{4766F935-F1B3-327A-7505-B277A716F6E0}"/>
              </a:ext>
            </a:extLst>
          </p:cNvPr>
          <p:cNvSpPr>
            <a:spLocks noGrp="1"/>
          </p:cNvSpPr>
          <p:nvPr>
            <p:ph type="title" idx="4294967295"/>
          </p:nvPr>
        </p:nvSpPr>
        <p:spPr>
          <a:xfrm>
            <a:off x="0" y="-163513"/>
            <a:ext cx="10515600" cy="1325563"/>
          </a:xfrm>
        </p:spPr>
        <p:txBody>
          <a:bodyPr vert="horz" wrap="square" lIns="0" tIns="0" rIns="0" bIns="0" rtlCol="0" anchor="ctr">
            <a:normAutofit/>
          </a:bodyPr>
          <a:lstStyle/>
          <a:p>
            <a:r>
              <a:rPr lang="en-IN" sz="3200" dirty="0">
                <a:latin typeface="Trebuchet MS" panose="020B0603020202020204" pitchFamily="34" charset="0"/>
              </a:rPr>
              <a:t>Our Competency Technology Landscape</a:t>
            </a:r>
          </a:p>
        </p:txBody>
      </p:sp>
      <p:sp>
        <p:nvSpPr>
          <p:cNvPr id="17" name="Rectangle 100">
            <a:extLst>
              <a:ext uri="{FF2B5EF4-FFF2-40B4-BE49-F238E27FC236}">
                <a16:creationId xmlns:a16="http://schemas.microsoft.com/office/drawing/2014/main" id="{5D2517E0-3CB8-7B45-A9C2-7BF142AF2354}"/>
              </a:ext>
            </a:extLst>
          </p:cNvPr>
          <p:cNvSpPr>
            <a:spLocks noChangeArrowheads="1"/>
          </p:cNvSpPr>
          <p:nvPr/>
        </p:nvSpPr>
        <p:spPr bwMode="auto">
          <a:xfrm>
            <a:off x="2135724" y="5350414"/>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14" name="Rectangle 100">
            <a:extLst>
              <a:ext uri="{FF2B5EF4-FFF2-40B4-BE49-F238E27FC236}">
                <a16:creationId xmlns:a16="http://schemas.microsoft.com/office/drawing/2014/main" id="{FADC928E-AEAC-00F4-E195-4A75FB6FE452}"/>
              </a:ext>
            </a:extLst>
          </p:cNvPr>
          <p:cNvSpPr>
            <a:spLocks noChangeArrowheads="1"/>
          </p:cNvSpPr>
          <p:nvPr/>
        </p:nvSpPr>
        <p:spPr bwMode="auto">
          <a:xfrm>
            <a:off x="5277518" y="5371747"/>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16" name="Rectangle 100">
            <a:extLst>
              <a:ext uri="{FF2B5EF4-FFF2-40B4-BE49-F238E27FC236}">
                <a16:creationId xmlns:a16="http://schemas.microsoft.com/office/drawing/2014/main" id="{13715A1A-DD63-416E-6EF8-616890B92978}"/>
              </a:ext>
            </a:extLst>
          </p:cNvPr>
          <p:cNvSpPr>
            <a:spLocks noChangeArrowheads="1"/>
          </p:cNvSpPr>
          <p:nvPr/>
        </p:nvSpPr>
        <p:spPr bwMode="auto">
          <a:xfrm>
            <a:off x="3726113" y="5354189"/>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5" name="Rectangle 94">
            <a:extLst>
              <a:ext uri="{FF2B5EF4-FFF2-40B4-BE49-F238E27FC236}">
                <a16:creationId xmlns:a16="http://schemas.microsoft.com/office/drawing/2014/main" id="{8AA38E0C-84D1-4839-A61D-743020CA027E}"/>
              </a:ext>
            </a:extLst>
          </p:cNvPr>
          <p:cNvSpPr>
            <a:spLocks noChangeArrowheads="1"/>
          </p:cNvSpPr>
          <p:nvPr/>
        </p:nvSpPr>
        <p:spPr bwMode="auto">
          <a:xfrm>
            <a:off x="559070" y="1726423"/>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sp>
        <p:nvSpPr>
          <p:cNvPr id="83" name="Rectangle 63">
            <a:extLst>
              <a:ext uri="{FF2B5EF4-FFF2-40B4-BE49-F238E27FC236}">
                <a16:creationId xmlns:a16="http://schemas.microsoft.com/office/drawing/2014/main" id="{EBD8B90B-70ED-4861-BB83-1420D9E9C379}"/>
              </a:ext>
            </a:extLst>
          </p:cNvPr>
          <p:cNvSpPr>
            <a:spLocks noChangeArrowheads="1"/>
          </p:cNvSpPr>
          <p:nvPr/>
        </p:nvSpPr>
        <p:spPr bwMode="auto">
          <a:xfrm>
            <a:off x="8327832" y="2389280"/>
            <a:ext cx="146771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84" name="Rectangle 63">
            <a:extLst>
              <a:ext uri="{FF2B5EF4-FFF2-40B4-BE49-F238E27FC236}">
                <a16:creationId xmlns:a16="http://schemas.microsoft.com/office/drawing/2014/main" id="{7D25E003-168F-439D-BD36-ADEF3F68F959}"/>
              </a:ext>
            </a:extLst>
          </p:cNvPr>
          <p:cNvSpPr>
            <a:spLocks noChangeArrowheads="1"/>
          </p:cNvSpPr>
          <p:nvPr/>
        </p:nvSpPr>
        <p:spPr bwMode="auto">
          <a:xfrm>
            <a:off x="8345888" y="3097492"/>
            <a:ext cx="146771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85" name="Rectangle 63">
            <a:extLst>
              <a:ext uri="{FF2B5EF4-FFF2-40B4-BE49-F238E27FC236}">
                <a16:creationId xmlns:a16="http://schemas.microsoft.com/office/drawing/2014/main" id="{38CBC518-E46D-4ECF-B6DB-41D5A690B558}"/>
              </a:ext>
            </a:extLst>
          </p:cNvPr>
          <p:cNvSpPr>
            <a:spLocks noChangeArrowheads="1"/>
          </p:cNvSpPr>
          <p:nvPr/>
        </p:nvSpPr>
        <p:spPr bwMode="auto">
          <a:xfrm>
            <a:off x="6768324" y="3109146"/>
            <a:ext cx="146771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86" name="Rectangle 63">
            <a:extLst>
              <a:ext uri="{FF2B5EF4-FFF2-40B4-BE49-F238E27FC236}">
                <a16:creationId xmlns:a16="http://schemas.microsoft.com/office/drawing/2014/main" id="{6D288865-CC85-424B-BB6C-E6F8C274DE92}"/>
              </a:ext>
            </a:extLst>
          </p:cNvPr>
          <p:cNvSpPr>
            <a:spLocks noChangeArrowheads="1"/>
          </p:cNvSpPr>
          <p:nvPr/>
        </p:nvSpPr>
        <p:spPr bwMode="auto">
          <a:xfrm>
            <a:off x="2082184" y="3112318"/>
            <a:ext cx="146771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88" name="Rectangle 74">
            <a:extLst>
              <a:ext uri="{FF2B5EF4-FFF2-40B4-BE49-F238E27FC236}">
                <a16:creationId xmlns:a16="http://schemas.microsoft.com/office/drawing/2014/main" id="{A22F372D-0D88-483B-B45C-79A25CD2F8CF}"/>
              </a:ext>
            </a:extLst>
          </p:cNvPr>
          <p:cNvSpPr>
            <a:spLocks noChangeArrowheads="1"/>
          </p:cNvSpPr>
          <p:nvPr/>
        </p:nvSpPr>
        <p:spPr bwMode="auto">
          <a:xfrm>
            <a:off x="4731796" y="3040725"/>
            <a:ext cx="1344869" cy="56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89" name="Rectangle 99">
            <a:extLst>
              <a:ext uri="{FF2B5EF4-FFF2-40B4-BE49-F238E27FC236}">
                <a16:creationId xmlns:a16="http://schemas.microsoft.com/office/drawing/2014/main" id="{ECD11E0D-4853-4A64-BDC5-AF0B56606CA3}"/>
              </a:ext>
            </a:extLst>
          </p:cNvPr>
          <p:cNvSpPr>
            <a:spLocks noChangeArrowheads="1"/>
          </p:cNvSpPr>
          <p:nvPr/>
        </p:nvSpPr>
        <p:spPr bwMode="auto">
          <a:xfrm>
            <a:off x="4731796" y="3657989"/>
            <a:ext cx="1344869" cy="555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92" name="Rectangle 65">
            <a:extLst>
              <a:ext uri="{FF2B5EF4-FFF2-40B4-BE49-F238E27FC236}">
                <a16:creationId xmlns:a16="http://schemas.microsoft.com/office/drawing/2014/main" id="{17D8439D-D7C0-481F-BBBB-52BBA551AA70}"/>
              </a:ext>
            </a:extLst>
          </p:cNvPr>
          <p:cNvSpPr>
            <a:spLocks noChangeArrowheads="1"/>
          </p:cNvSpPr>
          <p:nvPr/>
        </p:nvSpPr>
        <p:spPr bwMode="auto">
          <a:xfrm>
            <a:off x="2103283" y="2424462"/>
            <a:ext cx="146630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94" name="Rectangle 63">
            <a:extLst>
              <a:ext uri="{FF2B5EF4-FFF2-40B4-BE49-F238E27FC236}">
                <a16:creationId xmlns:a16="http://schemas.microsoft.com/office/drawing/2014/main" id="{8388B3B2-EB9B-4F8B-94AC-EB1DC3A78868}"/>
              </a:ext>
            </a:extLst>
          </p:cNvPr>
          <p:cNvSpPr>
            <a:spLocks noChangeArrowheads="1"/>
          </p:cNvSpPr>
          <p:nvPr/>
        </p:nvSpPr>
        <p:spPr bwMode="auto">
          <a:xfrm>
            <a:off x="512660" y="3133706"/>
            <a:ext cx="146771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pic>
        <p:nvPicPr>
          <p:cNvPr id="96" name="Picture 78">
            <a:extLst>
              <a:ext uri="{FF2B5EF4-FFF2-40B4-BE49-F238E27FC236}">
                <a16:creationId xmlns:a16="http://schemas.microsoft.com/office/drawing/2014/main" id="{F2996CA9-0151-4E08-8013-0F57AEB220F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024520" y="3224579"/>
            <a:ext cx="1084223" cy="305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 name="Picture 80">
            <a:extLst>
              <a:ext uri="{FF2B5EF4-FFF2-40B4-BE49-F238E27FC236}">
                <a16:creationId xmlns:a16="http://schemas.microsoft.com/office/drawing/2014/main" id="{B7DC88BC-68CB-44AD-ACFD-61EA5435927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501170" y="2574358"/>
            <a:ext cx="1063073" cy="254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 name="Rectangle 72">
            <a:extLst>
              <a:ext uri="{FF2B5EF4-FFF2-40B4-BE49-F238E27FC236}">
                <a16:creationId xmlns:a16="http://schemas.microsoft.com/office/drawing/2014/main" id="{EDF4AC00-547C-41F2-A0E9-1384219A0D96}"/>
              </a:ext>
            </a:extLst>
          </p:cNvPr>
          <p:cNvSpPr>
            <a:spLocks noChangeArrowheads="1"/>
          </p:cNvSpPr>
          <p:nvPr/>
        </p:nvSpPr>
        <p:spPr bwMode="auto">
          <a:xfrm>
            <a:off x="6717946" y="1724342"/>
            <a:ext cx="1462080" cy="58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pic>
        <p:nvPicPr>
          <p:cNvPr id="102" name="Picture 82">
            <a:extLst>
              <a:ext uri="{FF2B5EF4-FFF2-40B4-BE49-F238E27FC236}">
                <a16:creationId xmlns:a16="http://schemas.microsoft.com/office/drawing/2014/main" id="{2BD3C3E7-0940-4A36-9C31-369FB6A1427B}"/>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623379" y="3295982"/>
            <a:ext cx="1017956" cy="284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Rectangle 86">
            <a:extLst>
              <a:ext uri="{FF2B5EF4-FFF2-40B4-BE49-F238E27FC236}">
                <a16:creationId xmlns:a16="http://schemas.microsoft.com/office/drawing/2014/main" id="{2971F0DA-58AA-4798-92FF-7DEDBAE3ADD1}"/>
              </a:ext>
            </a:extLst>
          </p:cNvPr>
          <p:cNvSpPr>
            <a:spLocks noChangeArrowheads="1"/>
          </p:cNvSpPr>
          <p:nvPr/>
        </p:nvSpPr>
        <p:spPr bwMode="auto">
          <a:xfrm>
            <a:off x="3690728" y="2425723"/>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104" name="Rectangle 88">
            <a:extLst>
              <a:ext uri="{FF2B5EF4-FFF2-40B4-BE49-F238E27FC236}">
                <a16:creationId xmlns:a16="http://schemas.microsoft.com/office/drawing/2014/main" id="{FC73EEF0-6B47-4CFA-AB4C-5F9BB7D3D474}"/>
              </a:ext>
            </a:extLst>
          </p:cNvPr>
          <p:cNvSpPr>
            <a:spLocks noChangeArrowheads="1"/>
          </p:cNvSpPr>
          <p:nvPr/>
        </p:nvSpPr>
        <p:spPr bwMode="auto">
          <a:xfrm>
            <a:off x="5224368" y="2425723"/>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105" name="Rectangle 90">
            <a:extLst>
              <a:ext uri="{FF2B5EF4-FFF2-40B4-BE49-F238E27FC236}">
                <a16:creationId xmlns:a16="http://schemas.microsoft.com/office/drawing/2014/main" id="{BEA94C09-D368-4520-B7AF-FE5C0D957F3A}"/>
              </a:ext>
            </a:extLst>
          </p:cNvPr>
          <p:cNvSpPr>
            <a:spLocks noChangeArrowheads="1"/>
          </p:cNvSpPr>
          <p:nvPr/>
        </p:nvSpPr>
        <p:spPr bwMode="auto">
          <a:xfrm>
            <a:off x="6745664" y="2425723"/>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pic>
        <p:nvPicPr>
          <p:cNvPr id="106" name="Picture 103">
            <a:extLst>
              <a:ext uri="{FF2B5EF4-FFF2-40B4-BE49-F238E27FC236}">
                <a16:creationId xmlns:a16="http://schemas.microsoft.com/office/drawing/2014/main" id="{4778F5F2-EA13-4AC2-B2F6-039ABE771008}"/>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l="10349" t="6807" r="10417" b="23177"/>
          <a:stretch/>
        </p:blipFill>
        <p:spPr bwMode="auto">
          <a:xfrm>
            <a:off x="5277518" y="2531360"/>
            <a:ext cx="1341120" cy="376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Rectangle 92">
            <a:extLst>
              <a:ext uri="{FF2B5EF4-FFF2-40B4-BE49-F238E27FC236}">
                <a16:creationId xmlns:a16="http://schemas.microsoft.com/office/drawing/2014/main" id="{A3D2383E-4C4D-4CE0-A576-ED2528B71388}"/>
              </a:ext>
            </a:extLst>
          </p:cNvPr>
          <p:cNvSpPr>
            <a:spLocks noChangeArrowheads="1"/>
          </p:cNvSpPr>
          <p:nvPr/>
        </p:nvSpPr>
        <p:spPr bwMode="auto">
          <a:xfrm>
            <a:off x="3657396" y="3119968"/>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108" name="Rectangle 94">
            <a:extLst>
              <a:ext uri="{FF2B5EF4-FFF2-40B4-BE49-F238E27FC236}">
                <a16:creationId xmlns:a16="http://schemas.microsoft.com/office/drawing/2014/main" id="{1DFE52FD-E0A1-4689-BB24-BBD06C03D28B}"/>
              </a:ext>
            </a:extLst>
          </p:cNvPr>
          <p:cNvSpPr>
            <a:spLocks noChangeArrowheads="1"/>
          </p:cNvSpPr>
          <p:nvPr/>
        </p:nvSpPr>
        <p:spPr bwMode="auto">
          <a:xfrm>
            <a:off x="5215383" y="3119968"/>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109" name="Rectangle 96">
            <a:extLst>
              <a:ext uri="{FF2B5EF4-FFF2-40B4-BE49-F238E27FC236}">
                <a16:creationId xmlns:a16="http://schemas.microsoft.com/office/drawing/2014/main" id="{019018FB-CB18-4E72-A381-25E34FFCAAB8}"/>
              </a:ext>
            </a:extLst>
          </p:cNvPr>
          <p:cNvSpPr>
            <a:spLocks noChangeArrowheads="1"/>
          </p:cNvSpPr>
          <p:nvPr/>
        </p:nvSpPr>
        <p:spPr bwMode="auto">
          <a:xfrm>
            <a:off x="519729" y="2425608"/>
            <a:ext cx="1462080"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pic>
        <p:nvPicPr>
          <p:cNvPr id="110" name="Picture 107">
            <a:extLst>
              <a:ext uri="{FF2B5EF4-FFF2-40B4-BE49-F238E27FC236}">
                <a16:creationId xmlns:a16="http://schemas.microsoft.com/office/drawing/2014/main" id="{54A6A3B8-98C2-4967-B89D-ADD4610A8211}"/>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706822" y="3153665"/>
            <a:ext cx="507499" cy="494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 name="Rectangle 98">
            <a:extLst>
              <a:ext uri="{FF2B5EF4-FFF2-40B4-BE49-F238E27FC236}">
                <a16:creationId xmlns:a16="http://schemas.microsoft.com/office/drawing/2014/main" id="{D4036FFE-754C-41C8-9B61-7F1BFC11348C}"/>
              </a:ext>
            </a:extLst>
          </p:cNvPr>
          <p:cNvSpPr>
            <a:spLocks noChangeArrowheads="1"/>
          </p:cNvSpPr>
          <p:nvPr/>
        </p:nvSpPr>
        <p:spPr bwMode="auto">
          <a:xfrm>
            <a:off x="3663660" y="3849788"/>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112" name="Rectangle 100">
            <a:extLst>
              <a:ext uri="{FF2B5EF4-FFF2-40B4-BE49-F238E27FC236}">
                <a16:creationId xmlns:a16="http://schemas.microsoft.com/office/drawing/2014/main" id="{F8AF8693-A17D-43AA-8EB4-FD78BEC48651}"/>
              </a:ext>
            </a:extLst>
          </p:cNvPr>
          <p:cNvSpPr>
            <a:spLocks noChangeArrowheads="1"/>
          </p:cNvSpPr>
          <p:nvPr/>
        </p:nvSpPr>
        <p:spPr bwMode="auto">
          <a:xfrm>
            <a:off x="5231172" y="3849788"/>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113" name="Rectangle 100">
            <a:extLst>
              <a:ext uri="{FF2B5EF4-FFF2-40B4-BE49-F238E27FC236}">
                <a16:creationId xmlns:a16="http://schemas.microsoft.com/office/drawing/2014/main" id="{AFBFE621-117C-41AB-9AB4-5F8EE7765B3A}"/>
              </a:ext>
            </a:extLst>
          </p:cNvPr>
          <p:cNvSpPr>
            <a:spLocks noChangeArrowheads="1"/>
          </p:cNvSpPr>
          <p:nvPr/>
        </p:nvSpPr>
        <p:spPr bwMode="auto">
          <a:xfrm>
            <a:off x="6753419" y="1720035"/>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115" name="Rectangle 36">
            <a:extLst>
              <a:ext uri="{FF2B5EF4-FFF2-40B4-BE49-F238E27FC236}">
                <a16:creationId xmlns:a16="http://schemas.microsoft.com/office/drawing/2014/main" id="{CD8D13DC-5BC3-4096-B658-11587AFF8326}"/>
              </a:ext>
            </a:extLst>
          </p:cNvPr>
          <p:cNvSpPr>
            <a:spLocks noChangeArrowheads="1"/>
          </p:cNvSpPr>
          <p:nvPr/>
        </p:nvSpPr>
        <p:spPr bwMode="auto">
          <a:xfrm>
            <a:off x="525233" y="2679472"/>
            <a:ext cx="1450931" cy="586809"/>
          </a:xfrm>
          <a:prstGeom prst="rect">
            <a:avLst/>
          </a:prstGeom>
          <a:noFill/>
          <a:ln>
            <a:noFill/>
          </a:ln>
          <a:effectLst>
            <a:outerShdw blurRad="76200" dist="50800" dir="5400000" sx="101000" sy="101000" algn="t" rotWithShape="0">
              <a:prstClr val="black">
                <a:alpha val="25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pic>
        <p:nvPicPr>
          <p:cNvPr id="121" name="Picture 8" descr="Image result for Harbor logo">
            <a:extLst>
              <a:ext uri="{FF2B5EF4-FFF2-40B4-BE49-F238E27FC236}">
                <a16:creationId xmlns:a16="http://schemas.microsoft.com/office/drawing/2014/main" id="{D2966D31-E54D-4F3E-AC8D-49B6EAA69159}"/>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370708" y="2917952"/>
            <a:ext cx="1849531" cy="967889"/>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94">
            <a:extLst>
              <a:ext uri="{FF2B5EF4-FFF2-40B4-BE49-F238E27FC236}">
                <a16:creationId xmlns:a16="http://schemas.microsoft.com/office/drawing/2014/main" id="{F737D3C1-E92E-47E2-B03A-99F1945A6C80}"/>
              </a:ext>
            </a:extLst>
          </p:cNvPr>
          <p:cNvSpPr>
            <a:spLocks noChangeArrowheads="1"/>
          </p:cNvSpPr>
          <p:nvPr/>
        </p:nvSpPr>
        <p:spPr bwMode="auto">
          <a:xfrm>
            <a:off x="8318355" y="1706975"/>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123" name="Rectangle 94">
            <a:extLst>
              <a:ext uri="{FF2B5EF4-FFF2-40B4-BE49-F238E27FC236}">
                <a16:creationId xmlns:a16="http://schemas.microsoft.com/office/drawing/2014/main" id="{48874A4F-FD37-4B03-8B70-A3D9D0ECCF8C}"/>
              </a:ext>
            </a:extLst>
          </p:cNvPr>
          <p:cNvSpPr>
            <a:spLocks noChangeArrowheads="1"/>
          </p:cNvSpPr>
          <p:nvPr/>
        </p:nvSpPr>
        <p:spPr bwMode="auto">
          <a:xfrm>
            <a:off x="9883251" y="1695879"/>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sp>
        <p:nvSpPr>
          <p:cNvPr id="124" name="Rectangle 94">
            <a:extLst>
              <a:ext uri="{FF2B5EF4-FFF2-40B4-BE49-F238E27FC236}">
                <a16:creationId xmlns:a16="http://schemas.microsoft.com/office/drawing/2014/main" id="{ED93F6CB-AF7C-4B9D-BB7E-C8F0F1775A89}"/>
              </a:ext>
            </a:extLst>
          </p:cNvPr>
          <p:cNvSpPr>
            <a:spLocks noChangeArrowheads="1"/>
          </p:cNvSpPr>
          <p:nvPr/>
        </p:nvSpPr>
        <p:spPr bwMode="auto">
          <a:xfrm>
            <a:off x="9905404" y="2367527"/>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sp>
        <p:nvSpPr>
          <p:cNvPr id="125" name="Rectangle 94">
            <a:extLst>
              <a:ext uri="{FF2B5EF4-FFF2-40B4-BE49-F238E27FC236}">
                <a16:creationId xmlns:a16="http://schemas.microsoft.com/office/drawing/2014/main" id="{8F6094C4-A771-486B-9045-E6FE276C14A3}"/>
              </a:ext>
            </a:extLst>
          </p:cNvPr>
          <p:cNvSpPr>
            <a:spLocks noChangeArrowheads="1"/>
          </p:cNvSpPr>
          <p:nvPr/>
        </p:nvSpPr>
        <p:spPr bwMode="auto">
          <a:xfrm>
            <a:off x="9905404" y="3097248"/>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sp>
        <p:nvSpPr>
          <p:cNvPr id="126" name="Rectangle 94">
            <a:extLst>
              <a:ext uri="{FF2B5EF4-FFF2-40B4-BE49-F238E27FC236}">
                <a16:creationId xmlns:a16="http://schemas.microsoft.com/office/drawing/2014/main" id="{930743CA-6813-4539-913C-B975E9AB11B8}"/>
              </a:ext>
            </a:extLst>
          </p:cNvPr>
          <p:cNvSpPr>
            <a:spLocks noChangeArrowheads="1"/>
          </p:cNvSpPr>
          <p:nvPr/>
        </p:nvSpPr>
        <p:spPr bwMode="auto">
          <a:xfrm>
            <a:off x="9895879" y="3844750"/>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pic>
        <p:nvPicPr>
          <p:cNvPr id="127" name="Picture 126" descr="Image result for apigee logo">
            <a:extLst>
              <a:ext uri="{FF2B5EF4-FFF2-40B4-BE49-F238E27FC236}">
                <a16:creationId xmlns:a16="http://schemas.microsoft.com/office/drawing/2014/main" id="{43BE134B-3BBA-4CC2-8D0C-367BE25CFFA9}"/>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8623379" y="1862781"/>
            <a:ext cx="876625" cy="301340"/>
          </a:xfrm>
          <a:prstGeom prst="rect">
            <a:avLst/>
          </a:prstGeom>
          <a:noFill/>
          <a:extLst>
            <a:ext uri="{909E8E84-426E-40DD-AFC4-6F175D3DCCD1}">
              <a14:hiddenFill xmlns:a14="http://schemas.microsoft.com/office/drawing/2010/main">
                <a:solidFill>
                  <a:srgbClr val="FFFFFF"/>
                </a:solidFill>
              </a14:hiddenFill>
            </a:ext>
          </a:extLst>
        </p:spPr>
      </p:pic>
      <p:sp>
        <p:nvSpPr>
          <p:cNvPr id="131" name="Rectangle 98">
            <a:extLst>
              <a:ext uri="{FF2B5EF4-FFF2-40B4-BE49-F238E27FC236}">
                <a16:creationId xmlns:a16="http://schemas.microsoft.com/office/drawing/2014/main" id="{D4036FFE-754C-41C8-9B61-7F1BFC11348C}"/>
              </a:ext>
            </a:extLst>
          </p:cNvPr>
          <p:cNvSpPr>
            <a:spLocks noChangeArrowheads="1"/>
          </p:cNvSpPr>
          <p:nvPr/>
        </p:nvSpPr>
        <p:spPr bwMode="auto">
          <a:xfrm>
            <a:off x="2086576" y="3852281"/>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pic>
        <p:nvPicPr>
          <p:cNvPr id="132" name="Picture 131"/>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49582" y="1789587"/>
            <a:ext cx="862817" cy="487680"/>
          </a:xfrm>
          <a:prstGeom prst="rect">
            <a:avLst/>
          </a:prstGeom>
        </p:spPr>
      </p:pic>
      <p:pic>
        <p:nvPicPr>
          <p:cNvPr id="134" name="Picture 133"/>
          <p:cNvPicPr>
            <a:picLocks noChangeAspect="1"/>
          </p:cNvPicPr>
          <p:nvPr/>
        </p:nvPicPr>
        <p:blipFill rotWithShape="1">
          <a:blip r:embed="rId11" cstate="email">
            <a:extLst>
              <a:ext uri="{28A0092B-C50C-407E-A947-70E740481C1C}">
                <a14:useLocalDpi xmlns:a14="http://schemas.microsoft.com/office/drawing/2010/main"/>
              </a:ext>
            </a:extLst>
          </a:blip>
          <a:srcRect t="32314" b="30372"/>
          <a:stretch/>
        </p:blipFill>
        <p:spPr>
          <a:xfrm>
            <a:off x="6891769" y="2492363"/>
            <a:ext cx="1097280" cy="409440"/>
          </a:xfrm>
          <a:prstGeom prst="rect">
            <a:avLst/>
          </a:prstGeom>
        </p:spPr>
      </p:pic>
      <p:sp>
        <p:nvSpPr>
          <p:cNvPr id="137" name="Rectangle 100">
            <a:extLst>
              <a:ext uri="{FF2B5EF4-FFF2-40B4-BE49-F238E27FC236}">
                <a16:creationId xmlns:a16="http://schemas.microsoft.com/office/drawing/2014/main" id="{F8AF8693-A17D-43AA-8EB4-FD78BEC48651}"/>
              </a:ext>
            </a:extLst>
          </p:cNvPr>
          <p:cNvSpPr>
            <a:spLocks noChangeArrowheads="1"/>
          </p:cNvSpPr>
          <p:nvPr/>
        </p:nvSpPr>
        <p:spPr bwMode="auto">
          <a:xfrm>
            <a:off x="6769850" y="3868579"/>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pic>
        <p:nvPicPr>
          <p:cNvPr id="138" name="Picture 137"/>
          <p:cNvPicPr>
            <a:picLocks noChangeAspect="1"/>
          </p:cNvPicPr>
          <p:nvPr/>
        </p:nvPicPr>
        <p:blipFill rotWithShape="1">
          <a:blip r:embed="rId12" cstate="email">
            <a:extLst>
              <a:ext uri="{28A0092B-C50C-407E-A947-70E740481C1C}">
                <a14:useLocalDpi xmlns:a14="http://schemas.microsoft.com/office/drawing/2010/main"/>
              </a:ext>
            </a:extLst>
          </a:blip>
          <a:srcRect t="22222" b="28913"/>
          <a:stretch/>
        </p:blipFill>
        <p:spPr>
          <a:xfrm>
            <a:off x="2197849" y="3101963"/>
            <a:ext cx="1097280" cy="536184"/>
          </a:xfrm>
          <a:prstGeom prst="rect">
            <a:avLst/>
          </a:prstGeom>
        </p:spPr>
      </p:pic>
      <p:pic>
        <p:nvPicPr>
          <p:cNvPr id="140" name="Picture 139"/>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0154030" y="3124396"/>
            <a:ext cx="984620" cy="487680"/>
          </a:xfrm>
          <a:prstGeom prst="rect">
            <a:avLst/>
          </a:prstGeom>
        </p:spPr>
      </p:pic>
      <p:pic>
        <p:nvPicPr>
          <p:cNvPr id="141" name="Picture 140"/>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5245849" y="4039003"/>
            <a:ext cx="1463040" cy="235976"/>
          </a:xfrm>
          <a:prstGeom prst="rect">
            <a:avLst/>
          </a:prstGeom>
        </p:spPr>
      </p:pic>
      <p:pic>
        <p:nvPicPr>
          <p:cNvPr id="142" name="Picture 141"/>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2177529" y="2474156"/>
            <a:ext cx="1341120" cy="359283"/>
          </a:xfrm>
          <a:prstGeom prst="rect">
            <a:avLst/>
          </a:prstGeom>
        </p:spPr>
      </p:pic>
      <p:pic>
        <p:nvPicPr>
          <p:cNvPr id="143" name="Picture 142"/>
          <p:cNvPicPr>
            <a:picLocks noChangeAspect="1"/>
          </p:cNvPicPr>
          <p:nvPr/>
        </p:nvPicPr>
        <p:blipFill rotWithShape="1">
          <a:blip r:embed="rId16" cstate="email">
            <a:extLst>
              <a:ext uri="{28A0092B-C50C-407E-A947-70E740481C1C}">
                <a14:useLocalDpi xmlns:a14="http://schemas.microsoft.com/office/drawing/2010/main"/>
              </a:ext>
            </a:extLst>
          </a:blip>
          <a:srcRect t="20083" b="16078"/>
          <a:stretch/>
        </p:blipFill>
        <p:spPr>
          <a:xfrm>
            <a:off x="9958473" y="2426790"/>
            <a:ext cx="1341120" cy="475013"/>
          </a:xfrm>
          <a:prstGeom prst="rect">
            <a:avLst/>
          </a:prstGeom>
        </p:spPr>
      </p:pic>
      <p:pic>
        <p:nvPicPr>
          <p:cNvPr id="144" name="Picture 143"/>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026650" y="2492363"/>
            <a:ext cx="628073" cy="487680"/>
          </a:xfrm>
          <a:prstGeom prst="rect">
            <a:avLst/>
          </a:prstGeom>
        </p:spPr>
      </p:pic>
      <p:pic>
        <p:nvPicPr>
          <p:cNvPr id="146" name="Picture 145"/>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10154029" y="1781163"/>
            <a:ext cx="853440" cy="422707"/>
          </a:xfrm>
          <a:prstGeom prst="rect">
            <a:avLst/>
          </a:prstGeom>
        </p:spPr>
      </p:pic>
      <p:pic>
        <p:nvPicPr>
          <p:cNvPr id="147" name="Picture 146"/>
          <p:cNvPicPr>
            <a:picLocks noChangeAspect="1"/>
          </p:cNvPicPr>
          <p:nvPr/>
        </p:nvPicPr>
        <p:blipFill rotWithShape="1">
          <a:blip r:embed="rId19" cstate="email">
            <a:extLst>
              <a:ext uri="{28A0092B-C50C-407E-A947-70E740481C1C}">
                <a14:useLocalDpi xmlns:a14="http://schemas.microsoft.com/office/drawing/2010/main"/>
              </a:ext>
            </a:extLst>
          </a:blip>
          <a:srcRect/>
          <a:stretch/>
        </p:blipFill>
        <p:spPr>
          <a:xfrm>
            <a:off x="10000729" y="3926240"/>
            <a:ext cx="1341120" cy="450340"/>
          </a:xfrm>
          <a:prstGeom prst="rect">
            <a:avLst/>
          </a:prstGeom>
        </p:spPr>
      </p:pic>
      <p:pic>
        <p:nvPicPr>
          <p:cNvPr id="148" name="Picture 147"/>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823449" y="3959813"/>
            <a:ext cx="1219200" cy="315167"/>
          </a:xfrm>
          <a:prstGeom prst="rect">
            <a:avLst/>
          </a:prstGeom>
        </p:spPr>
      </p:pic>
      <p:pic>
        <p:nvPicPr>
          <p:cNvPr id="149" name="Picture 148"/>
          <p:cNvPicPr>
            <a:picLocks noChangeAspect="1"/>
          </p:cNvPicPr>
          <p:nvPr/>
        </p:nvPicPr>
        <p:blipFill rotWithShape="1">
          <a:blip r:embed="rId21" cstate="email">
            <a:extLst>
              <a:ext uri="{28A0092B-C50C-407E-A947-70E740481C1C}">
                <a14:useLocalDpi xmlns:a14="http://schemas.microsoft.com/office/drawing/2010/main"/>
              </a:ext>
            </a:extLst>
          </a:blip>
          <a:srcRect t="50000"/>
          <a:stretch/>
        </p:blipFill>
        <p:spPr>
          <a:xfrm>
            <a:off x="3721849" y="3203563"/>
            <a:ext cx="1341120" cy="446227"/>
          </a:xfrm>
          <a:prstGeom prst="rect">
            <a:avLst/>
          </a:prstGeom>
        </p:spPr>
      </p:pic>
      <p:pic>
        <p:nvPicPr>
          <p:cNvPr id="150" name="Picture 149"/>
          <p:cNvPicPr>
            <a:picLocks noChangeAspect="1"/>
          </p:cNvPicPr>
          <p:nvPr/>
        </p:nvPicPr>
        <p:blipFill rotWithShape="1">
          <a:blip r:embed="rId22" cstate="email">
            <a:extLst>
              <a:ext uri="{28A0092B-C50C-407E-A947-70E740481C1C}">
                <a14:useLocalDpi xmlns:a14="http://schemas.microsoft.com/office/drawing/2010/main"/>
              </a:ext>
            </a:extLst>
          </a:blip>
          <a:srcRect t="5032" b="8839"/>
          <a:stretch/>
        </p:blipFill>
        <p:spPr>
          <a:xfrm>
            <a:off x="2502649" y="3935565"/>
            <a:ext cx="609600" cy="411637"/>
          </a:xfrm>
          <a:prstGeom prst="rect">
            <a:avLst/>
          </a:prstGeom>
        </p:spPr>
      </p:pic>
      <p:sp>
        <p:nvSpPr>
          <p:cNvPr id="152" name="Rectangle 96">
            <a:extLst>
              <a:ext uri="{FF2B5EF4-FFF2-40B4-BE49-F238E27FC236}">
                <a16:creationId xmlns:a16="http://schemas.microsoft.com/office/drawing/2014/main" id="{019018FB-CB18-4E72-A381-25E34FFCAAB8}"/>
              </a:ext>
            </a:extLst>
          </p:cNvPr>
          <p:cNvSpPr>
            <a:spLocks noChangeArrowheads="1"/>
          </p:cNvSpPr>
          <p:nvPr/>
        </p:nvSpPr>
        <p:spPr bwMode="auto">
          <a:xfrm>
            <a:off x="532569" y="3847787"/>
            <a:ext cx="1462080"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pic>
        <p:nvPicPr>
          <p:cNvPr id="153" name="Picture 152"/>
          <p:cNvPicPr>
            <a:picLocks noChangeAspect="1"/>
          </p:cNvPicPr>
          <p:nvPr/>
        </p:nvPicPr>
        <p:blipFill rotWithShape="1">
          <a:blip r:embed="rId23" cstate="email">
            <a:extLst>
              <a:ext uri="{28A0092B-C50C-407E-A947-70E740481C1C}">
                <a14:useLocalDpi xmlns:a14="http://schemas.microsoft.com/office/drawing/2010/main"/>
              </a:ext>
            </a:extLst>
          </a:blip>
          <a:srcRect t="32932" b="32429"/>
          <a:stretch/>
        </p:blipFill>
        <p:spPr>
          <a:xfrm>
            <a:off x="567764" y="3963085"/>
            <a:ext cx="1341120" cy="376868"/>
          </a:xfrm>
          <a:prstGeom prst="rect">
            <a:avLst/>
          </a:prstGeom>
        </p:spPr>
      </p:pic>
      <p:sp>
        <p:nvSpPr>
          <p:cNvPr id="8" name="Rectangle 94">
            <a:extLst>
              <a:ext uri="{FF2B5EF4-FFF2-40B4-BE49-F238E27FC236}">
                <a16:creationId xmlns:a16="http://schemas.microsoft.com/office/drawing/2014/main" id="{E8C9D715-FBF9-48D6-8168-BC0C92DFCAB8}"/>
              </a:ext>
            </a:extLst>
          </p:cNvPr>
          <p:cNvSpPr>
            <a:spLocks noChangeArrowheads="1"/>
          </p:cNvSpPr>
          <p:nvPr/>
        </p:nvSpPr>
        <p:spPr bwMode="auto">
          <a:xfrm>
            <a:off x="8325495" y="3864630"/>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pic>
        <p:nvPicPr>
          <p:cNvPr id="11270" name="Picture 6" descr="Google Cloud &amp; Looker | Looker">
            <a:extLst>
              <a:ext uri="{FF2B5EF4-FFF2-40B4-BE49-F238E27FC236}">
                <a16:creationId xmlns:a16="http://schemas.microsoft.com/office/drawing/2014/main" id="{443B483A-E52F-4D54-A1A8-9D900D882853}"/>
              </a:ext>
            </a:extLst>
          </p:cNvPr>
          <p:cNvPicPr>
            <a:picLocks noChangeAspect="1" noChangeArrowheads="1"/>
          </p:cNvPicPr>
          <p:nvPr/>
        </p:nvPicPr>
        <p:blipFill>
          <a:blip r:embed="rId24" cstate="email">
            <a:extLst>
              <a:ext uri="{28A0092B-C50C-407E-A947-70E740481C1C}">
                <a14:useLocalDpi xmlns:a14="http://schemas.microsoft.com/office/drawing/2010/main"/>
              </a:ext>
            </a:extLst>
          </a:blip>
          <a:srcRect/>
          <a:stretch>
            <a:fillRect/>
          </a:stretch>
        </p:blipFill>
        <p:spPr bwMode="auto">
          <a:xfrm>
            <a:off x="8558067" y="3834167"/>
            <a:ext cx="894378" cy="5951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96">
            <a:extLst>
              <a:ext uri="{FF2B5EF4-FFF2-40B4-BE49-F238E27FC236}">
                <a16:creationId xmlns:a16="http://schemas.microsoft.com/office/drawing/2014/main" id="{54EEC5A2-2FA5-4587-A8A5-7D8495D1FB9A}"/>
              </a:ext>
            </a:extLst>
          </p:cNvPr>
          <p:cNvSpPr>
            <a:spLocks noChangeArrowheads="1"/>
          </p:cNvSpPr>
          <p:nvPr/>
        </p:nvSpPr>
        <p:spPr bwMode="auto">
          <a:xfrm>
            <a:off x="3613576" y="1737182"/>
            <a:ext cx="1462080"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80" name="Rectangle 96">
            <a:extLst>
              <a:ext uri="{FF2B5EF4-FFF2-40B4-BE49-F238E27FC236}">
                <a16:creationId xmlns:a16="http://schemas.microsoft.com/office/drawing/2014/main" id="{019018FB-CB18-4E72-A381-25E34FFCAAB8}"/>
              </a:ext>
            </a:extLst>
          </p:cNvPr>
          <p:cNvSpPr>
            <a:spLocks noChangeArrowheads="1"/>
          </p:cNvSpPr>
          <p:nvPr/>
        </p:nvSpPr>
        <p:spPr bwMode="auto">
          <a:xfrm>
            <a:off x="2082750" y="1734910"/>
            <a:ext cx="1462080"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sp>
        <p:nvSpPr>
          <p:cNvPr id="82" name="Rectangle 94">
            <a:extLst>
              <a:ext uri="{FF2B5EF4-FFF2-40B4-BE49-F238E27FC236}">
                <a16:creationId xmlns:a16="http://schemas.microsoft.com/office/drawing/2014/main" id="{DCC64D20-AC64-438D-BDBF-C4BF214F3A67}"/>
              </a:ext>
            </a:extLst>
          </p:cNvPr>
          <p:cNvSpPr>
            <a:spLocks noChangeArrowheads="1"/>
          </p:cNvSpPr>
          <p:nvPr/>
        </p:nvSpPr>
        <p:spPr bwMode="auto">
          <a:xfrm>
            <a:off x="5198653" y="1717105"/>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pic>
        <p:nvPicPr>
          <p:cNvPr id="128" name="Picture 127"/>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3910546" y="1858320"/>
            <a:ext cx="914400" cy="365760"/>
          </a:xfrm>
          <a:prstGeom prst="rect">
            <a:avLst/>
          </a:prstGeom>
        </p:spPr>
      </p:pic>
      <p:pic>
        <p:nvPicPr>
          <p:cNvPr id="154" name="Picture 153"/>
          <p:cNvPicPr>
            <a:picLocks noChangeAspect="1"/>
          </p:cNvPicPr>
          <p:nvPr/>
        </p:nvPicPr>
        <p:blipFill rotWithShape="1">
          <a:blip r:embed="rId26" cstate="email">
            <a:extLst>
              <a:ext uri="{28A0092B-C50C-407E-A947-70E740481C1C}">
                <a14:useLocalDpi xmlns:a14="http://schemas.microsoft.com/office/drawing/2010/main"/>
              </a:ext>
            </a:extLst>
          </a:blip>
          <a:srcRect l="2663" t="6332" r="2437" b="22980"/>
          <a:stretch/>
        </p:blipFill>
        <p:spPr>
          <a:xfrm>
            <a:off x="5191710" y="1848057"/>
            <a:ext cx="1463040" cy="359544"/>
          </a:xfrm>
          <a:prstGeom prst="rect">
            <a:avLst/>
          </a:prstGeom>
        </p:spPr>
      </p:pic>
      <p:pic>
        <p:nvPicPr>
          <p:cNvPr id="130" name="Picture 129"/>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2078363" y="1803066"/>
            <a:ext cx="1450848" cy="465297"/>
          </a:xfrm>
          <a:prstGeom prst="rect">
            <a:avLst/>
          </a:prstGeom>
        </p:spPr>
      </p:pic>
      <p:pic>
        <p:nvPicPr>
          <p:cNvPr id="10" name="Picture 9">
            <a:extLst>
              <a:ext uri="{FF2B5EF4-FFF2-40B4-BE49-F238E27FC236}">
                <a16:creationId xmlns:a16="http://schemas.microsoft.com/office/drawing/2014/main" id="{98C0ECE0-536B-BEC9-5A27-0BA8D036716F}"/>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6821036" y="3912660"/>
            <a:ext cx="1388172" cy="499942"/>
          </a:xfrm>
          <a:prstGeom prst="rect">
            <a:avLst/>
          </a:prstGeom>
        </p:spPr>
      </p:pic>
      <p:sp>
        <p:nvSpPr>
          <p:cNvPr id="12" name="Rectangle 100">
            <a:extLst>
              <a:ext uri="{FF2B5EF4-FFF2-40B4-BE49-F238E27FC236}">
                <a16:creationId xmlns:a16="http://schemas.microsoft.com/office/drawing/2014/main" id="{324603FB-87CC-4AE7-B05B-67BF3DD30F03}"/>
              </a:ext>
            </a:extLst>
          </p:cNvPr>
          <p:cNvSpPr>
            <a:spLocks noChangeArrowheads="1"/>
          </p:cNvSpPr>
          <p:nvPr/>
        </p:nvSpPr>
        <p:spPr bwMode="auto">
          <a:xfrm>
            <a:off x="8409200" y="5371747"/>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13" name="Rectangle 100">
            <a:extLst>
              <a:ext uri="{FF2B5EF4-FFF2-40B4-BE49-F238E27FC236}">
                <a16:creationId xmlns:a16="http://schemas.microsoft.com/office/drawing/2014/main" id="{4B888103-48E1-DE5B-34C0-784336EFB107}"/>
              </a:ext>
            </a:extLst>
          </p:cNvPr>
          <p:cNvSpPr>
            <a:spLocks noChangeArrowheads="1"/>
          </p:cNvSpPr>
          <p:nvPr/>
        </p:nvSpPr>
        <p:spPr bwMode="auto">
          <a:xfrm>
            <a:off x="6821037" y="5350862"/>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18" name="Rectangle 100">
            <a:extLst>
              <a:ext uri="{FF2B5EF4-FFF2-40B4-BE49-F238E27FC236}">
                <a16:creationId xmlns:a16="http://schemas.microsoft.com/office/drawing/2014/main" id="{CE8ACD16-8929-2655-BCB3-337AAA2B0B4C}"/>
              </a:ext>
            </a:extLst>
          </p:cNvPr>
          <p:cNvSpPr>
            <a:spLocks noChangeArrowheads="1"/>
          </p:cNvSpPr>
          <p:nvPr/>
        </p:nvSpPr>
        <p:spPr bwMode="auto">
          <a:xfrm>
            <a:off x="504464" y="5350414"/>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19" name="Rectangle 100">
            <a:extLst>
              <a:ext uri="{FF2B5EF4-FFF2-40B4-BE49-F238E27FC236}">
                <a16:creationId xmlns:a16="http://schemas.microsoft.com/office/drawing/2014/main" id="{ABABC11B-465A-9B90-807B-7E3DAF96F14B}"/>
              </a:ext>
            </a:extLst>
          </p:cNvPr>
          <p:cNvSpPr>
            <a:spLocks noChangeArrowheads="1"/>
          </p:cNvSpPr>
          <p:nvPr/>
        </p:nvSpPr>
        <p:spPr bwMode="auto">
          <a:xfrm>
            <a:off x="9958473" y="4647855"/>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20" name="Rectangle 100">
            <a:extLst>
              <a:ext uri="{FF2B5EF4-FFF2-40B4-BE49-F238E27FC236}">
                <a16:creationId xmlns:a16="http://schemas.microsoft.com/office/drawing/2014/main" id="{9C2AC5B6-E2A3-4BEC-DED0-1E3497A29407}"/>
              </a:ext>
            </a:extLst>
          </p:cNvPr>
          <p:cNvSpPr>
            <a:spLocks noChangeArrowheads="1"/>
          </p:cNvSpPr>
          <p:nvPr/>
        </p:nvSpPr>
        <p:spPr bwMode="auto">
          <a:xfrm>
            <a:off x="8340936" y="4661336"/>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21" name="Rectangle 100">
            <a:extLst>
              <a:ext uri="{FF2B5EF4-FFF2-40B4-BE49-F238E27FC236}">
                <a16:creationId xmlns:a16="http://schemas.microsoft.com/office/drawing/2014/main" id="{99FF3543-64AA-4EEA-0DDC-3779FFDBF981}"/>
              </a:ext>
            </a:extLst>
          </p:cNvPr>
          <p:cNvSpPr>
            <a:spLocks noChangeArrowheads="1"/>
          </p:cNvSpPr>
          <p:nvPr/>
        </p:nvSpPr>
        <p:spPr bwMode="auto">
          <a:xfrm>
            <a:off x="6802704" y="4661337"/>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22" name="Rectangle 100">
            <a:extLst>
              <a:ext uri="{FF2B5EF4-FFF2-40B4-BE49-F238E27FC236}">
                <a16:creationId xmlns:a16="http://schemas.microsoft.com/office/drawing/2014/main" id="{73E39AAF-E456-4B06-759F-A07B9302E824}"/>
              </a:ext>
            </a:extLst>
          </p:cNvPr>
          <p:cNvSpPr>
            <a:spLocks noChangeArrowheads="1"/>
          </p:cNvSpPr>
          <p:nvPr/>
        </p:nvSpPr>
        <p:spPr bwMode="auto">
          <a:xfrm>
            <a:off x="5229792" y="4661337"/>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23" name="Rectangle 100">
            <a:extLst>
              <a:ext uri="{FF2B5EF4-FFF2-40B4-BE49-F238E27FC236}">
                <a16:creationId xmlns:a16="http://schemas.microsoft.com/office/drawing/2014/main" id="{54385A95-BA37-9871-C7F9-DDFD5CF13FDA}"/>
              </a:ext>
            </a:extLst>
          </p:cNvPr>
          <p:cNvSpPr>
            <a:spLocks noChangeArrowheads="1"/>
          </p:cNvSpPr>
          <p:nvPr/>
        </p:nvSpPr>
        <p:spPr bwMode="auto">
          <a:xfrm>
            <a:off x="3665553" y="4630579"/>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24" name="Rectangle 100">
            <a:extLst>
              <a:ext uri="{FF2B5EF4-FFF2-40B4-BE49-F238E27FC236}">
                <a16:creationId xmlns:a16="http://schemas.microsoft.com/office/drawing/2014/main" id="{87969C3E-D6F5-30DA-4BD1-E2B061AC569D}"/>
              </a:ext>
            </a:extLst>
          </p:cNvPr>
          <p:cNvSpPr>
            <a:spLocks noChangeArrowheads="1"/>
          </p:cNvSpPr>
          <p:nvPr/>
        </p:nvSpPr>
        <p:spPr bwMode="auto">
          <a:xfrm>
            <a:off x="2092641" y="4616155"/>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sp>
        <p:nvSpPr>
          <p:cNvPr id="25" name="Rectangle 100">
            <a:extLst>
              <a:ext uri="{FF2B5EF4-FFF2-40B4-BE49-F238E27FC236}">
                <a16:creationId xmlns:a16="http://schemas.microsoft.com/office/drawing/2014/main" id="{E3F42C36-A32E-2E94-F3E1-84C7D4127783}"/>
              </a:ext>
            </a:extLst>
          </p:cNvPr>
          <p:cNvSpPr>
            <a:spLocks noChangeArrowheads="1"/>
          </p:cNvSpPr>
          <p:nvPr/>
        </p:nvSpPr>
        <p:spPr bwMode="auto">
          <a:xfrm>
            <a:off x="519729" y="4630579"/>
            <a:ext cx="146771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dirty="0"/>
          </a:p>
        </p:txBody>
      </p:sp>
      <p:pic>
        <p:nvPicPr>
          <p:cNvPr id="26" name="Picture 25">
            <a:extLst>
              <a:ext uri="{FF2B5EF4-FFF2-40B4-BE49-F238E27FC236}">
                <a16:creationId xmlns:a16="http://schemas.microsoft.com/office/drawing/2014/main" id="{B65030A7-7B55-6B36-D25A-5EAC7D55B6E6}"/>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537430" y="4514629"/>
            <a:ext cx="1452356" cy="762108"/>
          </a:xfrm>
          <a:prstGeom prst="rect">
            <a:avLst/>
          </a:prstGeom>
        </p:spPr>
      </p:pic>
      <p:pic>
        <p:nvPicPr>
          <p:cNvPr id="27" name="Picture 26">
            <a:extLst>
              <a:ext uri="{FF2B5EF4-FFF2-40B4-BE49-F238E27FC236}">
                <a16:creationId xmlns:a16="http://schemas.microsoft.com/office/drawing/2014/main" id="{CA977D93-468A-826F-9D6A-635A59985F9B}"/>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2257091" y="4669036"/>
            <a:ext cx="1101219" cy="460147"/>
          </a:xfrm>
          <a:prstGeom prst="rect">
            <a:avLst/>
          </a:prstGeom>
        </p:spPr>
      </p:pic>
      <p:pic>
        <p:nvPicPr>
          <p:cNvPr id="28" name="Picture 27">
            <a:extLst>
              <a:ext uri="{FF2B5EF4-FFF2-40B4-BE49-F238E27FC236}">
                <a16:creationId xmlns:a16="http://schemas.microsoft.com/office/drawing/2014/main" id="{50DEEA68-844E-6334-931F-418A8DF7A772}"/>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rot="10800000" flipH="1" flipV="1">
            <a:off x="3955509" y="4681300"/>
            <a:ext cx="870081" cy="410801"/>
          </a:xfrm>
          <a:prstGeom prst="rect">
            <a:avLst/>
          </a:prstGeom>
        </p:spPr>
      </p:pic>
      <p:pic>
        <p:nvPicPr>
          <p:cNvPr id="29" name="Picture 28">
            <a:extLst>
              <a:ext uri="{FF2B5EF4-FFF2-40B4-BE49-F238E27FC236}">
                <a16:creationId xmlns:a16="http://schemas.microsoft.com/office/drawing/2014/main" id="{E479554B-926B-9A8F-CD0C-0BF3C47B3E89}"/>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5442055" y="4630578"/>
            <a:ext cx="1006500" cy="662394"/>
          </a:xfrm>
          <a:prstGeom prst="rect">
            <a:avLst/>
          </a:prstGeom>
        </p:spPr>
      </p:pic>
      <p:pic>
        <p:nvPicPr>
          <p:cNvPr id="30" name="Picture 29">
            <a:extLst>
              <a:ext uri="{FF2B5EF4-FFF2-40B4-BE49-F238E27FC236}">
                <a16:creationId xmlns:a16="http://schemas.microsoft.com/office/drawing/2014/main" id="{709F32FB-555D-42D9-C88C-C508A67FB31D}"/>
              </a:ext>
            </a:extLst>
          </p:cNvPr>
          <p:cNvPicPr>
            <a:picLocks noChangeAspect="1"/>
          </p:cNvPicPr>
          <p:nvPr/>
        </p:nvPicPr>
        <p:blipFill>
          <a:blip r:embed="rId33" cstate="print">
            <a:extLst>
              <a:ext uri="{28A0092B-C50C-407E-A947-70E740481C1C}">
                <a14:useLocalDpi xmlns:a14="http://schemas.microsoft.com/office/drawing/2010/main" val="0"/>
              </a:ext>
            </a:extLst>
          </a:blip>
          <a:stretch>
            <a:fillRect/>
          </a:stretch>
        </p:blipFill>
        <p:spPr>
          <a:xfrm>
            <a:off x="7137850" y="4622620"/>
            <a:ext cx="776935" cy="648806"/>
          </a:xfrm>
          <a:prstGeom prst="rect">
            <a:avLst/>
          </a:prstGeom>
        </p:spPr>
      </p:pic>
      <p:pic>
        <p:nvPicPr>
          <p:cNvPr id="31" name="Picture 30">
            <a:extLst>
              <a:ext uri="{FF2B5EF4-FFF2-40B4-BE49-F238E27FC236}">
                <a16:creationId xmlns:a16="http://schemas.microsoft.com/office/drawing/2014/main" id="{90FAF32A-330F-1E98-B028-3D1BFF17BCD2}"/>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8378644" y="4393646"/>
            <a:ext cx="1367422" cy="989196"/>
          </a:xfrm>
          <a:prstGeom prst="rect">
            <a:avLst/>
          </a:prstGeom>
        </p:spPr>
      </p:pic>
      <p:pic>
        <p:nvPicPr>
          <p:cNvPr id="32" name="Picture 31">
            <a:extLst>
              <a:ext uri="{FF2B5EF4-FFF2-40B4-BE49-F238E27FC236}">
                <a16:creationId xmlns:a16="http://schemas.microsoft.com/office/drawing/2014/main" id="{B7FC7826-5268-1DEE-80CA-4AE979EB575A}"/>
              </a:ext>
            </a:extLst>
          </p:cNvPr>
          <p:cNvPicPr>
            <a:picLocks noChangeAspect="1"/>
          </p:cNvPicPr>
          <p:nvPr/>
        </p:nvPicPr>
        <p:blipFill>
          <a:blip r:embed="rId35" cstate="print">
            <a:extLst>
              <a:ext uri="{28A0092B-C50C-407E-A947-70E740481C1C}">
                <a14:useLocalDpi xmlns:a14="http://schemas.microsoft.com/office/drawing/2010/main" val="0"/>
              </a:ext>
            </a:extLst>
          </a:blip>
          <a:stretch>
            <a:fillRect/>
          </a:stretch>
        </p:blipFill>
        <p:spPr>
          <a:xfrm>
            <a:off x="10000854" y="4704386"/>
            <a:ext cx="1352550" cy="465138"/>
          </a:xfrm>
          <a:prstGeom prst="rect">
            <a:avLst/>
          </a:prstGeom>
        </p:spPr>
      </p:pic>
      <p:pic>
        <p:nvPicPr>
          <p:cNvPr id="33" name="Picture 32">
            <a:extLst>
              <a:ext uri="{FF2B5EF4-FFF2-40B4-BE49-F238E27FC236}">
                <a16:creationId xmlns:a16="http://schemas.microsoft.com/office/drawing/2014/main" id="{DE94E379-DE43-FE03-D9E9-D166856A640A}"/>
              </a:ext>
            </a:extLst>
          </p:cNvPr>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893850" y="5367526"/>
            <a:ext cx="729818" cy="523036"/>
          </a:xfrm>
          <a:prstGeom prst="rect">
            <a:avLst/>
          </a:prstGeom>
        </p:spPr>
      </p:pic>
      <p:pic>
        <p:nvPicPr>
          <p:cNvPr id="35" name="Picture 34">
            <a:extLst>
              <a:ext uri="{FF2B5EF4-FFF2-40B4-BE49-F238E27FC236}">
                <a16:creationId xmlns:a16="http://schemas.microsoft.com/office/drawing/2014/main" id="{506CD5E9-3328-0FA3-657A-276012AA9196}"/>
              </a:ext>
            </a:extLst>
          </p:cNvPr>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2389327" y="5157246"/>
            <a:ext cx="914400" cy="914400"/>
          </a:xfrm>
          <a:prstGeom prst="rect">
            <a:avLst/>
          </a:prstGeom>
        </p:spPr>
      </p:pic>
      <p:pic>
        <p:nvPicPr>
          <p:cNvPr id="36" name="Picture 35">
            <a:extLst>
              <a:ext uri="{FF2B5EF4-FFF2-40B4-BE49-F238E27FC236}">
                <a16:creationId xmlns:a16="http://schemas.microsoft.com/office/drawing/2014/main" id="{3FB46D74-F5AC-EA9D-A600-F2FCA2581E9D}"/>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3859448" y="5271426"/>
            <a:ext cx="1076141" cy="766853"/>
          </a:xfrm>
          <a:prstGeom prst="rect">
            <a:avLst/>
          </a:prstGeom>
        </p:spPr>
      </p:pic>
      <p:pic>
        <p:nvPicPr>
          <p:cNvPr id="37" name="Picture 36">
            <a:extLst>
              <a:ext uri="{FF2B5EF4-FFF2-40B4-BE49-F238E27FC236}">
                <a16:creationId xmlns:a16="http://schemas.microsoft.com/office/drawing/2014/main" id="{52EAF195-A58F-BE90-07F7-22284D5CDAFA}"/>
              </a:ext>
            </a:extLst>
          </p:cNvPr>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a:off x="5646226" y="5382843"/>
            <a:ext cx="578203" cy="578203"/>
          </a:xfrm>
          <a:prstGeom prst="rect">
            <a:avLst/>
          </a:prstGeom>
        </p:spPr>
      </p:pic>
      <p:pic>
        <p:nvPicPr>
          <p:cNvPr id="38" name="Picture 37">
            <a:extLst>
              <a:ext uri="{FF2B5EF4-FFF2-40B4-BE49-F238E27FC236}">
                <a16:creationId xmlns:a16="http://schemas.microsoft.com/office/drawing/2014/main" id="{FB434C6E-90B5-7CB2-E843-E39F20BC8A9B}"/>
              </a:ext>
            </a:extLst>
          </p:cNvPr>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7382357" y="5395907"/>
            <a:ext cx="345076" cy="487215"/>
          </a:xfrm>
          <a:prstGeom prst="rect">
            <a:avLst/>
          </a:prstGeom>
        </p:spPr>
      </p:pic>
      <p:pic>
        <p:nvPicPr>
          <p:cNvPr id="1028" name="Picture 4" descr="Flutter - Build apps for any screen">
            <a:extLst>
              <a:ext uri="{FF2B5EF4-FFF2-40B4-BE49-F238E27FC236}">
                <a16:creationId xmlns:a16="http://schemas.microsoft.com/office/drawing/2014/main" id="{A0CEB47D-EAE8-0C72-F226-68E238E50FDD}"/>
              </a:ext>
            </a:extLst>
          </p:cNvPr>
          <p:cNvPicPr>
            <a:picLocks noChangeAspect="1" noChangeArrowheads="1"/>
          </p:cNvPicPr>
          <p:nvPr/>
        </p:nvPicPr>
        <p:blipFill rotWithShape="1">
          <a:blip r:embed="rId41">
            <a:extLst>
              <a:ext uri="{28A0092B-C50C-407E-A947-70E740481C1C}">
                <a14:useLocalDpi xmlns:a14="http://schemas.microsoft.com/office/drawing/2010/main" val="0"/>
              </a:ext>
            </a:extLst>
          </a:blip>
          <a:srcRect l="17164" t="28635" r="21521" b="32036"/>
          <a:stretch/>
        </p:blipFill>
        <p:spPr bwMode="auto">
          <a:xfrm>
            <a:off x="695299" y="2490166"/>
            <a:ext cx="1086048" cy="34273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F959EF65-F0E7-AF49-6EEB-F3A9C265D264}"/>
              </a:ext>
            </a:extLst>
          </p:cNvPr>
          <p:cNvSpPr txBox="1"/>
          <p:nvPr/>
        </p:nvSpPr>
        <p:spPr>
          <a:xfrm>
            <a:off x="1212850" y="6213776"/>
            <a:ext cx="7196350" cy="461665"/>
          </a:xfrm>
          <a:prstGeom prst="rect">
            <a:avLst/>
          </a:prstGeom>
          <a:noFill/>
        </p:spPr>
        <p:txBody>
          <a:bodyPr wrap="square" rtlCol="0">
            <a:spAutoFit/>
          </a:bodyPr>
          <a:lstStyle/>
          <a:p>
            <a:r>
              <a:rPr lang="en-US" sz="2400" dirty="0"/>
              <a:t>- Key Focus Technologies </a:t>
            </a:r>
          </a:p>
        </p:txBody>
      </p:sp>
      <p:grpSp>
        <p:nvGrpSpPr>
          <p:cNvPr id="41" name="Group 40">
            <a:extLst>
              <a:ext uri="{FF2B5EF4-FFF2-40B4-BE49-F238E27FC236}">
                <a16:creationId xmlns:a16="http://schemas.microsoft.com/office/drawing/2014/main" id="{F6BEB5E4-CD20-029B-2960-8B8E90EC0AD5}"/>
              </a:ext>
            </a:extLst>
          </p:cNvPr>
          <p:cNvGrpSpPr/>
          <p:nvPr/>
        </p:nvGrpSpPr>
        <p:grpSpPr>
          <a:xfrm>
            <a:off x="718669" y="1014414"/>
            <a:ext cx="10754662" cy="1253270"/>
            <a:chOff x="588566" y="1014414"/>
            <a:chExt cx="10754662" cy="1253270"/>
          </a:xfrm>
        </p:grpSpPr>
        <p:sp>
          <p:nvSpPr>
            <p:cNvPr id="87" name="Rectangle 46">
              <a:extLst>
                <a:ext uri="{FF2B5EF4-FFF2-40B4-BE49-F238E27FC236}">
                  <a16:creationId xmlns:a16="http://schemas.microsoft.com/office/drawing/2014/main" id="{10CC41CB-DE2E-44A0-ACC2-18D0451EE5A5}"/>
                </a:ext>
              </a:extLst>
            </p:cNvPr>
            <p:cNvSpPr>
              <a:spLocks noChangeArrowheads="1"/>
            </p:cNvSpPr>
            <p:nvPr/>
          </p:nvSpPr>
          <p:spPr bwMode="auto">
            <a:xfrm>
              <a:off x="4485260" y="1098237"/>
              <a:ext cx="1344869" cy="56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a:p>
          </p:txBody>
        </p:sp>
        <p:sp>
          <p:nvSpPr>
            <p:cNvPr id="93" name="Rectangle 62">
              <a:extLst>
                <a:ext uri="{FF2B5EF4-FFF2-40B4-BE49-F238E27FC236}">
                  <a16:creationId xmlns:a16="http://schemas.microsoft.com/office/drawing/2014/main" id="{97261C76-CB40-42E0-947A-FC14D2D3EE3C}"/>
                </a:ext>
              </a:extLst>
            </p:cNvPr>
            <p:cNvSpPr>
              <a:spLocks noChangeArrowheads="1"/>
            </p:cNvSpPr>
            <p:nvPr/>
          </p:nvSpPr>
          <p:spPr bwMode="auto">
            <a:xfrm>
              <a:off x="3408355" y="1014414"/>
              <a:ext cx="1466309" cy="58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a:p>
          </p:txBody>
        </p:sp>
        <p:sp>
          <p:nvSpPr>
            <p:cNvPr id="95" name="Rectangle 66">
              <a:extLst>
                <a:ext uri="{FF2B5EF4-FFF2-40B4-BE49-F238E27FC236}">
                  <a16:creationId xmlns:a16="http://schemas.microsoft.com/office/drawing/2014/main" id="{A049D719-698E-4678-B63B-BA5EA9008BA0}"/>
                </a:ext>
              </a:extLst>
            </p:cNvPr>
            <p:cNvSpPr>
              <a:spLocks noChangeArrowheads="1"/>
            </p:cNvSpPr>
            <p:nvPr/>
          </p:nvSpPr>
          <p:spPr bwMode="auto">
            <a:xfrm>
              <a:off x="6453765" y="1014414"/>
              <a:ext cx="1466309" cy="58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a:p>
          </p:txBody>
        </p:sp>
        <p:sp>
          <p:nvSpPr>
            <p:cNvPr id="6" name="Rectangle 94">
              <a:extLst>
                <a:ext uri="{FF2B5EF4-FFF2-40B4-BE49-F238E27FC236}">
                  <a16:creationId xmlns:a16="http://schemas.microsoft.com/office/drawing/2014/main" id="{555256AC-F360-447C-AFCA-0020029A8A32}"/>
                </a:ext>
              </a:extLst>
            </p:cNvPr>
            <p:cNvSpPr>
              <a:spLocks noChangeArrowheads="1"/>
            </p:cNvSpPr>
            <p:nvPr/>
          </p:nvSpPr>
          <p:spPr bwMode="auto">
            <a:xfrm>
              <a:off x="6758550" y="1069520"/>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pic>
          <p:nvPicPr>
            <p:cNvPr id="11266" name="Picture 2">
              <a:extLst>
                <a:ext uri="{FF2B5EF4-FFF2-40B4-BE49-F238E27FC236}">
                  <a16:creationId xmlns:a16="http://schemas.microsoft.com/office/drawing/2014/main" id="{0F5BB3DE-F981-4719-B203-D4A704D9D921}"/>
                </a:ext>
              </a:extLst>
            </p:cNvPr>
            <p:cNvPicPr>
              <a:picLocks noChangeAspect="1" noChangeArrowheads="1"/>
            </p:cNvPicPr>
            <p:nvPr/>
          </p:nvPicPr>
          <p:blipFill>
            <a:blip r:embed="rId42" cstate="email">
              <a:extLst>
                <a:ext uri="{28A0092B-C50C-407E-A947-70E740481C1C}">
                  <a14:useLocalDpi xmlns:a14="http://schemas.microsoft.com/office/drawing/2010/main"/>
                </a:ext>
              </a:extLst>
            </a:blip>
            <a:srcRect/>
            <a:stretch>
              <a:fillRect/>
            </a:stretch>
          </p:blipFill>
          <p:spPr bwMode="auto">
            <a:xfrm>
              <a:off x="7103199" y="1191473"/>
              <a:ext cx="661105" cy="39403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94">
              <a:extLst>
                <a:ext uri="{FF2B5EF4-FFF2-40B4-BE49-F238E27FC236}">
                  <a16:creationId xmlns:a16="http://schemas.microsoft.com/office/drawing/2014/main" id="{6ECA925E-525C-4A8F-B165-67E5D99D8ACD}"/>
                </a:ext>
              </a:extLst>
            </p:cNvPr>
            <p:cNvSpPr>
              <a:spLocks noChangeArrowheads="1"/>
            </p:cNvSpPr>
            <p:nvPr/>
          </p:nvSpPr>
          <p:spPr bwMode="auto">
            <a:xfrm>
              <a:off x="9876919" y="1066049"/>
              <a:ext cx="1466309"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60958" tIns="30479" rIns="60958" bIns="30479" numCol="1" anchor="t" anchorCtr="0" compatLnSpc="1">
              <a:prstTxWarp prst="textNoShape">
                <a:avLst/>
              </a:prstTxWarp>
            </a:bodyPr>
            <a:lstStyle/>
            <a:p>
              <a:endParaRPr lang="en-IN" sz="2000"/>
            </a:p>
          </p:txBody>
        </p:sp>
        <p:sp>
          <p:nvSpPr>
            <p:cNvPr id="91" name="Rectangle 63">
              <a:extLst>
                <a:ext uri="{FF2B5EF4-FFF2-40B4-BE49-F238E27FC236}">
                  <a16:creationId xmlns:a16="http://schemas.microsoft.com/office/drawing/2014/main" id="{BEBB6213-6D36-4F54-B8B9-AE80E8FD1FD7}"/>
                </a:ext>
              </a:extLst>
            </p:cNvPr>
            <p:cNvSpPr>
              <a:spLocks noChangeArrowheads="1"/>
            </p:cNvSpPr>
            <p:nvPr/>
          </p:nvSpPr>
          <p:spPr bwMode="auto">
            <a:xfrm>
              <a:off x="8312027" y="1058109"/>
              <a:ext cx="146771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pic>
          <p:nvPicPr>
            <p:cNvPr id="15" name="Picture 14">
              <a:extLst>
                <a:ext uri="{FF2B5EF4-FFF2-40B4-BE49-F238E27FC236}">
                  <a16:creationId xmlns:a16="http://schemas.microsoft.com/office/drawing/2014/main" id="{F3901FE8-9691-B906-4FFC-CF464A41E5A8}"/>
                </a:ext>
              </a:extLst>
            </p:cNvPr>
            <p:cNvPicPr>
              <a:picLocks noChangeAspect="1"/>
            </p:cNvPicPr>
            <p:nvPr/>
          </p:nvPicPr>
          <p:blipFill>
            <a:blip r:embed="rId43" cstate="email">
              <a:extLst>
                <a:ext uri="{28A0092B-C50C-407E-A947-70E740481C1C}">
                  <a14:useLocalDpi xmlns:a14="http://schemas.microsoft.com/office/drawing/2010/main"/>
                </a:ext>
              </a:extLst>
            </a:blip>
            <a:stretch>
              <a:fillRect/>
            </a:stretch>
          </p:blipFill>
          <p:spPr>
            <a:xfrm>
              <a:off x="6690933" y="1780004"/>
              <a:ext cx="1306412" cy="487680"/>
            </a:xfrm>
            <a:prstGeom prst="rect">
              <a:avLst/>
            </a:prstGeom>
          </p:spPr>
        </p:pic>
        <p:pic>
          <p:nvPicPr>
            <p:cNvPr id="1030" name="Picture 6">
              <a:extLst>
                <a:ext uri="{FF2B5EF4-FFF2-40B4-BE49-F238E27FC236}">
                  <a16:creationId xmlns:a16="http://schemas.microsoft.com/office/drawing/2014/main" id="{FFE29BF7-9895-7AD6-C47D-E3654EF14769}"/>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10095751" y="1207449"/>
              <a:ext cx="965799" cy="279176"/>
            </a:xfrm>
            <a:prstGeom prst="rect">
              <a:avLst/>
            </a:prstGeom>
            <a:noFill/>
            <a:extLst>
              <a:ext uri="{909E8E84-426E-40DD-AFC4-6F175D3DCCD1}">
                <a14:hiddenFill xmlns:a14="http://schemas.microsoft.com/office/drawing/2010/main">
                  <a:solidFill>
                    <a:srgbClr val="FFFFFF"/>
                  </a:solidFill>
                </a14:hiddenFill>
              </a:ext>
            </a:extLst>
          </p:spPr>
        </p:pic>
        <p:sp>
          <p:nvSpPr>
            <p:cNvPr id="81" name="Rectangle 96">
              <a:extLst>
                <a:ext uri="{FF2B5EF4-FFF2-40B4-BE49-F238E27FC236}">
                  <a16:creationId xmlns:a16="http://schemas.microsoft.com/office/drawing/2014/main" id="{019018FB-CB18-4E72-A381-25E34FFCAAB8}"/>
                </a:ext>
              </a:extLst>
            </p:cNvPr>
            <p:cNvSpPr>
              <a:spLocks noChangeArrowheads="1"/>
            </p:cNvSpPr>
            <p:nvPr/>
          </p:nvSpPr>
          <p:spPr bwMode="auto">
            <a:xfrm>
              <a:off x="588566" y="1062786"/>
              <a:ext cx="1462080" cy="578203"/>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90" name="Rectangle 69">
              <a:extLst>
                <a:ext uri="{FF2B5EF4-FFF2-40B4-BE49-F238E27FC236}">
                  <a16:creationId xmlns:a16="http://schemas.microsoft.com/office/drawing/2014/main" id="{2F0E0E9D-EC20-4148-AFED-325E2BFAC820}"/>
                </a:ext>
              </a:extLst>
            </p:cNvPr>
            <p:cNvSpPr>
              <a:spLocks noChangeArrowheads="1"/>
            </p:cNvSpPr>
            <p:nvPr/>
          </p:nvSpPr>
          <p:spPr bwMode="auto">
            <a:xfrm>
              <a:off x="2150747" y="1054190"/>
              <a:ext cx="146630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98" name="Rectangle 67">
              <a:extLst>
                <a:ext uri="{FF2B5EF4-FFF2-40B4-BE49-F238E27FC236}">
                  <a16:creationId xmlns:a16="http://schemas.microsoft.com/office/drawing/2014/main" id="{12E78425-E795-4651-AFB8-559EAD1143CF}"/>
                </a:ext>
              </a:extLst>
            </p:cNvPr>
            <p:cNvSpPr>
              <a:spLocks noChangeArrowheads="1"/>
            </p:cNvSpPr>
            <p:nvPr/>
          </p:nvSpPr>
          <p:spPr bwMode="auto">
            <a:xfrm>
              <a:off x="3712697" y="1076168"/>
              <a:ext cx="146630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dirty="0"/>
            </a:p>
          </p:txBody>
        </p:sp>
        <p:sp>
          <p:nvSpPr>
            <p:cNvPr id="99" name="Rectangle 69">
              <a:extLst>
                <a:ext uri="{FF2B5EF4-FFF2-40B4-BE49-F238E27FC236}">
                  <a16:creationId xmlns:a16="http://schemas.microsoft.com/office/drawing/2014/main" id="{F1F6FE4A-1E93-49B9-9E62-F8575051E9D8}"/>
                </a:ext>
              </a:extLst>
            </p:cNvPr>
            <p:cNvSpPr>
              <a:spLocks noChangeArrowheads="1"/>
            </p:cNvSpPr>
            <p:nvPr/>
          </p:nvSpPr>
          <p:spPr bwMode="auto">
            <a:xfrm>
              <a:off x="5232582" y="1076168"/>
              <a:ext cx="1466309" cy="583595"/>
            </a:xfrm>
            <a:prstGeom prst="rect">
              <a:avLst/>
            </a:prstGeom>
            <a:solidFill>
              <a:srgbClr val="FBFAFC"/>
            </a:solidFill>
            <a:ln>
              <a:noFill/>
            </a:ln>
            <a:effectLst>
              <a:outerShdw blurRad="76200" dist="63500" dir="5400000" algn="t" rotWithShape="0">
                <a:prstClr val="black">
                  <a:alpha val="21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121917" tIns="60958" rIns="121917" bIns="60958" numCol="1" anchor="t" anchorCtr="0" compatLnSpc="1">
              <a:prstTxWarp prst="textNoShape">
                <a:avLst/>
              </a:prstTxWarp>
            </a:bodyPr>
            <a:lstStyle/>
            <a:p>
              <a:endParaRPr lang="en-IN" sz="2000"/>
            </a:p>
          </p:txBody>
        </p:sp>
        <p:pic>
          <p:nvPicPr>
            <p:cNvPr id="133" name="Picture 132"/>
            <p:cNvPicPr>
              <a:picLocks noChangeAspect="1"/>
            </p:cNvPicPr>
            <p:nvPr/>
          </p:nvPicPr>
          <p:blipFill rotWithShape="1">
            <a:blip r:embed="rId45" cstate="email">
              <a:extLst>
                <a:ext uri="{28A0092B-C50C-407E-A947-70E740481C1C}">
                  <a14:useLocalDpi xmlns:a14="http://schemas.microsoft.com/office/drawing/2010/main"/>
                </a:ext>
              </a:extLst>
            </a:blip>
            <a:srcRect l="7194" t="33033" r="14767" b="28664"/>
            <a:stretch/>
          </p:blipFill>
          <p:spPr>
            <a:xfrm>
              <a:off x="2166808" y="1172951"/>
              <a:ext cx="1230252" cy="384651"/>
            </a:xfrm>
            <a:prstGeom prst="rect">
              <a:avLst/>
            </a:prstGeom>
          </p:spPr>
        </p:pic>
        <p:pic>
          <p:nvPicPr>
            <p:cNvPr id="135" name="Picture 134"/>
            <p:cNvPicPr>
              <a:picLocks noChangeAspect="1"/>
            </p:cNvPicPr>
            <p:nvPr/>
          </p:nvPicPr>
          <p:blipFill>
            <a:blip r:embed="rId46" cstate="email">
              <a:extLst>
                <a:ext uri="{28A0092B-C50C-407E-A947-70E740481C1C}">
                  <a14:useLocalDpi xmlns:a14="http://schemas.microsoft.com/office/drawing/2010/main"/>
                </a:ext>
              </a:extLst>
            </a:blip>
            <a:stretch>
              <a:fillRect/>
            </a:stretch>
          </p:blipFill>
          <p:spPr>
            <a:xfrm>
              <a:off x="5523207" y="1093309"/>
              <a:ext cx="878992" cy="487680"/>
            </a:xfrm>
            <a:prstGeom prst="rect">
              <a:avLst/>
            </a:prstGeom>
          </p:spPr>
        </p:pic>
        <p:pic>
          <p:nvPicPr>
            <p:cNvPr id="49" name="Picture 2" descr="PySpark Programming | What is PySpark? | Introduction To PySpark | Edureka">
              <a:extLst>
                <a:ext uri="{FF2B5EF4-FFF2-40B4-BE49-F238E27FC236}">
                  <a16:creationId xmlns:a16="http://schemas.microsoft.com/office/drawing/2014/main" id="{22D8B79A-84AF-9893-6826-81170DF6780E}"/>
                </a:ext>
              </a:extLst>
            </p:cNvPr>
            <p:cNvPicPr>
              <a:picLocks noChangeAspect="1" noChangeArrowheads="1"/>
            </p:cNvPicPr>
            <p:nvPr/>
          </p:nvPicPr>
          <p:blipFill rotWithShape="1">
            <a:blip r:embed="rId47">
              <a:extLst>
                <a:ext uri="{28A0092B-C50C-407E-A947-70E740481C1C}">
                  <a14:useLocalDpi xmlns:a14="http://schemas.microsoft.com/office/drawing/2010/main" val="0"/>
                </a:ext>
              </a:extLst>
            </a:blip>
            <a:srcRect l="6973" t="10444" r="43578" b="29492"/>
            <a:stretch/>
          </p:blipFill>
          <p:spPr bwMode="auto">
            <a:xfrm>
              <a:off x="3833936" y="1154818"/>
              <a:ext cx="1046674" cy="44414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44103A6-4A57-6A44-0F4E-2C7C16A59AC3}"/>
                </a:ext>
              </a:extLst>
            </p:cNvPr>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845369" y="1253732"/>
              <a:ext cx="842440" cy="209623"/>
            </a:xfrm>
            <a:prstGeom prst="rect">
              <a:avLst/>
            </a:prstGeom>
            <a:noFill/>
            <a:extLst>
              <a:ext uri="{909E8E84-426E-40DD-AFC4-6F175D3DCCD1}">
                <a14:hiddenFill xmlns:a14="http://schemas.microsoft.com/office/drawing/2010/main">
                  <a:solidFill>
                    <a:srgbClr val="FFFFFF"/>
                  </a:solidFill>
                </a14:hiddenFill>
              </a:ext>
            </a:extLst>
          </p:spPr>
        </p:pic>
      </p:grpSp>
      <p:sp>
        <p:nvSpPr>
          <p:cNvPr id="42" name="Oval 41">
            <a:extLst>
              <a:ext uri="{FF2B5EF4-FFF2-40B4-BE49-F238E27FC236}">
                <a16:creationId xmlns:a16="http://schemas.microsoft.com/office/drawing/2014/main" id="{16F1A58D-0F9C-F8AF-C58F-2513E2CFC3D7}"/>
              </a:ext>
            </a:extLst>
          </p:cNvPr>
          <p:cNvSpPr/>
          <p:nvPr/>
        </p:nvSpPr>
        <p:spPr>
          <a:xfrm>
            <a:off x="962493" y="6334348"/>
            <a:ext cx="208107" cy="220520"/>
          </a:xfrm>
          <a:prstGeom prst="ellipse">
            <a:avLst/>
          </a:prstGeom>
          <a:solidFill>
            <a:srgbClr val="3680D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DCA5342D-E594-5876-143D-584E97A5CF22}"/>
              </a:ext>
            </a:extLst>
          </p:cNvPr>
          <p:cNvPicPr>
            <a:picLocks noChangeAspect="1"/>
          </p:cNvPicPr>
          <p:nvPr/>
        </p:nvPicPr>
        <p:blipFill>
          <a:blip r:embed="rId49">
            <a:extLst>
              <a:ext uri="{28A0092B-C50C-407E-A947-70E740481C1C}">
                <a14:useLocalDpi xmlns:a14="http://schemas.microsoft.com/office/drawing/2010/main" val="0"/>
              </a:ext>
            </a:extLst>
          </a:blip>
          <a:stretch>
            <a:fillRect/>
          </a:stretch>
        </p:blipFill>
        <p:spPr>
          <a:xfrm>
            <a:off x="8467829" y="5460227"/>
            <a:ext cx="1323975" cy="389249"/>
          </a:xfrm>
          <a:prstGeom prst="rect">
            <a:avLst/>
          </a:prstGeom>
        </p:spPr>
      </p:pic>
      <p:pic>
        <p:nvPicPr>
          <p:cNvPr id="55" name="Picture 54">
            <a:extLst>
              <a:ext uri="{FF2B5EF4-FFF2-40B4-BE49-F238E27FC236}">
                <a16:creationId xmlns:a16="http://schemas.microsoft.com/office/drawing/2014/main" id="{131D0E92-4CAE-EAD4-2672-7E106B60F0B9}"/>
              </a:ext>
            </a:extLst>
          </p:cNvPr>
          <p:cNvPicPr>
            <a:picLocks noChangeAspect="1"/>
          </p:cNvPicPr>
          <p:nvPr/>
        </p:nvPicPr>
        <p:blipFill>
          <a:blip r:embed="rId50">
            <a:extLst>
              <a:ext uri="{28A0092B-C50C-407E-A947-70E740481C1C}">
                <a14:useLocalDpi xmlns:a14="http://schemas.microsoft.com/office/drawing/2010/main" val="0"/>
              </a:ext>
            </a:extLst>
          </a:blip>
          <a:stretch>
            <a:fillRect/>
          </a:stretch>
        </p:blipFill>
        <p:spPr>
          <a:xfrm>
            <a:off x="10102851" y="5454535"/>
            <a:ext cx="1256741" cy="420264"/>
          </a:xfrm>
          <a:prstGeom prst="rect">
            <a:avLst/>
          </a:prstGeom>
        </p:spPr>
      </p:pic>
      <p:pic>
        <p:nvPicPr>
          <p:cNvPr id="114" name="Picture 12" descr="Related image">
            <a:extLst>
              <a:ext uri="{FF2B5EF4-FFF2-40B4-BE49-F238E27FC236}">
                <a16:creationId xmlns:a16="http://schemas.microsoft.com/office/drawing/2014/main" id="{87B3D141-1B14-4473-9E5F-3A297B590400}"/>
              </a:ext>
            </a:extLst>
          </p:cNvPr>
          <p:cNvPicPr>
            <a:picLocks noChangeAspect="1" noChangeArrowheads="1"/>
          </p:cNvPicPr>
          <p:nvPr/>
        </p:nvPicPr>
        <p:blipFill>
          <a:blip r:embed="rId51" cstate="email">
            <a:extLst>
              <a:ext uri="{28A0092B-C50C-407E-A947-70E740481C1C}">
                <a14:useLocalDpi xmlns:a14="http://schemas.microsoft.com/office/drawing/2010/main"/>
              </a:ext>
            </a:extLst>
          </a:blip>
          <a:srcRect/>
          <a:stretch>
            <a:fillRect/>
          </a:stretch>
        </p:blipFill>
        <p:spPr bwMode="auto">
          <a:xfrm>
            <a:off x="8565787" y="919372"/>
            <a:ext cx="996075" cy="950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8035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Box 106">
            <a:extLst>
              <a:ext uri="{FF2B5EF4-FFF2-40B4-BE49-F238E27FC236}">
                <a16:creationId xmlns:a16="http://schemas.microsoft.com/office/drawing/2014/main" id="{41B6FA04-D673-CE0D-243C-B29B5B78C2BF}"/>
              </a:ext>
            </a:extLst>
          </p:cNvPr>
          <p:cNvSpPr txBox="1"/>
          <p:nvPr/>
        </p:nvSpPr>
        <p:spPr>
          <a:xfrm>
            <a:off x="1090905" y="1151642"/>
            <a:ext cx="2756998" cy="338554"/>
          </a:xfrm>
          <a:prstGeom prst="rect">
            <a:avLst/>
          </a:prstGeom>
          <a:noFill/>
        </p:spPr>
        <p:txBody>
          <a:bodyPr wrap="square" rtlCol="0">
            <a:spAutoFit/>
          </a:bodyPr>
          <a:lstStyle/>
          <a:p>
            <a:r>
              <a:rPr lang="en-US" sz="1600" b="1" dirty="0">
                <a:solidFill>
                  <a:schemeClr val="bg2">
                    <a:lumMod val="25000"/>
                  </a:schemeClr>
                </a:solidFill>
              </a:rPr>
              <a:t>Consulting &amp; Delivery</a:t>
            </a:r>
          </a:p>
        </p:txBody>
      </p:sp>
      <p:sp>
        <p:nvSpPr>
          <p:cNvPr id="108" name="TextBox 107">
            <a:extLst>
              <a:ext uri="{FF2B5EF4-FFF2-40B4-BE49-F238E27FC236}">
                <a16:creationId xmlns:a16="http://schemas.microsoft.com/office/drawing/2014/main" id="{980F402C-21C2-843E-07C7-95009D38B5F8}"/>
              </a:ext>
            </a:extLst>
          </p:cNvPr>
          <p:cNvSpPr txBox="1"/>
          <p:nvPr/>
        </p:nvSpPr>
        <p:spPr>
          <a:xfrm>
            <a:off x="4609983" y="1194360"/>
            <a:ext cx="3781841" cy="338554"/>
          </a:xfrm>
          <a:prstGeom prst="rect">
            <a:avLst/>
          </a:prstGeom>
          <a:noFill/>
        </p:spPr>
        <p:txBody>
          <a:bodyPr wrap="square" rtlCol="0">
            <a:spAutoFit/>
          </a:bodyPr>
          <a:lstStyle>
            <a:defPPr>
              <a:defRPr lang="en-US"/>
            </a:defPPr>
            <a:lvl1pPr>
              <a:defRPr sz="1400" b="1"/>
            </a:lvl1pPr>
          </a:lstStyle>
          <a:p>
            <a:r>
              <a:rPr lang="en-US" sz="1600" dirty="0">
                <a:solidFill>
                  <a:schemeClr val="bg2">
                    <a:lumMod val="25000"/>
                  </a:schemeClr>
                </a:solidFill>
              </a:rPr>
              <a:t>Product Professional Services </a:t>
            </a:r>
          </a:p>
        </p:txBody>
      </p:sp>
      <p:sp>
        <p:nvSpPr>
          <p:cNvPr id="111" name="TextBox 110">
            <a:extLst>
              <a:ext uri="{FF2B5EF4-FFF2-40B4-BE49-F238E27FC236}">
                <a16:creationId xmlns:a16="http://schemas.microsoft.com/office/drawing/2014/main" id="{EABA342A-5A65-D027-636E-CFBECAF250EB}"/>
              </a:ext>
            </a:extLst>
          </p:cNvPr>
          <p:cNvSpPr txBox="1"/>
          <p:nvPr/>
        </p:nvSpPr>
        <p:spPr>
          <a:xfrm>
            <a:off x="5304002" y="3760931"/>
            <a:ext cx="2150034" cy="338554"/>
          </a:xfrm>
          <a:prstGeom prst="rect">
            <a:avLst/>
          </a:prstGeom>
          <a:noFill/>
        </p:spPr>
        <p:txBody>
          <a:bodyPr wrap="square" rtlCol="0">
            <a:spAutoFit/>
          </a:bodyPr>
          <a:lstStyle>
            <a:defPPr>
              <a:defRPr lang="en-US"/>
            </a:defPPr>
            <a:lvl1pPr>
              <a:defRPr sz="1400" b="1"/>
            </a:lvl1pPr>
          </a:lstStyle>
          <a:p>
            <a:r>
              <a:rPr lang="en-US" sz="1600" dirty="0">
                <a:solidFill>
                  <a:schemeClr val="bg2">
                    <a:lumMod val="25000"/>
                  </a:schemeClr>
                </a:solidFill>
              </a:rPr>
              <a:t>Training Factory  </a:t>
            </a:r>
          </a:p>
        </p:txBody>
      </p:sp>
      <p:sp>
        <p:nvSpPr>
          <p:cNvPr id="112" name="TextBox 111">
            <a:extLst>
              <a:ext uri="{FF2B5EF4-FFF2-40B4-BE49-F238E27FC236}">
                <a16:creationId xmlns:a16="http://schemas.microsoft.com/office/drawing/2014/main" id="{1E9B2509-E79C-B20F-D372-FC937003A998}"/>
              </a:ext>
            </a:extLst>
          </p:cNvPr>
          <p:cNvSpPr txBox="1"/>
          <p:nvPr/>
        </p:nvSpPr>
        <p:spPr>
          <a:xfrm>
            <a:off x="9025496" y="1205174"/>
            <a:ext cx="2398825" cy="338554"/>
          </a:xfrm>
          <a:prstGeom prst="rect">
            <a:avLst/>
          </a:prstGeom>
          <a:noFill/>
        </p:spPr>
        <p:txBody>
          <a:bodyPr wrap="square" rtlCol="0">
            <a:spAutoFit/>
          </a:bodyPr>
          <a:lstStyle>
            <a:defPPr>
              <a:defRPr lang="en-US"/>
            </a:defPPr>
            <a:lvl1pPr>
              <a:defRPr sz="1400" b="1"/>
            </a:lvl1pPr>
          </a:lstStyle>
          <a:p>
            <a:r>
              <a:rPr lang="en-US" sz="1600" dirty="0">
                <a:solidFill>
                  <a:schemeClr val="bg2">
                    <a:lumMod val="25000"/>
                  </a:schemeClr>
                </a:solidFill>
              </a:rPr>
              <a:t>Products &amp; Solutions </a:t>
            </a:r>
          </a:p>
        </p:txBody>
      </p:sp>
      <p:cxnSp>
        <p:nvCxnSpPr>
          <p:cNvPr id="113" name="Straight Connector 112">
            <a:extLst>
              <a:ext uri="{FF2B5EF4-FFF2-40B4-BE49-F238E27FC236}">
                <a16:creationId xmlns:a16="http://schemas.microsoft.com/office/drawing/2014/main" id="{EA3F8AB3-F580-903D-6C2C-13FCE097F29C}"/>
              </a:ext>
            </a:extLst>
          </p:cNvPr>
          <p:cNvCxnSpPr>
            <a:cxnSpLocks/>
          </p:cNvCxnSpPr>
          <p:nvPr/>
        </p:nvCxnSpPr>
        <p:spPr>
          <a:xfrm>
            <a:off x="8274507" y="3903642"/>
            <a:ext cx="0" cy="1963086"/>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14" name="Picture 40" descr="Axtria Secures $150 Million Growth Investment from Bain Capital Tech  Opportunities">
            <a:extLst>
              <a:ext uri="{FF2B5EF4-FFF2-40B4-BE49-F238E27FC236}">
                <a16:creationId xmlns:a16="http://schemas.microsoft.com/office/drawing/2014/main" id="{6DF8C6DB-899C-076B-71F6-6E011B55616D}"/>
              </a:ext>
            </a:extLst>
          </p:cNvPr>
          <p:cNvPicPr>
            <a:picLocks noChangeAspect="1" noChangeArrowheads="1"/>
          </p:cNvPicPr>
          <p:nvPr/>
        </p:nvPicPr>
        <p:blipFill>
          <a:blip r:embed="rId2" cstate="print">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1350235" y="4429259"/>
            <a:ext cx="1128211" cy="374566"/>
          </a:xfrm>
          <a:prstGeom prst="rect">
            <a:avLst/>
          </a:prstGeom>
          <a:noFill/>
          <a:extLst>
            <a:ext uri="{909E8E84-426E-40DD-AFC4-6F175D3DCCD1}">
              <a14:hiddenFill xmlns:a14="http://schemas.microsoft.com/office/drawing/2010/main">
                <a:solidFill>
                  <a:srgbClr val="FFFFFF"/>
                </a:solidFill>
              </a14:hiddenFill>
            </a:ext>
          </a:extLst>
        </p:spPr>
      </p:pic>
      <p:sp>
        <p:nvSpPr>
          <p:cNvPr id="115" name="TextBox 114">
            <a:extLst>
              <a:ext uri="{FF2B5EF4-FFF2-40B4-BE49-F238E27FC236}">
                <a16:creationId xmlns:a16="http://schemas.microsoft.com/office/drawing/2014/main" id="{1A6FCFC5-F99C-9CFE-A2CB-CC8A64232C63}"/>
              </a:ext>
            </a:extLst>
          </p:cNvPr>
          <p:cNvSpPr txBox="1"/>
          <p:nvPr/>
        </p:nvSpPr>
        <p:spPr>
          <a:xfrm>
            <a:off x="1038465" y="3741039"/>
            <a:ext cx="2316621" cy="338554"/>
          </a:xfrm>
          <a:prstGeom prst="rect">
            <a:avLst/>
          </a:prstGeom>
          <a:noFill/>
        </p:spPr>
        <p:txBody>
          <a:bodyPr wrap="square" rtlCol="0">
            <a:spAutoFit/>
          </a:bodyPr>
          <a:lstStyle>
            <a:defPPr>
              <a:defRPr lang="en-US"/>
            </a:defPPr>
            <a:lvl1pPr>
              <a:defRPr sz="1400" b="1"/>
            </a:lvl1pPr>
          </a:lstStyle>
          <a:p>
            <a:r>
              <a:rPr lang="en-US" sz="1600" dirty="0">
                <a:solidFill>
                  <a:schemeClr val="bg2">
                    <a:lumMod val="25000"/>
                  </a:schemeClr>
                </a:solidFill>
              </a:rPr>
              <a:t>Staffing Services</a:t>
            </a:r>
          </a:p>
        </p:txBody>
      </p:sp>
      <p:pic>
        <p:nvPicPr>
          <p:cNvPr id="116" name="Picture 58" descr="Tiger Analytics | LinkedIn">
            <a:extLst>
              <a:ext uri="{FF2B5EF4-FFF2-40B4-BE49-F238E27FC236}">
                <a16:creationId xmlns:a16="http://schemas.microsoft.com/office/drawing/2014/main" id="{2DB27A61-587F-C23D-44FD-4B5116EF4F05}"/>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9359" b="29192"/>
          <a:stretch/>
        </p:blipFill>
        <p:spPr bwMode="auto">
          <a:xfrm>
            <a:off x="75243" y="4500101"/>
            <a:ext cx="1015662" cy="420984"/>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60" descr="US Technology International Pvt. Ltd., Thiruvananthapuram, #721, Nila,  Technopark Trivandrum">
            <a:extLst>
              <a:ext uri="{FF2B5EF4-FFF2-40B4-BE49-F238E27FC236}">
                <a16:creationId xmlns:a16="http://schemas.microsoft.com/office/drawing/2014/main" id="{84A4534D-1A0A-AAF2-2A59-BCEC68A05DC3}"/>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7989" t="18747" r="22371" b="18551"/>
          <a:stretch/>
        </p:blipFill>
        <p:spPr bwMode="auto">
          <a:xfrm>
            <a:off x="3038261" y="4364830"/>
            <a:ext cx="641174" cy="674096"/>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78" descr="Logos - Data &amp; Analytics Solutions &amp; Services - InfoCepts">
            <a:extLst>
              <a:ext uri="{FF2B5EF4-FFF2-40B4-BE49-F238E27FC236}">
                <a16:creationId xmlns:a16="http://schemas.microsoft.com/office/drawing/2014/main" id="{CF0FBE19-E63C-500A-989A-66921E32AAF3}"/>
              </a:ext>
            </a:extLst>
          </p:cNvPr>
          <p:cNvPicPr>
            <a:picLocks noChangeAspect="1" noChangeArrowheads="1"/>
          </p:cNvPicPr>
          <p:nvPr/>
        </p:nvPicPr>
        <p:blipFill>
          <a:blip r:embed="rId5"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99689" y="5237332"/>
            <a:ext cx="1015662" cy="395264"/>
          </a:xfrm>
          <a:prstGeom prst="rect">
            <a:avLst/>
          </a:prstGeom>
          <a:noFill/>
          <a:extLst>
            <a:ext uri="{909E8E84-426E-40DD-AFC4-6F175D3DCCD1}">
              <a14:hiddenFill xmlns:a14="http://schemas.microsoft.com/office/drawing/2010/main">
                <a:solidFill>
                  <a:srgbClr val="FFFFFF"/>
                </a:solidFill>
              </a14:hiddenFill>
            </a:ext>
          </a:extLst>
        </p:spPr>
      </p:pic>
      <p:cxnSp>
        <p:nvCxnSpPr>
          <p:cNvPr id="119" name="Straight Connector 118">
            <a:extLst>
              <a:ext uri="{FF2B5EF4-FFF2-40B4-BE49-F238E27FC236}">
                <a16:creationId xmlns:a16="http://schemas.microsoft.com/office/drawing/2014/main" id="{D7412576-E6B6-75AB-A4ED-37435277E100}"/>
              </a:ext>
            </a:extLst>
          </p:cNvPr>
          <p:cNvCxnSpPr>
            <a:cxnSpLocks/>
          </p:cNvCxnSpPr>
          <p:nvPr/>
        </p:nvCxnSpPr>
        <p:spPr>
          <a:xfrm>
            <a:off x="4011684" y="3921846"/>
            <a:ext cx="0" cy="1963086"/>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0" name="Straight Connector 119">
            <a:extLst>
              <a:ext uri="{FF2B5EF4-FFF2-40B4-BE49-F238E27FC236}">
                <a16:creationId xmlns:a16="http://schemas.microsoft.com/office/drawing/2014/main" id="{CAB4E475-A3B7-99ED-E79F-A0B1AE851C10}"/>
              </a:ext>
            </a:extLst>
          </p:cNvPr>
          <p:cNvCxnSpPr>
            <a:cxnSpLocks/>
          </p:cNvCxnSpPr>
          <p:nvPr/>
        </p:nvCxnSpPr>
        <p:spPr>
          <a:xfrm>
            <a:off x="8274507" y="1418794"/>
            <a:ext cx="0" cy="1963086"/>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1" name="Straight Connector 120">
            <a:extLst>
              <a:ext uri="{FF2B5EF4-FFF2-40B4-BE49-F238E27FC236}">
                <a16:creationId xmlns:a16="http://schemas.microsoft.com/office/drawing/2014/main" id="{81FF28D0-4E74-53E3-F4AD-82174A3D1376}"/>
              </a:ext>
            </a:extLst>
          </p:cNvPr>
          <p:cNvCxnSpPr>
            <a:cxnSpLocks/>
          </p:cNvCxnSpPr>
          <p:nvPr/>
        </p:nvCxnSpPr>
        <p:spPr>
          <a:xfrm>
            <a:off x="4011684" y="1407968"/>
            <a:ext cx="0" cy="1963086"/>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2" name="Straight Connector 121">
            <a:extLst>
              <a:ext uri="{FF2B5EF4-FFF2-40B4-BE49-F238E27FC236}">
                <a16:creationId xmlns:a16="http://schemas.microsoft.com/office/drawing/2014/main" id="{1480C3A3-84C6-B309-D357-BF7C932BB3E0}"/>
              </a:ext>
            </a:extLst>
          </p:cNvPr>
          <p:cNvCxnSpPr/>
          <p:nvPr/>
        </p:nvCxnSpPr>
        <p:spPr>
          <a:xfrm>
            <a:off x="450589" y="1649277"/>
            <a:ext cx="11378405"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3" name="Straight Connector 122">
            <a:extLst>
              <a:ext uri="{FF2B5EF4-FFF2-40B4-BE49-F238E27FC236}">
                <a16:creationId xmlns:a16="http://schemas.microsoft.com/office/drawing/2014/main" id="{30FA45F4-A280-ADE0-6B09-82D932329929}"/>
              </a:ext>
            </a:extLst>
          </p:cNvPr>
          <p:cNvCxnSpPr/>
          <p:nvPr/>
        </p:nvCxnSpPr>
        <p:spPr>
          <a:xfrm>
            <a:off x="446972" y="3676101"/>
            <a:ext cx="11378405"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4" name="Straight Connector 123">
            <a:extLst>
              <a:ext uri="{FF2B5EF4-FFF2-40B4-BE49-F238E27FC236}">
                <a16:creationId xmlns:a16="http://schemas.microsoft.com/office/drawing/2014/main" id="{D24EB96C-01C8-2DBD-9F76-B2FCD81EEFDA}"/>
              </a:ext>
            </a:extLst>
          </p:cNvPr>
          <p:cNvCxnSpPr/>
          <p:nvPr/>
        </p:nvCxnSpPr>
        <p:spPr>
          <a:xfrm>
            <a:off x="489548" y="4206370"/>
            <a:ext cx="11378405"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25" name="Picture 124">
            <a:extLst>
              <a:ext uri="{FF2B5EF4-FFF2-40B4-BE49-F238E27FC236}">
                <a16:creationId xmlns:a16="http://schemas.microsoft.com/office/drawing/2014/main" id="{50B9220C-DA88-87FD-B249-8A3CFE0A35A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552730" y="6177286"/>
            <a:ext cx="394521" cy="643295"/>
          </a:xfrm>
          <a:prstGeom prst="rect">
            <a:avLst/>
          </a:prstGeom>
        </p:spPr>
      </p:pic>
      <p:pic>
        <p:nvPicPr>
          <p:cNvPr id="126" name="Picture 125">
            <a:extLst>
              <a:ext uri="{FF2B5EF4-FFF2-40B4-BE49-F238E27FC236}">
                <a16:creationId xmlns:a16="http://schemas.microsoft.com/office/drawing/2014/main" id="{4E1ABC14-EA52-DEC0-E59F-82D4F34C1F4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36070" y="5162302"/>
            <a:ext cx="1158813" cy="545324"/>
          </a:xfrm>
          <a:prstGeom prst="rect">
            <a:avLst/>
          </a:prstGeom>
        </p:spPr>
      </p:pic>
      <p:pic>
        <p:nvPicPr>
          <p:cNvPr id="127" name="Picture 126">
            <a:extLst>
              <a:ext uri="{FF2B5EF4-FFF2-40B4-BE49-F238E27FC236}">
                <a16:creationId xmlns:a16="http://schemas.microsoft.com/office/drawing/2014/main" id="{96680C87-9173-3FFC-3B90-36A71F0700A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20546" y="4460477"/>
            <a:ext cx="1244107" cy="585462"/>
          </a:xfrm>
          <a:prstGeom prst="rect">
            <a:avLst/>
          </a:prstGeom>
        </p:spPr>
      </p:pic>
      <p:pic>
        <p:nvPicPr>
          <p:cNvPr id="128" name="Picture 127">
            <a:extLst>
              <a:ext uri="{FF2B5EF4-FFF2-40B4-BE49-F238E27FC236}">
                <a16:creationId xmlns:a16="http://schemas.microsoft.com/office/drawing/2014/main" id="{6AC593F5-9128-8D2E-E530-9279AEADC15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28786" y="4443123"/>
            <a:ext cx="1623685" cy="764087"/>
          </a:xfrm>
          <a:prstGeom prst="rect">
            <a:avLst/>
          </a:prstGeom>
        </p:spPr>
      </p:pic>
      <p:pic>
        <p:nvPicPr>
          <p:cNvPr id="129" name="Picture 128">
            <a:extLst>
              <a:ext uri="{FF2B5EF4-FFF2-40B4-BE49-F238E27FC236}">
                <a16:creationId xmlns:a16="http://schemas.microsoft.com/office/drawing/2014/main" id="{5E653511-684A-C770-BE48-3CFB69FAE87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70949" y="5162302"/>
            <a:ext cx="1401261" cy="464168"/>
          </a:xfrm>
          <a:prstGeom prst="rect">
            <a:avLst/>
          </a:prstGeom>
        </p:spPr>
      </p:pic>
      <p:pic>
        <p:nvPicPr>
          <p:cNvPr id="130" name="Picture 129">
            <a:extLst>
              <a:ext uri="{FF2B5EF4-FFF2-40B4-BE49-F238E27FC236}">
                <a16:creationId xmlns:a16="http://schemas.microsoft.com/office/drawing/2014/main" id="{D545A1A5-BD71-0A48-6910-30C98578DAD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636665" y="1841774"/>
            <a:ext cx="1136127" cy="403598"/>
          </a:xfrm>
          <a:prstGeom prst="rect">
            <a:avLst/>
          </a:prstGeom>
        </p:spPr>
      </p:pic>
      <p:pic>
        <p:nvPicPr>
          <p:cNvPr id="131" name="Picture 26" descr="Neutrino Tech Systems | LinkedIn">
            <a:extLst>
              <a:ext uri="{FF2B5EF4-FFF2-40B4-BE49-F238E27FC236}">
                <a16:creationId xmlns:a16="http://schemas.microsoft.com/office/drawing/2014/main" id="{9888EDC8-FDA7-3CCC-75EB-0C9A58AA1FA9}"/>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34610" y="3749305"/>
            <a:ext cx="1711358" cy="1591570"/>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131">
            <a:extLst>
              <a:ext uri="{FF2B5EF4-FFF2-40B4-BE49-F238E27FC236}">
                <a16:creationId xmlns:a16="http://schemas.microsoft.com/office/drawing/2014/main" id="{BBA16158-D952-CBB5-9E4F-F416719C995F}"/>
              </a:ext>
            </a:extLst>
          </p:cNvPr>
          <p:cNvSpPr txBox="1"/>
          <p:nvPr/>
        </p:nvSpPr>
        <p:spPr>
          <a:xfrm>
            <a:off x="9579108" y="3739699"/>
            <a:ext cx="1291602" cy="338554"/>
          </a:xfrm>
          <a:prstGeom prst="rect">
            <a:avLst/>
          </a:prstGeom>
          <a:noFill/>
        </p:spPr>
        <p:txBody>
          <a:bodyPr wrap="square" rtlCol="0">
            <a:spAutoFit/>
          </a:bodyPr>
          <a:lstStyle>
            <a:defPPr>
              <a:defRPr lang="en-US"/>
            </a:defPPr>
            <a:lvl1pPr>
              <a:defRPr sz="1400" b="1"/>
            </a:lvl1pPr>
          </a:lstStyle>
          <a:p>
            <a:r>
              <a:rPr lang="en-US" sz="1600" dirty="0">
                <a:solidFill>
                  <a:schemeClr val="bg2">
                    <a:lumMod val="25000"/>
                  </a:schemeClr>
                </a:solidFill>
              </a:rPr>
              <a:t>Partners </a:t>
            </a:r>
          </a:p>
        </p:txBody>
      </p:sp>
      <p:pic>
        <p:nvPicPr>
          <p:cNvPr id="133" name="Picture 28" descr="Al Mazroui &amp; Partners L.L.C. ( MAP ) - Home | Facebook">
            <a:extLst>
              <a:ext uri="{FF2B5EF4-FFF2-40B4-BE49-F238E27FC236}">
                <a16:creationId xmlns:a16="http://schemas.microsoft.com/office/drawing/2014/main" id="{83F43475-49E4-04E2-B248-F79EEE5BE28E}"/>
              </a:ext>
            </a:extLst>
          </p:cNvPr>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85396" y="4200055"/>
            <a:ext cx="1316194" cy="899352"/>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32" descr="Exaze | LinkedIn">
            <a:extLst>
              <a:ext uri="{FF2B5EF4-FFF2-40B4-BE49-F238E27FC236}">
                <a16:creationId xmlns:a16="http://schemas.microsoft.com/office/drawing/2014/main" id="{60FFE503-1A4C-790D-6A97-D3678D915BA0}"/>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11568" y="4576535"/>
            <a:ext cx="1516184" cy="130543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34" descr="Home - Gradient M">
            <a:extLst>
              <a:ext uri="{FF2B5EF4-FFF2-40B4-BE49-F238E27FC236}">
                <a16:creationId xmlns:a16="http://schemas.microsoft.com/office/drawing/2014/main" id="{5C8A552C-A9EE-6026-C4BC-840AF52120E6}"/>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545489" y="4970854"/>
            <a:ext cx="1160092" cy="563340"/>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38" descr="Flytxt's Competitors, Revenue, Number of Employees, Funding, Acquisitions &amp;  News - Owler Company Profile">
            <a:extLst>
              <a:ext uri="{FF2B5EF4-FFF2-40B4-BE49-F238E27FC236}">
                <a16:creationId xmlns:a16="http://schemas.microsoft.com/office/drawing/2014/main" id="{EF54C435-1E80-30A7-714A-F92FA7728ECB}"/>
              </a:ext>
            </a:extLst>
          </p:cNvPr>
          <p:cNvPicPr>
            <a:picLocks noChangeAspect="1" noChangeArrowheads="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83598" y="5586019"/>
            <a:ext cx="1547231" cy="39609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a:extLst>
              <a:ext uri="{FF2B5EF4-FFF2-40B4-BE49-F238E27FC236}">
                <a16:creationId xmlns:a16="http://schemas.microsoft.com/office/drawing/2014/main" id="{A4376EDB-80A8-6B10-3088-D1F6505D57C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740283" y="4889008"/>
            <a:ext cx="1316191" cy="619384"/>
          </a:xfrm>
          <a:prstGeom prst="rect">
            <a:avLst/>
          </a:prstGeom>
        </p:spPr>
      </p:pic>
      <p:pic>
        <p:nvPicPr>
          <p:cNvPr id="138" name="Picture 137">
            <a:extLst>
              <a:ext uri="{FF2B5EF4-FFF2-40B4-BE49-F238E27FC236}">
                <a16:creationId xmlns:a16="http://schemas.microsoft.com/office/drawing/2014/main" id="{8F806E6F-9EBE-46E6-C378-9858C077075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0398378" y="5556472"/>
            <a:ext cx="1274038" cy="502648"/>
          </a:xfrm>
          <a:prstGeom prst="rect">
            <a:avLst/>
          </a:prstGeom>
        </p:spPr>
      </p:pic>
      <p:pic>
        <p:nvPicPr>
          <p:cNvPr id="139" name="Picture 138">
            <a:extLst>
              <a:ext uri="{FF2B5EF4-FFF2-40B4-BE49-F238E27FC236}">
                <a16:creationId xmlns:a16="http://schemas.microsoft.com/office/drawing/2014/main" id="{8764C744-DB49-397D-995A-A13F149F2937}"/>
              </a:ext>
            </a:extLst>
          </p:cNvPr>
          <p:cNvPicPr>
            <a:picLocks noChangeAspect="1"/>
          </p:cNvPicPr>
          <p:nvPr/>
        </p:nvPicPr>
        <p:blipFill>
          <a:blip r:embed="rId19"/>
          <a:stretch>
            <a:fillRect/>
          </a:stretch>
        </p:blipFill>
        <p:spPr>
          <a:xfrm>
            <a:off x="6386812" y="5723744"/>
            <a:ext cx="1338331" cy="516731"/>
          </a:xfrm>
          <a:prstGeom prst="rect">
            <a:avLst/>
          </a:prstGeom>
        </p:spPr>
      </p:pic>
      <p:pic>
        <p:nvPicPr>
          <p:cNvPr id="140" name="Picture 139">
            <a:extLst>
              <a:ext uri="{FF2B5EF4-FFF2-40B4-BE49-F238E27FC236}">
                <a16:creationId xmlns:a16="http://schemas.microsoft.com/office/drawing/2014/main" id="{10FAA0AE-D895-7D8F-84B5-28A7A22655EB}"/>
              </a:ext>
            </a:extLst>
          </p:cNvPr>
          <p:cNvPicPr>
            <a:picLocks noChangeAspect="1"/>
          </p:cNvPicPr>
          <p:nvPr/>
        </p:nvPicPr>
        <p:blipFill rotWithShape="1">
          <a:blip r:embed="rId20"/>
          <a:srcRect l="1" r="-4753" b="11277"/>
          <a:stretch/>
        </p:blipFill>
        <p:spPr>
          <a:xfrm>
            <a:off x="4566465" y="5903567"/>
            <a:ext cx="1516825" cy="329627"/>
          </a:xfrm>
          <a:prstGeom prst="rect">
            <a:avLst/>
          </a:prstGeom>
        </p:spPr>
      </p:pic>
      <p:pic>
        <p:nvPicPr>
          <p:cNvPr id="141" name="Picture 140">
            <a:extLst>
              <a:ext uri="{FF2B5EF4-FFF2-40B4-BE49-F238E27FC236}">
                <a16:creationId xmlns:a16="http://schemas.microsoft.com/office/drawing/2014/main" id="{AD769D1B-C236-CA2A-4428-863783F39D7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26825" y="1765025"/>
            <a:ext cx="1023281" cy="659704"/>
          </a:xfrm>
          <a:prstGeom prst="rect">
            <a:avLst/>
          </a:prstGeom>
        </p:spPr>
      </p:pic>
      <p:pic>
        <p:nvPicPr>
          <p:cNvPr id="142" name="Picture 141">
            <a:extLst>
              <a:ext uri="{FF2B5EF4-FFF2-40B4-BE49-F238E27FC236}">
                <a16:creationId xmlns:a16="http://schemas.microsoft.com/office/drawing/2014/main" id="{0AE3AB0E-3073-F320-9C18-313EA8E8581B}"/>
              </a:ext>
            </a:extLst>
          </p:cNvPr>
          <p:cNvPicPr>
            <a:picLocks noChangeAspect="1"/>
          </p:cNvPicPr>
          <p:nvPr/>
        </p:nvPicPr>
        <p:blipFill>
          <a:blip r:embed="rId22"/>
          <a:stretch>
            <a:fillRect/>
          </a:stretch>
        </p:blipFill>
        <p:spPr>
          <a:xfrm>
            <a:off x="1936781" y="1840738"/>
            <a:ext cx="1524830" cy="508277"/>
          </a:xfrm>
          <a:prstGeom prst="rect">
            <a:avLst/>
          </a:prstGeom>
        </p:spPr>
      </p:pic>
      <p:pic>
        <p:nvPicPr>
          <p:cNvPr id="143" name="Picture 142">
            <a:extLst>
              <a:ext uri="{FF2B5EF4-FFF2-40B4-BE49-F238E27FC236}">
                <a16:creationId xmlns:a16="http://schemas.microsoft.com/office/drawing/2014/main" id="{39496F12-7174-1646-6C91-5C7649E2A0CD}"/>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539766" y="2657806"/>
            <a:ext cx="1151171" cy="395137"/>
          </a:xfrm>
          <a:prstGeom prst="rect">
            <a:avLst/>
          </a:prstGeom>
        </p:spPr>
      </p:pic>
      <p:pic>
        <p:nvPicPr>
          <p:cNvPr id="144" name="Picture 4" descr="Qlik | Analytics &amp; Data Integration Platform">
            <a:extLst>
              <a:ext uri="{FF2B5EF4-FFF2-40B4-BE49-F238E27FC236}">
                <a16:creationId xmlns:a16="http://schemas.microsoft.com/office/drawing/2014/main" id="{156583F0-EA81-C3A3-3064-A793B7DB998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61557" y="2663599"/>
            <a:ext cx="1118255" cy="326763"/>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144">
            <a:extLst>
              <a:ext uri="{FF2B5EF4-FFF2-40B4-BE49-F238E27FC236}">
                <a16:creationId xmlns:a16="http://schemas.microsoft.com/office/drawing/2014/main" id="{30DF5158-ABD4-5D2C-7804-6ADFF548C4FB}"/>
              </a:ext>
            </a:extLst>
          </p:cNvPr>
          <p:cNvPicPr>
            <a:picLocks noChangeAspect="1"/>
          </p:cNvPicPr>
          <p:nvPr/>
        </p:nvPicPr>
        <p:blipFill rotWithShape="1">
          <a:blip r:embed="rId25">
            <a:extLst>
              <a:ext uri="{28A0092B-C50C-407E-A947-70E740481C1C}">
                <a14:useLocalDpi xmlns:a14="http://schemas.microsoft.com/office/drawing/2010/main" val="0"/>
              </a:ext>
            </a:extLst>
          </a:blip>
          <a:srcRect l="15648" t="35491" r="20712" b="30611"/>
          <a:stretch/>
        </p:blipFill>
        <p:spPr>
          <a:xfrm>
            <a:off x="1291066" y="3118453"/>
            <a:ext cx="1466292" cy="438699"/>
          </a:xfrm>
          <a:prstGeom prst="rect">
            <a:avLst/>
          </a:prstGeom>
        </p:spPr>
      </p:pic>
      <p:pic>
        <p:nvPicPr>
          <p:cNvPr id="146" name="Picture 145">
            <a:extLst>
              <a:ext uri="{FF2B5EF4-FFF2-40B4-BE49-F238E27FC236}">
                <a16:creationId xmlns:a16="http://schemas.microsoft.com/office/drawing/2014/main" id="{9F93B5BD-818E-1ADE-32E0-DCBA38A342F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39363" y="2332197"/>
            <a:ext cx="1136127" cy="403598"/>
          </a:xfrm>
          <a:prstGeom prst="rect">
            <a:avLst/>
          </a:prstGeom>
        </p:spPr>
      </p:pic>
      <p:pic>
        <p:nvPicPr>
          <p:cNvPr id="147" name="Picture 146">
            <a:extLst>
              <a:ext uri="{FF2B5EF4-FFF2-40B4-BE49-F238E27FC236}">
                <a16:creationId xmlns:a16="http://schemas.microsoft.com/office/drawing/2014/main" id="{AB665A8F-AABD-DA7A-D3DF-0137490394D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256598" y="2920375"/>
            <a:ext cx="1401261" cy="464168"/>
          </a:xfrm>
          <a:prstGeom prst="rect">
            <a:avLst/>
          </a:prstGeom>
        </p:spPr>
      </p:pic>
      <p:pic>
        <p:nvPicPr>
          <p:cNvPr id="148" name="Picture 4" descr="Qlik | Analytics &amp; Data Integration Platform">
            <a:extLst>
              <a:ext uri="{FF2B5EF4-FFF2-40B4-BE49-F238E27FC236}">
                <a16:creationId xmlns:a16="http://schemas.microsoft.com/office/drawing/2014/main" id="{1EE1B52A-7986-6BAA-29F5-A3321402200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662991" y="2398439"/>
            <a:ext cx="1118255" cy="326763"/>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148">
            <a:extLst>
              <a:ext uri="{FF2B5EF4-FFF2-40B4-BE49-F238E27FC236}">
                <a16:creationId xmlns:a16="http://schemas.microsoft.com/office/drawing/2014/main" id="{22AF5255-95F4-B16A-C281-C56D6D720AA8}"/>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4271863" y="1920690"/>
            <a:ext cx="1953941" cy="300022"/>
          </a:xfrm>
          <a:prstGeom prst="rect">
            <a:avLst/>
          </a:prstGeom>
        </p:spPr>
      </p:pic>
      <p:pic>
        <p:nvPicPr>
          <p:cNvPr id="150" name="Picture 149">
            <a:extLst>
              <a:ext uri="{FF2B5EF4-FFF2-40B4-BE49-F238E27FC236}">
                <a16:creationId xmlns:a16="http://schemas.microsoft.com/office/drawing/2014/main" id="{2522B40B-79AC-4108-D85D-F4697A2823EB}"/>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6867061" y="1935575"/>
            <a:ext cx="1135986" cy="285137"/>
          </a:xfrm>
          <a:prstGeom prst="rect">
            <a:avLst/>
          </a:prstGeom>
        </p:spPr>
      </p:pic>
      <p:pic>
        <p:nvPicPr>
          <p:cNvPr id="151" name="Picture 2" descr="Finanzmesse - LEONTEQ SECURITIES AG">
            <a:extLst>
              <a:ext uri="{FF2B5EF4-FFF2-40B4-BE49-F238E27FC236}">
                <a16:creationId xmlns:a16="http://schemas.microsoft.com/office/drawing/2014/main" id="{ED7F6994-773F-170C-842E-305D2C75B53C}"/>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243530" y="2818456"/>
            <a:ext cx="1789085" cy="514775"/>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151">
            <a:extLst>
              <a:ext uri="{FF2B5EF4-FFF2-40B4-BE49-F238E27FC236}">
                <a16:creationId xmlns:a16="http://schemas.microsoft.com/office/drawing/2014/main" id="{831FD9A5-A832-DC20-026E-96531DFDCAC2}"/>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0539715" y="1735442"/>
            <a:ext cx="816763" cy="790627"/>
          </a:xfrm>
          <a:prstGeom prst="rect">
            <a:avLst/>
          </a:prstGeom>
        </p:spPr>
      </p:pic>
      <p:pic>
        <p:nvPicPr>
          <p:cNvPr id="153" name="Picture 152">
            <a:extLst>
              <a:ext uri="{FF2B5EF4-FFF2-40B4-BE49-F238E27FC236}">
                <a16:creationId xmlns:a16="http://schemas.microsoft.com/office/drawing/2014/main" id="{FE3F9805-0F3A-653C-12F0-0E9640D1D1BC}"/>
              </a:ext>
            </a:extLst>
          </p:cNvPr>
          <p:cNvPicPr>
            <a:picLocks noChangeAspect="1"/>
          </p:cNvPicPr>
          <p:nvPr/>
        </p:nvPicPr>
        <p:blipFill rotWithShape="1">
          <a:blip r:embed="rId30">
            <a:extLst>
              <a:ext uri="{28A0092B-C50C-407E-A947-70E740481C1C}">
                <a14:useLocalDpi xmlns:a14="http://schemas.microsoft.com/office/drawing/2010/main" val="0"/>
              </a:ext>
            </a:extLst>
          </a:blip>
          <a:srcRect l="8586" t="35548" r="9723" b="37900"/>
          <a:stretch/>
        </p:blipFill>
        <p:spPr>
          <a:xfrm>
            <a:off x="8625334" y="2595409"/>
            <a:ext cx="1109037" cy="360462"/>
          </a:xfrm>
          <a:prstGeom prst="rect">
            <a:avLst/>
          </a:prstGeom>
        </p:spPr>
      </p:pic>
      <p:pic>
        <p:nvPicPr>
          <p:cNvPr id="154" name="Picture 153">
            <a:extLst>
              <a:ext uri="{FF2B5EF4-FFF2-40B4-BE49-F238E27FC236}">
                <a16:creationId xmlns:a16="http://schemas.microsoft.com/office/drawing/2014/main" id="{A2355BFB-3280-85F0-CFEF-C9997CA9AFEC}"/>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10285981" y="2518689"/>
            <a:ext cx="1574237" cy="577220"/>
          </a:xfrm>
          <a:prstGeom prst="rect">
            <a:avLst/>
          </a:prstGeom>
        </p:spPr>
      </p:pic>
      <p:sp>
        <p:nvSpPr>
          <p:cNvPr id="155" name="Title 1">
            <a:extLst>
              <a:ext uri="{FF2B5EF4-FFF2-40B4-BE49-F238E27FC236}">
                <a16:creationId xmlns:a16="http://schemas.microsoft.com/office/drawing/2014/main" id="{58B52D52-8D66-6553-E93A-056EF80D4AE8}"/>
              </a:ext>
            </a:extLst>
          </p:cNvPr>
          <p:cNvSpPr>
            <a:spLocks noGrp="1"/>
          </p:cNvSpPr>
          <p:nvPr>
            <p:ph type="title" idx="4294967295"/>
          </p:nvPr>
        </p:nvSpPr>
        <p:spPr>
          <a:xfrm>
            <a:off x="885825" y="101600"/>
            <a:ext cx="11306175" cy="854075"/>
          </a:xfrm>
        </p:spPr>
        <p:txBody>
          <a:bodyPr vert="horz" lIns="91440" tIns="45720" rIns="91440" bIns="45720" rtlCol="0" anchor="ctr">
            <a:noAutofit/>
          </a:bodyPr>
          <a:lstStyle/>
          <a:p>
            <a:pPr>
              <a:spcAft>
                <a:spcPts val="300"/>
              </a:spcAft>
            </a:pPr>
            <a:r>
              <a:rPr lang="en-US" sz="3200" dirty="0">
                <a:latin typeface="Trebuchet MS" panose="020B0603020202020204" pitchFamily="34" charset="0"/>
              </a:rPr>
              <a:t>Partial Client List</a:t>
            </a:r>
          </a:p>
        </p:txBody>
      </p:sp>
      <p:pic>
        <p:nvPicPr>
          <p:cNvPr id="4" name="Picture 3">
            <a:extLst>
              <a:ext uri="{FF2B5EF4-FFF2-40B4-BE49-F238E27FC236}">
                <a16:creationId xmlns:a16="http://schemas.microsoft.com/office/drawing/2014/main" id="{06EB22F9-3EF8-1EE1-619D-DDEE7A6B7B59}"/>
              </a:ext>
            </a:extLst>
          </p:cNvPr>
          <p:cNvPicPr>
            <a:picLocks noChangeAspect="1"/>
          </p:cNvPicPr>
          <p:nvPr/>
        </p:nvPicPr>
        <p:blipFill>
          <a:blip r:embed="rId32"/>
          <a:stretch>
            <a:fillRect/>
          </a:stretch>
        </p:blipFill>
        <p:spPr>
          <a:xfrm>
            <a:off x="1454758" y="5125361"/>
            <a:ext cx="2111809" cy="631685"/>
          </a:xfrm>
          <a:prstGeom prst="rect">
            <a:avLst/>
          </a:prstGeom>
        </p:spPr>
      </p:pic>
    </p:spTree>
    <p:extLst>
      <p:ext uri="{BB962C8B-B14F-4D97-AF65-F5344CB8AC3E}">
        <p14:creationId xmlns:p14="http://schemas.microsoft.com/office/powerpoint/2010/main" val="1373621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AA48B29-5E4A-48A5-6ED0-FDBF5DA7F846}"/>
              </a:ext>
            </a:extLst>
          </p:cNvPr>
          <p:cNvSpPr>
            <a:spLocks noGrp="1"/>
          </p:cNvSpPr>
          <p:nvPr>
            <p:ph type="sldNum" sz="quarter" idx="7"/>
          </p:nvPr>
        </p:nvSpPr>
        <p:spPr/>
        <p:txBody>
          <a:bodyPr/>
          <a:lstStyle/>
          <a:p>
            <a:fld id="{DD8E1925-6FEC-45A1-8FCC-F6DA2B64675F}" type="slidenum">
              <a:rPr lang="en-ID" smtClean="0"/>
              <a:pPr/>
              <a:t>6</a:t>
            </a:fld>
            <a:endParaRPr lang="en-ID" dirty="0"/>
          </a:p>
        </p:txBody>
      </p:sp>
      <p:sp>
        <p:nvSpPr>
          <p:cNvPr id="2" name="Title 1">
            <a:extLst>
              <a:ext uri="{FF2B5EF4-FFF2-40B4-BE49-F238E27FC236}">
                <a16:creationId xmlns:a16="http://schemas.microsoft.com/office/drawing/2014/main" id="{988B72C6-9056-2073-1A90-10AD00614CA2}"/>
              </a:ext>
            </a:extLst>
          </p:cNvPr>
          <p:cNvSpPr>
            <a:spLocks noGrp="1"/>
          </p:cNvSpPr>
          <p:nvPr>
            <p:ph type="title" idx="4294967295"/>
          </p:nvPr>
        </p:nvSpPr>
        <p:spPr>
          <a:xfrm>
            <a:off x="0" y="-44450"/>
            <a:ext cx="11306175" cy="854075"/>
          </a:xfrm>
        </p:spPr>
        <p:txBody>
          <a:bodyPr vert="horz" lIns="91440" tIns="45720" rIns="91440" bIns="45720" rtlCol="0" anchor="ctr">
            <a:noAutofit/>
          </a:bodyPr>
          <a:lstStyle/>
          <a:p>
            <a:pPr>
              <a:spcAft>
                <a:spcPts val="300"/>
              </a:spcAft>
            </a:pPr>
            <a:r>
              <a:rPr lang="en-US" sz="3200" dirty="0">
                <a:latin typeface="Trebuchet MS" panose="020B0603020202020204" pitchFamily="34" charset="0"/>
              </a:rPr>
              <a:t>Service Spectrum</a:t>
            </a:r>
          </a:p>
        </p:txBody>
      </p:sp>
      <p:pic>
        <p:nvPicPr>
          <p:cNvPr id="4" name="Picture 3">
            <a:extLst>
              <a:ext uri="{FF2B5EF4-FFF2-40B4-BE49-F238E27FC236}">
                <a16:creationId xmlns:a16="http://schemas.microsoft.com/office/drawing/2014/main" id="{2E3681C4-1D62-5EE2-E8F5-ED0F1BBE18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7964" y="640720"/>
            <a:ext cx="10614004" cy="6185912"/>
          </a:xfrm>
          <a:prstGeom prst="rect">
            <a:avLst/>
          </a:prstGeom>
        </p:spPr>
      </p:pic>
      <p:pic>
        <p:nvPicPr>
          <p:cNvPr id="5" name="Graphic 4">
            <a:extLst>
              <a:ext uri="{FF2B5EF4-FFF2-40B4-BE49-F238E27FC236}">
                <a16:creationId xmlns:a16="http://schemas.microsoft.com/office/drawing/2014/main" id="{133A5A33-2340-C4B7-B4FB-A1814D60D24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14614" y="1493001"/>
            <a:ext cx="733139" cy="733139"/>
          </a:xfrm>
          <a:prstGeom prst="rect">
            <a:avLst/>
          </a:prstGeom>
        </p:spPr>
      </p:pic>
      <p:pic>
        <p:nvPicPr>
          <p:cNvPr id="6" name="Graphic 5">
            <a:extLst>
              <a:ext uri="{FF2B5EF4-FFF2-40B4-BE49-F238E27FC236}">
                <a16:creationId xmlns:a16="http://schemas.microsoft.com/office/drawing/2014/main" id="{67690A64-D4DD-D787-474D-EA09A8AF3A23}"/>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5903" y="3281085"/>
            <a:ext cx="705199" cy="705199"/>
          </a:xfrm>
          <a:prstGeom prst="rect">
            <a:avLst/>
          </a:prstGeom>
        </p:spPr>
      </p:pic>
      <p:sp>
        <p:nvSpPr>
          <p:cNvPr id="7" name="TextBox 6">
            <a:extLst>
              <a:ext uri="{FF2B5EF4-FFF2-40B4-BE49-F238E27FC236}">
                <a16:creationId xmlns:a16="http://schemas.microsoft.com/office/drawing/2014/main" id="{A9F4BEF5-8EA6-02C6-5C8C-5406FE9951B3}"/>
              </a:ext>
            </a:extLst>
          </p:cNvPr>
          <p:cNvSpPr txBox="1"/>
          <p:nvPr/>
        </p:nvSpPr>
        <p:spPr>
          <a:xfrm>
            <a:off x="601192" y="1009401"/>
            <a:ext cx="2092798" cy="307777"/>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chemeClr val="accent2">
                    <a:lumMod val="75000"/>
                  </a:schemeClr>
                </a:solidFill>
                <a:effectLst/>
                <a:uLnTx/>
                <a:uFillTx/>
                <a:latin typeface="Trebuchet MS" panose="020B0603020202020204" pitchFamily="34" charset="0"/>
              </a:rPr>
              <a:t>Strategy &amp; Consulting</a:t>
            </a:r>
          </a:p>
        </p:txBody>
      </p:sp>
      <p:sp>
        <p:nvSpPr>
          <p:cNvPr id="8" name="TextBox 7">
            <a:extLst>
              <a:ext uri="{FF2B5EF4-FFF2-40B4-BE49-F238E27FC236}">
                <a16:creationId xmlns:a16="http://schemas.microsoft.com/office/drawing/2014/main" id="{9D4A5105-4B7C-1DDD-CF0D-C64A389DAEEA}"/>
              </a:ext>
            </a:extLst>
          </p:cNvPr>
          <p:cNvSpPr txBox="1"/>
          <p:nvPr/>
        </p:nvSpPr>
        <p:spPr>
          <a:xfrm>
            <a:off x="282285" y="3583504"/>
            <a:ext cx="1805029" cy="307777"/>
          </a:xfrm>
          <a:prstGeom prst="rect">
            <a:avLst/>
          </a:prstGeom>
          <a:noFill/>
        </p:spPr>
        <p:txBody>
          <a:bodyPr wrap="square" rtlCol="0">
            <a:spAutoFit/>
          </a:bodyPr>
          <a:lstStyle/>
          <a:p>
            <a:pPr marL="115888" marR="0" lvl="0" indent="-61913" algn="ctr" defTabSz="914400" rtl="0" eaLnBrk="1" fontAlgn="t"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lumMod val="75000"/>
                  </a:schemeClr>
                </a:solidFill>
                <a:effectLst/>
                <a:uLnTx/>
                <a:uFillTx/>
                <a:latin typeface="Trebuchet MS" panose="020B0603020202020204" pitchFamily="34" charset="0"/>
                <a:ea typeface="Verdana" pitchFamily="34" charset="0"/>
              </a:rPr>
              <a:t>Managed Support</a:t>
            </a:r>
          </a:p>
        </p:txBody>
      </p:sp>
      <p:sp>
        <p:nvSpPr>
          <p:cNvPr id="9" name="TextBox 8">
            <a:extLst>
              <a:ext uri="{FF2B5EF4-FFF2-40B4-BE49-F238E27FC236}">
                <a16:creationId xmlns:a16="http://schemas.microsoft.com/office/drawing/2014/main" id="{D79600EB-CF49-B695-270D-D3ED6516951C}"/>
              </a:ext>
            </a:extLst>
          </p:cNvPr>
          <p:cNvSpPr txBox="1"/>
          <p:nvPr/>
        </p:nvSpPr>
        <p:spPr>
          <a:xfrm>
            <a:off x="9819284" y="3203718"/>
            <a:ext cx="1917589" cy="307777"/>
          </a:xfrm>
          <a:prstGeom prst="rect">
            <a:avLst/>
          </a:prstGeom>
          <a:noFill/>
        </p:spPr>
        <p:txBody>
          <a:bodyPr wrap="square" rtlCol="0">
            <a:spAutoFit/>
          </a:bodyPr>
          <a:lstStyle/>
          <a:p>
            <a:pPr algn="ctr"/>
            <a:r>
              <a:rPr kumimoji="0" lang="en-US" sz="1400" b="1" i="0" u="none" strike="noStrike" kern="1200" cap="none" spc="0" normalizeH="0" baseline="0" noProof="0" dirty="0">
                <a:ln>
                  <a:noFill/>
                </a:ln>
                <a:solidFill>
                  <a:schemeClr val="accent2">
                    <a:lumMod val="75000"/>
                  </a:schemeClr>
                </a:solidFill>
                <a:effectLst/>
                <a:uLnTx/>
                <a:uFillTx/>
                <a:latin typeface="Trebuchet MS" panose="020B0603020202020204" pitchFamily="34" charset="0"/>
                <a:ea typeface="Verdana" pitchFamily="34" charset="0"/>
              </a:rPr>
              <a:t>Analytics and AI</a:t>
            </a:r>
            <a:endParaRPr kumimoji="0" lang="en-US" sz="1400" b="1" i="0" u="none" strike="noStrike" kern="1200" cap="none" spc="0" normalizeH="0" baseline="0" noProof="0" dirty="0">
              <a:ln>
                <a:noFill/>
              </a:ln>
              <a:solidFill>
                <a:schemeClr val="accent2">
                  <a:lumMod val="75000"/>
                </a:schemeClr>
              </a:solidFill>
              <a:effectLst/>
              <a:uLnTx/>
              <a:uFillTx/>
              <a:latin typeface="Trebuchet MS" panose="020B0603020202020204" pitchFamily="34" charset="0"/>
            </a:endParaRPr>
          </a:p>
        </p:txBody>
      </p:sp>
      <p:sp>
        <p:nvSpPr>
          <p:cNvPr id="10" name="Oval 9">
            <a:extLst>
              <a:ext uri="{FF2B5EF4-FFF2-40B4-BE49-F238E27FC236}">
                <a16:creationId xmlns:a16="http://schemas.microsoft.com/office/drawing/2014/main" id="{BAA6ED81-0190-B052-A214-CB9E10E40D75}"/>
              </a:ext>
            </a:extLst>
          </p:cNvPr>
          <p:cNvSpPr/>
          <p:nvPr/>
        </p:nvSpPr>
        <p:spPr>
          <a:xfrm>
            <a:off x="5119498" y="2644005"/>
            <a:ext cx="2085012" cy="204518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Google Shape;4242;p52">
            <a:extLst>
              <a:ext uri="{FF2B5EF4-FFF2-40B4-BE49-F238E27FC236}">
                <a16:creationId xmlns:a16="http://schemas.microsoft.com/office/drawing/2014/main" id="{711EDC9A-4035-9F57-86E0-78D929762D05}"/>
              </a:ext>
            </a:extLst>
          </p:cNvPr>
          <p:cNvSpPr/>
          <p:nvPr/>
        </p:nvSpPr>
        <p:spPr>
          <a:xfrm rot="5400000">
            <a:off x="5484277" y="3376346"/>
            <a:ext cx="320419" cy="163721"/>
          </a:xfrm>
          <a:custGeom>
            <a:avLst/>
            <a:gdLst/>
            <a:ahLst/>
            <a:cxnLst/>
            <a:rect l="l" t="t" r="r" b="b"/>
            <a:pathLst>
              <a:path w="218" h="123" extrusionOk="0">
                <a:moveTo>
                  <a:pt x="0" y="0"/>
                </a:moveTo>
                <a:lnTo>
                  <a:pt x="109" y="123"/>
                </a:lnTo>
                <a:lnTo>
                  <a:pt x="218" y="0"/>
                </a:lnTo>
              </a:path>
            </a:pathLst>
          </a:custGeom>
          <a:noFill/>
          <a:ln w="14275" cap="rnd"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effectLst/>
              <a:uLnTx/>
              <a:uFillTx/>
              <a:ea typeface="Quattrocento Sans"/>
              <a:cs typeface="Quattrocento Sans"/>
              <a:sym typeface="Quattrocento Sans"/>
            </a:endParaRPr>
          </a:p>
        </p:txBody>
      </p:sp>
      <p:sp>
        <p:nvSpPr>
          <p:cNvPr id="12" name="TextBox 11">
            <a:extLst>
              <a:ext uri="{FF2B5EF4-FFF2-40B4-BE49-F238E27FC236}">
                <a16:creationId xmlns:a16="http://schemas.microsoft.com/office/drawing/2014/main" id="{B343DD82-040C-7003-A3AA-D5CFA7716453}"/>
              </a:ext>
            </a:extLst>
          </p:cNvPr>
          <p:cNvSpPr txBox="1"/>
          <p:nvPr/>
        </p:nvSpPr>
        <p:spPr>
          <a:xfrm>
            <a:off x="5064620" y="3724674"/>
            <a:ext cx="2194767" cy="523220"/>
          </a:xfrm>
          <a:prstGeom prst="rect">
            <a:avLst/>
          </a:prstGeom>
          <a:noFill/>
        </p:spPr>
        <p:txBody>
          <a:bodyPr wrap="square" rtlCol="0">
            <a:spAutoFit/>
          </a:bodyPr>
          <a:lstStyle/>
          <a:p>
            <a:pPr algn="ctr"/>
            <a:r>
              <a:rPr lang="en-US" sz="1400" b="1" dirty="0">
                <a:solidFill>
                  <a:schemeClr val="bg1"/>
                </a:solidFill>
              </a:rPr>
              <a:t>Global IT </a:t>
            </a:r>
          </a:p>
          <a:p>
            <a:pPr algn="ctr"/>
            <a:r>
              <a:rPr lang="en-US" sz="1400" b="1" dirty="0">
                <a:solidFill>
                  <a:schemeClr val="bg1"/>
                </a:solidFill>
              </a:rPr>
              <a:t>Staffing Services</a:t>
            </a:r>
          </a:p>
        </p:txBody>
      </p:sp>
      <p:pic>
        <p:nvPicPr>
          <p:cNvPr id="13" name="Graphic 12">
            <a:extLst>
              <a:ext uri="{FF2B5EF4-FFF2-40B4-BE49-F238E27FC236}">
                <a16:creationId xmlns:a16="http://schemas.microsoft.com/office/drawing/2014/main" id="{8E79F8A9-A4A7-1F3F-892F-499A6F362DA3}"/>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08843" y="3127730"/>
            <a:ext cx="616076" cy="616076"/>
          </a:xfrm>
          <a:prstGeom prst="rect">
            <a:avLst/>
          </a:prstGeom>
        </p:spPr>
      </p:pic>
      <p:pic>
        <p:nvPicPr>
          <p:cNvPr id="14" name="Graphic 13" descr="Web design">
            <a:extLst>
              <a:ext uri="{FF2B5EF4-FFF2-40B4-BE49-F238E27FC236}">
                <a16:creationId xmlns:a16="http://schemas.microsoft.com/office/drawing/2014/main" id="{C6B44640-EB39-39FF-4B6B-52DA6BC1FA69}"/>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020583" y="5175724"/>
            <a:ext cx="628179" cy="628179"/>
          </a:xfrm>
          <a:prstGeom prst="rect">
            <a:avLst/>
          </a:prstGeom>
        </p:spPr>
      </p:pic>
      <p:cxnSp>
        <p:nvCxnSpPr>
          <p:cNvPr id="19" name="Straight Connector 18">
            <a:extLst>
              <a:ext uri="{FF2B5EF4-FFF2-40B4-BE49-F238E27FC236}">
                <a16:creationId xmlns:a16="http://schemas.microsoft.com/office/drawing/2014/main" id="{BC3B9CF7-3E55-9FE6-BB21-289BE1E024EF}"/>
              </a:ext>
            </a:extLst>
          </p:cNvPr>
          <p:cNvCxnSpPr/>
          <p:nvPr/>
        </p:nvCxnSpPr>
        <p:spPr>
          <a:xfrm flipV="1">
            <a:off x="7200886" y="2212528"/>
            <a:ext cx="620210" cy="4451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8AFDBDB-A809-277A-91C2-B7CA001268D6}"/>
              </a:ext>
            </a:extLst>
          </p:cNvPr>
          <p:cNvCxnSpPr>
            <a:cxnSpLocks/>
          </p:cNvCxnSpPr>
          <p:nvPr/>
        </p:nvCxnSpPr>
        <p:spPr>
          <a:xfrm>
            <a:off x="7596892" y="3618297"/>
            <a:ext cx="81092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7F93ED8-B3EA-312D-C4E0-F75EF9671370}"/>
              </a:ext>
            </a:extLst>
          </p:cNvPr>
          <p:cNvCxnSpPr>
            <a:cxnSpLocks/>
          </p:cNvCxnSpPr>
          <p:nvPr/>
        </p:nvCxnSpPr>
        <p:spPr>
          <a:xfrm>
            <a:off x="7361355" y="4526071"/>
            <a:ext cx="640999" cy="35072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A61D3515-25F3-BF0C-18A3-87B166800A88}"/>
              </a:ext>
            </a:extLst>
          </p:cNvPr>
          <p:cNvSpPr/>
          <p:nvPr/>
        </p:nvSpPr>
        <p:spPr>
          <a:xfrm flipH="1">
            <a:off x="7141894" y="2628119"/>
            <a:ext cx="45719" cy="85643"/>
          </a:xfrm>
          <a:prstGeom prst="ellipse">
            <a:avLst/>
          </a:prstGeom>
          <a:solidFill>
            <a:srgbClr val="0070C0"/>
          </a:solidFill>
          <a:ln>
            <a:solidFill>
              <a:srgbClr val="0070C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41F0F9F-C06C-A1CA-F7C1-B80068C93876}"/>
              </a:ext>
            </a:extLst>
          </p:cNvPr>
          <p:cNvSpPr/>
          <p:nvPr/>
        </p:nvSpPr>
        <p:spPr>
          <a:xfrm flipH="1">
            <a:off x="7544212" y="3575475"/>
            <a:ext cx="45719" cy="85643"/>
          </a:xfrm>
          <a:prstGeom prst="ellipse">
            <a:avLst/>
          </a:prstGeom>
          <a:solidFill>
            <a:srgbClr val="0070C0"/>
          </a:solidFill>
          <a:ln>
            <a:solidFill>
              <a:srgbClr val="0070C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FA6F0A4-143B-85ED-FA8C-E64A0DCA4DAF}"/>
              </a:ext>
            </a:extLst>
          </p:cNvPr>
          <p:cNvSpPr/>
          <p:nvPr/>
        </p:nvSpPr>
        <p:spPr>
          <a:xfrm flipH="1">
            <a:off x="7314176" y="4469997"/>
            <a:ext cx="45719" cy="85643"/>
          </a:xfrm>
          <a:prstGeom prst="ellipse">
            <a:avLst/>
          </a:prstGeom>
          <a:solidFill>
            <a:srgbClr val="0070C0"/>
          </a:solidFill>
          <a:ln>
            <a:solidFill>
              <a:srgbClr val="0070C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2C21C7A-A77E-E10E-F958-1CDF79586610}"/>
              </a:ext>
            </a:extLst>
          </p:cNvPr>
          <p:cNvSpPr txBox="1"/>
          <p:nvPr/>
        </p:nvSpPr>
        <p:spPr>
          <a:xfrm>
            <a:off x="9158080" y="766331"/>
            <a:ext cx="1924692" cy="307777"/>
          </a:xfrm>
          <a:prstGeom prst="rect">
            <a:avLst/>
          </a:prstGeom>
          <a:noFill/>
        </p:spPr>
        <p:txBody>
          <a:bodyPr wrap="square" rtlCol="0">
            <a:spAutoFit/>
          </a:bodyPr>
          <a:lstStyle/>
          <a:p>
            <a:pPr algn="ctr"/>
            <a:r>
              <a:rPr kumimoji="0" lang="en-US" sz="1400" b="1" i="0" u="none" strike="noStrike" kern="1200" cap="none" spc="0" normalizeH="0" baseline="0" noProof="0" dirty="0">
                <a:ln>
                  <a:noFill/>
                </a:ln>
                <a:solidFill>
                  <a:schemeClr val="accent2">
                    <a:lumMod val="75000"/>
                  </a:schemeClr>
                </a:solidFill>
                <a:effectLst/>
                <a:uLnTx/>
                <a:uFillTx/>
                <a:latin typeface="Trebuchet MS" panose="020B0603020202020204" pitchFamily="34" charset="0"/>
                <a:ea typeface="Verdana" pitchFamily="34" charset="0"/>
              </a:rPr>
              <a:t>Data  Modernization</a:t>
            </a:r>
            <a:endParaRPr kumimoji="0" lang="en-US" sz="1400" b="1" i="0" u="none" strike="noStrike" kern="1200" cap="none" spc="0" normalizeH="0" baseline="0" noProof="0" dirty="0">
              <a:ln>
                <a:noFill/>
              </a:ln>
              <a:solidFill>
                <a:schemeClr val="accent2">
                  <a:lumMod val="75000"/>
                </a:schemeClr>
              </a:solidFill>
              <a:effectLst/>
              <a:uLnTx/>
              <a:uFillTx/>
              <a:latin typeface="Trebuchet MS" panose="020B0603020202020204" pitchFamily="34" charset="0"/>
            </a:endParaRPr>
          </a:p>
        </p:txBody>
      </p:sp>
      <p:sp>
        <p:nvSpPr>
          <p:cNvPr id="30" name="TextBox 29">
            <a:extLst>
              <a:ext uri="{FF2B5EF4-FFF2-40B4-BE49-F238E27FC236}">
                <a16:creationId xmlns:a16="http://schemas.microsoft.com/office/drawing/2014/main" id="{09398D23-1420-6971-2FBE-5B2709FA7609}"/>
              </a:ext>
            </a:extLst>
          </p:cNvPr>
          <p:cNvSpPr txBox="1"/>
          <p:nvPr/>
        </p:nvSpPr>
        <p:spPr>
          <a:xfrm>
            <a:off x="9244408" y="5436059"/>
            <a:ext cx="192469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lumMod val="75000"/>
                  </a:schemeClr>
                </a:solidFill>
                <a:effectLst/>
                <a:uLnTx/>
                <a:uFillTx/>
                <a:latin typeface="Trebuchet MS" panose="020B0603020202020204" pitchFamily="34" charset="0"/>
                <a:ea typeface="Verdana" pitchFamily="34" charset="0"/>
              </a:rPr>
              <a:t>Staffing Services</a:t>
            </a:r>
            <a:endParaRPr kumimoji="0" lang="en-US" sz="1400" b="1" i="0" u="none" strike="noStrike" kern="1200" cap="none" spc="0" normalizeH="0" baseline="0" noProof="0" dirty="0">
              <a:ln>
                <a:noFill/>
              </a:ln>
              <a:solidFill>
                <a:schemeClr val="accent2">
                  <a:lumMod val="75000"/>
                </a:schemeClr>
              </a:solidFill>
              <a:effectLst/>
              <a:uLnTx/>
              <a:uFillTx/>
              <a:latin typeface="Trebuchet MS" panose="020B0603020202020204" pitchFamily="34" charset="0"/>
            </a:endParaRPr>
          </a:p>
        </p:txBody>
      </p:sp>
      <p:sp>
        <p:nvSpPr>
          <p:cNvPr id="33" name="TextBox 32">
            <a:extLst>
              <a:ext uri="{FF2B5EF4-FFF2-40B4-BE49-F238E27FC236}">
                <a16:creationId xmlns:a16="http://schemas.microsoft.com/office/drawing/2014/main" id="{9F79F793-3C96-B56C-3F87-E740C347A778}"/>
              </a:ext>
            </a:extLst>
          </p:cNvPr>
          <p:cNvSpPr txBox="1"/>
          <p:nvPr/>
        </p:nvSpPr>
        <p:spPr>
          <a:xfrm>
            <a:off x="1304359" y="5719345"/>
            <a:ext cx="1924692" cy="307777"/>
          </a:xfrm>
          <a:prstGeom prst="rect">
            <a:avLst/>
          </a:prstGeom>
          <a:noFill/>
        </p:spPr>
        <p:txBody>
          <a:bodyPr wrap="square" rtlCol="0">
            <a:spAutoFit/>
          </a:bodyPr>
          <a:lstStyle>
            <a:defPPr>
              <a:defRPr lang="en-US"/>
            </a:defPPr>
            <a:lvl1pPr marL="115888" marR="0" lvl="0" indent="-61913" algn="ctr" fontAlgn="t">
              <a:lnSpc>
                <a:spcPct val="100000"/>
              </a:lnSpc>
              <a:spcBef>
                <a:spcPts val="0"/>
              </a:spcBef>
              <a:spcAft>
                <a:spcPts val="0"/>
              </a:spcAft>
              <a:buClrTx/>
              <a:buSzTx/>
              <a:buFontTx/>
              <a:buNone/>
              <a:tabLst/>
              <a:defRPr kumimoji="0" sz="1400" b="1" i="0" u="none" strike="noStrike" cap="none" spc="0" normalizeH="0" baseline="0">
                <a:ln>
                  <a:noFill/>
                </a:ln>
                <a:solidFill>
                  <a:schemeClr val="accent2">
                    <a:lumMod val="75000"/>
                  </a:schemeClr>
                </a:solidFill>
                <a:effectLst/>
                <a:uLnTx/>
                <a:uFillTx/>
                <a:latin typeface="Trebuchet MS" panose="020B0603020202020204" pitchFamily="34" charset="0"/>
                <a:ea typeface="Verdana" pitchFamily="34" charset="0"/>
              </a:defRPr>
            </a:lvl1pPr>
          </a:lstStyle>
          <a:p>
            <a:r>
              <a:rPr lang="en-US" dirty="0"/>
              <a:t>Training</a:t>
            </a:r>
          </a:p>
        </p:txBody>
      </p:sp>
      <p:sp>
        <p:nvSpPr>
          <p:cNvPr id="34" name="TextBox 33">
            <a:extLst>
              <a:ext uri="{FF2B5EF4-FFF2-40B4-BE49-F238E27FC236}">
                <a16:creationId xmlns:a16="http://schemas.microsoft.com/office/drawing/2014/main" id="{F71636D3-BE24-9424-7FCC-03442C310DCB}"/>
              </a:ext>
            </a:extLst>
          </p:cNvPr>
          <p:cNvSpPr txBox="1"/>
          <p:nvPr/>
        </p:nvSpPr>
        <p:spPr>
          <a:xfrm>
            <a:off x="570273" y="1271278"/>
            <a:ext cx="2154636" cy="1938992"/>
          </a:xfrm>
          <a:prstGeom prst="rect">
            <a:avLst/>
          </a:prstGeom>
          <a:noFill/>
        </p:spPr>
        <p:txBody>
          <a:bodyPr wrap="square">
            <a:spAutoFit/>
          </a:bodyPr>
          <a:lstStyle>
            <a:defPPr>
              <a:defRPr lang="en-US"/>
            </a:defPPr>
            <a:lvl1pPr marL="171450" marR="0" lvl="0" indent="-171450" fontAlgn="base">
              <a:lnSpc>
                <a:spcPct val="100000"/>
              </a:lnSpc>
              <a:spcBef>
                <a:spcPts val="0"/>
              </a:spcBef>
              <a:spcAft>
                <a:spcPts val="0"/>
              </a:spcAft>
              <a:buClrTx/>
              <a:buSzTx/>
              <a:buFont typeface="Arial" panose="020B0604020202020204" pitchFamily="34" charset="0"/>
              <a:buChar char="•"/>
              <a:tabLst/>
              <a:defRPr kumimoji="0" sz="1200" b="0" i="0" u="none" strike="noStrike" cap="none" spc="0" normalizeH="0" baseline="0">
                <a:ln>
                  <a:noFill/>
                </a:ln>
                <a:solidFill>
                  <a:srgbClr val="303030"/>
                </a:solidFill>
                <a:effectLst/>
                <a:uLnTx/>
                <a:uFillTx/>
                <a:latin typeface="Trebuchet MS" panose="020B0603020202020204" pitchFamily="34" charset="0"/>
                <a:ea typeface="Verdana" pitchFamily="34" charset="0"/>
                <a:cs typeface="Segoe UI" panose="020B0502040204020203" pitchFamily="34" charset="0"/>
              </a:defRPr>
            </a:lvl1pPr>
          </a:lstStyle>
          <a:p>
            <a:r>
              <a:rPr lang="en-US" dirty="0"/>
              <a:t>Strategy And Roadmap</a:t>
            </a:r>
          </a:p>
          <a:p>
            <a:r>
              <a:rPr lang="en-US" dirty="0"/>
              <a:t>Analytics Maturity Assessment</a:t>
            </a:r>
          </a:p>
          <a:p>
            <a:r>
              <a:rPr lang="en-US" dirty="0"/>
              <a:t>Cloud Migration Strategy</a:t>
            </a:r>
          </a:p>
          <a:p>
            <a:r>
              <a:rPr lang="en-US" dirty="0"/>
              <a:t>Business Adoption</a:t>
            </a:r>
          </a:p>
          <a:p>
            <a:r>
              <a:rPr lang="en-US" dirty="0"/>
              <a:t>Data Architecture </a:t>
            </a:r>
          </a:p>
          <a:p>
            <a:r>
              <a:rPr lang="en-US" dirty="0"/>
              <a:t>Technology Evaluation &amp; Selection</a:t>
            </a:r>
          </a:p>
          <a:p>
            <a:r>
              <a:rPr lang="en-US" dirty="0"/>
              <a:t>Business Case &amp; ROI</a:t>
            </a:r>
          </a:p>
          <a:p>
            <a:r>
              <a:rPr lang="en-US" dirty="0"/>
              <a:t>Industry KPI Libraries</a:t>
            </a:r>
          </a:p>
        </p:txBody>
      </p:sp>
      <p:sp>
        <p:nvSpPr>
          <p:cNvPr id="36" name="TextBox 35">
            <a:extLst>
              <a:ext uri="{FF2B5EF4-FFF2-40B4-BE49-F238E27FC236}">
                <a16:creationId xmlns:a16="http://schemas.microsoft.com/office/drawing/2014/main" id="{A06FED32-4CA4-019D-184D-01AA6EE7EC49}"/>
              </a:ext>
            </a:extLst>
          </p:cNvPr>
          <p:cNvSpPr txBox="1"/>
          <p:nvPr/>
        </p:nvSpPr>
        <p:spPr>
          <a:xfrm>
            <a:off x="321035" y="3834089"/>
            <a:ext cx="2085012" cy="1569660"/>
          </a:xfrm>
          <a:prstGeom prst="rect">
            <a:avLst/>
          </a:prstGeom>
          <a:noFill/>
        </p:spPr>
        <p:txBody>
          <a:bodyPr wrap="square">
            <a:spAutoFit/>
          </a:bodyPr>
          <a:lstStyle>
            <a:defPPr>
              <a:defRPr lang="en-US"/>
            </a:defPPr>
            <a:lvl1pPr marL="171450" marR="0" lvl="0" indent="-171450" fontAlgn="base">
              <a:lnSpc>
                <a:spcPct val="100000"/>
              </a:lnSpc>
              <a:spcBef>
                <a:spcPts val="300"/>
              </a:spcBef>
              <a:spcAft>
                <a:spcPts val="300"/>
              </a:spcAft>
              <a:buClrTx/>
              <a:buSzTx/>
              <a:buFont typeface="Arial" panose="020B0604020202020204" pitchFamily="34" charset="0"/>
              <a:buChar char="•"/>
              <a:tabLst/>
              <a:defRPr kumimoji="0" sz="1050" b="0" i="0" u="none" strike="noStrike" cap="none" spc="0" normalizeH="0" baseline="0">
                <a:ln>
                  <a:noFill/>
                </a:ln>
                <a:solidFill>
                  <a:srgbClr val="303030"/>
                </a:solidFill>
                <a:effectLst/>
                <a:uLnTx/>
                <a:uFillTx/>
                <a:latin typeface="Trebuchet MS" panose="020B0603020202020204" pitchFamily="34" charset="0"/>
                <a:ea typeface="Verdana" pitchFamily="34" charset="0"/>
                <a:cs typeface="Segoe UI" panose="020B0502040204020203" pitchFamily="34" charset="0"/>
              </a:defRPr>
            </a:lvl1pPr>
          </a:lstStyle>
          <a:p>
            <a:pPr>
              <a:spcBef>
                <a:spcPts val="0"/>
              </a:spcBef>
              <a:spcAft>
                <a:spcPts val="0"/>
              </a:spcAft>
            </a:pPr>
            <a:r>
              <a:rPr lang="en-US" sz="1200" dirty="0"/>
              <a:t>Product Development and Engineering</a:t>
            </a:r>
          </a:p>
          <a:p>
            <a:pPr>
              <a:spcBef>
                <a:spcPts val="0"/>
              </a:spcBef>
              <a:spcAft>
                <a:spcPts val="0"/>
              </a:spcAft>
            </a:pPr>
            <a:r>
              <a:rPr lang="en-US" sz="1200" dirty="0"/>
              <a:t>IOT and Blockchain</a:t>
            </a:r>
          </a:p>
          <a:p>
            <a:pPr>
              <a:spcBef>
                <a:spcPts val="0"/>
              </a:spcBef>
              <a:spcAft>
                <a:spcPts val="0"/>
              </a:spcAft>
            </a:pPr>
            <a:r>
              <a:rPr lang="en-US" sz="1200" dirty="0"/>
              <a:t>Corporate Performance Management</a:t>
            </a:r>
          </a:p>
          <a:p>
            <a:pPr>
              <a:spcBef>
                <a:spcPts val="0"/>
              </a:spcBef>
              <a:spcAft>
                <a:spcPts val="0"/>
              </a:spcAft>
            </a:pPr>
            <a:r>
              <a:rPr lang="en-US" sz="1200" dirty="0"/>
              <a:t>Intelligent Automation</a:t>
            </a:r>
          </a:p>
          <a:p>
            <a:pPr>
              <a:spcBef>
                <a:spcPts val="0"/>
              </a:spcBef>
              <a:spcAft>
                <a:spcPts val="0"/>
              </a:spcAft>
            </a:pPr>
            <a:r>
              <a:rPr lang="en-US" sz="1200" dirty="0"/>
              <a:t>Digital Operations</a:t>
            </a:r>
          </a:p>
          <a:p>
            <a:pPr>
              <a:spcBef>
                <a:spcPts val="0"/>
              </a:spcBef>
              <a:spcAft>
                <a:spcPts val="0"/>
              </a:spcAft>
            </a:pPr>
            <a:r>
              <a:rPr lang="en-US" sz="1200" dirty="0"/>
              <a:t>Shared Services</a:t>
            </a:r>
          </a:p>
        </p:txBody>
      </p:sp>
      <p:sp>
        <p:nvSpPr>
          <p:cNvPr id="38" name="TextBox 37">
            <a:extLst>
              <a:ext uri="{FF2B5EF4-FFF2-40B4-BE49-F238E27FC236}">
                <a16:creationId xmlns:a16="http://schemas.microsoft.com/office/drawing/2014/main" id="{B1D4637D-A58B-CF10-9F98-74DC765BAC3D}"/>
              </a:ext>
            </a:extLst>
          </p:cNvPr>
          <p:cNvSpPr txBox="1"/>
          <p:nvPr/>
        </p:nvSpPr>
        <p:spPr>
          <a:xfrm>
            <a:off x="9184093" y="1019596"/>
            <a:ext cx="3258613" cy="1569660"/>
          </a:xfrm>
          <a:prstGeom prst="rect">
            <a:avLst/>
          </a:prstGeom>
          <a:noFill/>
        </p:spPr>
        <p:txBody>
          <a:bodyPr wrap="square">
            <a:spAutoFit/>
          </a:bodyPr>
          <a:lstStyle>
            <a:defPPr>
              <a:defRPr lang="en-US"/>
            </a:defPPr>
            <a:lvl1pPr marL="171450" marR="0" lvl="0" indent="-171450" fontAlgn="base">
              <a:lnSpc>
                <a:spcPct val="100000"/>
              </a:lnSpc>
              <a:spcBef>
                <a:spcPts val="300"/>
              </a:spcBef>
              <a:spcAft>
                <a:spcPts val="300"/>
              </a:spcAft>
              <a:buClrTx/>
              <a:buSzTx/>
              <a:buFont typeface="Arial" panose="020B0604020202020204" pitchFamily="34" charset="0"/>
              <a:buChar char="•"/>
              <a:tabLst/>
              <a:defRPr kumimoji="0" sz="1050" b="0" i="0" u="none" strike="noStrike" cap="none" spc="0" normalizeH="0" baseline="0">
                <a:ln>
                  <a:noFill/>
                </a:ln>
                <a:solidFill>
                  <a:srgbClr val="303030"/>
                </a:solidFill>
                <a:effectLst/>
                <a:uLnTx/>
                <a:uFillTx/>
                <a:latin typeface="Trebuchet MS" panose="020B0603020202020204" pitchFamily="34" charset="0"/>
                <a:ea typeface="Verdana" pitchFamily="34" charset="0"/>
                <a:cs typeface="Segoe UI" panose="020B0502040204020203" pitchFamily="34" charset="0"/>
              </a:defRPr>
            </a:lvl1pPr>
          </a:lstStyle>
          <a:p>
            <a:pPr>
              <a:spcBef>
                <a:spcPts val="0"/>
              </a:spcBef>
              <a:spcAft>
                <a:spcPts val="0"/>
              </a:spcAft>
            </a:pPr>
            <a:r>
              <a:rPr lang="en-US" sz="1200" dirty="0"/>
              <a:t>Migrate DW / Data Lake to Cloud</a:t>
            </a:r>
          </a:p>
          <a:p>
            <a:pPr>
              <a:spcBef>
                <a:spcPts val="0"/>
              </a:spcBef>
              <a:spcAft>
                <a:spcPts val="0"/>
              </a:spcAft>
            </a:pPr>
            <a:r>
              <a:rPr lang="en-US" sz="1200" dirty="0"/>
              <a:t>Data Integration</a:t>
            </a:r>
          </a:p>
          <a:p>
            <a:pPr>
              <a:spcBef>
                <a:spcPts val="0"/>
              </a:spcBef>
              <a:spcAft>
                <a:spcPts val="0"/>
              </a:spcAft>
            </a:pPr>
            <a:r>
              <a:rPr lang="en-US" sz="1200" dirty="0"/>
              <a:t>Data Governance</a:t>
            </a:r>
          </a:p>
          <a:p>
            <a:pPr>
              <a:spcBef>
                <a:spcPts val="0"/>
              </a:spcBef>
              <a:spcAft>
                <a:spcPts val="0"/>
              </a:spcAft>
            </a:pPr>
            <a:r>
              <a:rPr lang="en-US" sz="1200" dirty="0"/>
              <a:t>Master Data Management</a:t>
            </a:r>
          </a:p>
          <a:p>
            <a:pPr>
              <a:spcBef>
                <a:spcPts val="0"/>
              </a:spcBef>
              <a:spcAft>
                <a:spcPts val="0"/>
              </a:spcAft>
            </a:pPr>
            <a:r>
              <a:rPr lang="en-US" sz="1200" dirty="0"/>
              <a:t>Data Quality</a:t>
            </a:r>
          </a:p>
          <a:p>
            <a:pPr>
              <a:spcBef>
                <a:spcPts val="0"/>
              </a:spcBef>
              <a:spcAft>
                <a:spcPts val="0"/>
              </a:spcAft>
            </a:pPr>
            <a:r>
              <a:rPr lang="en-US" sz="1200" dirty="0"/>
              <a:t>Data Security and Data Privacy</a:t>
            </a:r>
          </a:p>
          <a:p>
            <a:pPr>
              <a:spcBef>
                <a:spcPts val="0"/>
              </a:spcBef>
              <a:spcAft>
                <a:spcPts val="0"/>
              </a:spcAft>
            </a:pPr>
            <a:r>
              <a:rPr lang="en-US" sz="1200" dirty="0"/>
              <a:t>Data Migration</a:t>
            </a:r>
          </a:p>
          <a:p>
            <a:pPr>
              <a:spcBef>
                <a:spcPts val="0"/>
              </a:spcBef>
              <a:spcAft>
                <a:spcPts val="0"/>
              </a:spcAft>
            </a:pPr>
            <a:r>
              <a:rPr lang="en-US" sz="1200" dirty="0"/>
              <a:t>Data Virtualization</a:t>
            </a:r>
          </a:p>
        </p:txBody>
      </p:sp>
      <p:sp>
        <p:nvSpPr>
          <p:cNvPr id="40" name="TextBox 39">
            <a:extLst>
              <a:ext uri="{FF2B5EF4-FFF2-40B4-BE49-F238E27FC236}">
                <a16:creationId xmlns:a16="http://schemas.microsoft.com/office/drawing/2014/main" id="{7321C99B-F598-B91D-B9B7-ED123920FDEC}"/>
              </a:ext>
            </a:extLst>
          </p:cNvPr>
          <p:cNvSpPr txBox="1"/>
          <p:nvPr/>
        </p:nvSpPr>
        <p:spPr>
          <a:xfrm>
            <a:off x="10047855" y="3470587"/>
            <a:ext cx="2183951" cy="1569660"/>
          </a:xfrm>
          <a:prstGeom prst="rect">
            <a:avLst/>
          </a:prstGeom>
          <a:noFill/>
        </p:spPr>
        <p:txBody>
          <a:bodyPr wrap="square">
            <a:spAutoFit/>
          </a:bodyPr>
          <a:lstStyle>
            <a:defPPr>
              <a:defRPr lang="en-US"/>
            </a:defPPr>
            <a:lvl1pPr marL="171450" marR="0" lvl="0" indent="-171450" fontAlgn="base">
              <a:lnSpc>
                <a:spcPct val="100000"/>
              </a:lnSpc>
              <a:spcBef>
                <a:spcPts val="300"/>
              </a:spcBef>
              <a:spcAft>
                <a:spcPts val="300"/>
              </a:spcAft>
              <a:buClrTx/>
              <a:buSzTx/>
              <a:buFont typeface="Arial" panose="020B0604020202020204" pitchFamily="34" charset="0"/>
              <a:buChar char="•"/>
              <a:tabLst/>
              <a:defRPr kumimoji="0" sz="1050" b="0" i="0" u="none" strike="noStrike" cap="none" spc="0" normalizeH="0" baseline="0">
                <a:ln>
                  <a:noFill/>
                </a:ln>
                <a:solidFill>
                  <a:srgbClr val="303030"/>
                </a:solidFill>
                <a:effectLst/>
                <a:uLnTx/>
                <a:uFillTx/>
                <a:latin typeface="Trebuchet MS" panose="020B0603020202020204" pitchFamily="34" charset="0"/>
                <a:ea typeface="Verdana" pitchFamily="34" charset="0"/>
                <a:cs typeface="Segoe UI" panose="020B0502040204020203" pitchFamily="34" charset="0"/>
              </a:defRPr>
            </a:lvl1pPr>
          </a:lstStyle>
          <a:p>
            <a:pPr>
              <a:spcBef>
                <a:spcPts val="0"/>
              </a:spcBef>
              <a:spcAft>
                <a:spcPts val="0"/>
              </a:spcAft>
            </a:pPr>
            <a:r>
              <a:rPr lang="en-US" sz="1200" dirty="0"/>
              <a:t>Business Intelligence and Data Visualization</a:t>
            </a:r>
          </a:p>
          <a:p>
            <a:pPr>
              <a:spcBef>
                <a:spcPts val="0"/>
              </a:spcBef>
              <a:spcAft>
                <a:spcPts val="0"/>
              </a:spcAft>
            </a:pPr>
            <a:r>
              <a:rPr lang="en-US" sz="1200" dirty="0"/>
              <a:t>Predictive Analytics</a:t>
            </a:r>
          </a:p>
          <a:p>
            <a:pPr>
              <a:spcBef>
                <a:spcPts val="0"/>
              </a:spcBef>
              <a:spcAft>
                <a:spcPts val="0"/>
              </a:spcAft>
            </a:pPr>
            <a:r>
              <a:rPr lang="en-US" sz="1200" dirty="0"/>
              <a:t>Data Science </a:t>
            </a:r>
          </a:p>
          <a:p>
            <a:pPr>
              <a:spcBef>
                <a:spcPts val="0"/>
              </a:spcBef>
              <a:spcAft>
                <a:spcPts val="0"/>
              </a:spcAft>
            </a:pPr>
            <a:r>
              <a:rPr lang="en-US" sz="1200" dirty="0"/>
              <a:t>AI/Machine Learning/ Deep Learning</a:t>
            </a:r>
          </a:p>
          <a:p>
            <a:pPr>
              <a:spcBef>
                <a:spcPts val="0"/>
              </a:spcBef>
              <a:spcAft>
                <a:spcPts val="0"/>
              </a:spcAft>
            </a:pPr>
            <a:r>
              <a:rPr lang="en-US" sz="1200" dirty="0"/>
              <a:t>Cognitive Intelligence </a:t>
            </a:r>
          </a:p>
          <a:p>
            <a:pPr>
              <a:spcBef>
                <a:spcPts val="0"/>
              </a:spcBef>
              <a:spcAft>
                <a:spcPts val="0"/>
              </a:spcAft>
            </a:pPr>
            <a:r>
              <a:rPr lang="en-US" sz="1200" dirty="0"/>
              <a:t>Immersive Analytics</a:t>
            </a:r>
          </a:p>
        </p:txBody>
      </p:sp>
      <p:sp>
        <p:nvSpPr>
          <p:cNvPr id="42" name="TextBox 41">
            <a:extLst>
              <a:ext uri="{FF2B5EF4-FFF2-40B4-BE49-F238E27FC236}">
                <a16:creationId xmlns:a16="http://schemas.microsoft.com/office/drawing/2014/main" id="{E3CDFF60-0C82-99F4-6F2A-7879F51ADFF1}"/>
              </a:ext>
            </a:extLst>
          </p:cNvPr>
          <p:cNvSpPr txBox="1"/>
          <p:nvPr/>
        </p:nvSpPr>
        <p:spPr>
          <a:xfrm>
            <a:off x="9447087" y="5712403"/>
            <a:ext cx="2393577" cy="830997"/>
          </a:xfrm>
          <a:prstGeom prst="rect">
            <a:avLst/>
          </a:prstGeom>
          <a:noFill/>
        </p:spPr>
        <p:txBody>
          <a:bodyPr wrap="square">
            <a:spAutoFit/>
          </a:bodyPr>
          <a:lstStyle>
            <a:defPPr>
              <a:defRPr lang="en-US"/>
            </a:defPPr>
            <a:lvl1pPr marL="171450" marR="0" lvl="0" indent="-171450" fontAlgn="base">
              <a:lnSpc>
                <a:spcPct val="100000"/>
              </a:lnSpc>
              <a:spcBef>
                <a:spcPts val="300"/>
              </a:spcBef>
              <a:spcAft>
                <a:spcPts val="300"/>
              </a:spcAft>
              <a:buClrTx/>
              <a:buSzTx/>
              <a:buFont typeface="Arial" panose="020B0604020202020204" pitchFamily="34" charset="0"/>
              <a:buChar char="•"/>
              <a:tabLst/>
              <a:defRPr kumimoji="0" sz="1050" b="0" i="0" u="none" strike="noStrike" cap="none" spc="0" normalizeH="0" baseline="0">
                <a:ln>
                  <a:noFill/>
                </a:ln>
                <a:solidFill>
                  <a:srgbClr val="303030"/>
                </a:solidFill>
                <a:effectLst/>
                <a:uLnTx/>
                <a:uFillTx/>
                <a:latin typeface="Trebuchet MS" panose="020B0603020202020204" pitchFamily="34" charset="0"/>
                <a:ea typeface="Verdana" pitchFamily="34" charset="0"/>
                <a:cs typeface="Segoe UI" panose="020B0502040204020203" pitchFamily="34" charset="0"/>
              </a:defRPr>
            </a:lvl1pPr>
          </a:lstStyle>
          <a:p>
            <a:pPr>
              <a:spcBef>
                <a:spcPts val="0"/>
              </a:spcBef>
              <a:spcAft>
                <a:spcPts val="0"/>
              </a:spcAft>
            </a:pPr>
            <a:r>
              <a:rPr lang="en-US" sz="1200" dirty="0"/>
              <a:t>Permanent </a:t>
            </a:r>
          </a:p>
          <a:p>
            <a:pPr>
              <a:spcBef>
                <a:spcPts val="0"/>
              </a:spcBef>
              <a:spcAft>
                <a:spcPts val="0"/>
              </a:spcAft>
            </a:pPr>
            <a:r>
              <a:rPr lang="en-US" sz="1200" dirty="0"/>
              <a:t>Contract</a:t>
            </a:r>
          </a:p>
          <a:p>
            <a:pPr>
              <a:spcBef>
                <a:spcPts val="0"/>
              </a:spcBef>
              <a:spcAft>
                <a:spcPts val="0"/>
              </a:spcAft>
            </a:pPr>
            <a:r>
              <a:rPr lang="en-US" sz="1200" dirty="0"/>
              <a:t>RPO</a:t>
            </a:r>
          </a:p>
          <a:p>
            <a:pPr>
              <a:spcBef>
                <a:spcPts val="0"/>
              </a:spcBef>
              <a:spcAft>
                <a:spcPts val="0"/>
              </a:spcAft>
            </a:pPr>
            <a:r>
              <a:rPr lang="en-US" sz="1200" dirty="0" err="1"/>
              <a:t>InPlant</a:t>
            </a:r>
            <a:endParaRPr lang="en-US" sz="1200" dirty="0"/>
          </a:p>
        </p:txBody>
      </p:sp>
      <p:sp>
        <p:nvSpPr>
          <p:cNvPr id="44" name="TextBox 43">
            <a:extLst>
              <a:ext uri="{FF2B5EF4-FFF2-40B4-BE49-F238E27FC236}">
                <a16:creationId xmlns:a16="http://schemas.microsoft.com/office/drawing/2014/main" id="{33DD4F44-C67F-2C68-6C34-B9EAD9EEFEBC}"/>
              </a:ext>
            </a:extLst>
          </p:cNvPr>
          <p:cNvSpPr txBox="1"/>
          <p:nvPr/>
        </p:nvSpPr>
        <p:spPr>
          <a:xfrm>
            <a:off x="1912815" y="6004905"/>
            <a:ext cx="6237026" cy="276999"/>
          </a:xfrm>
          <a:prstGeom prst="rect">
            <a:avLst/>
          </a:prstGeom>
          <a:noFill/>
        </p:spPr>
        <p:txBody>
          <a:bodyPr wrap="square">
            <a:spAutoFit/>
          </a:bodyPr>
          <a:lstStyle>
            <a:defPPr>
              <a:defRPr lang="en-US"/>
            </a:defPPr>
            <a:lvl1pPr marL="171450" marR="0" lvl="0" indent="-171450" fontAlgn="base">
              <a:lnSpc>
                <a:spcPct val="100000"/>
              </a:lnSpc>
              <a:spcBef>
                <a:spcPts val="300"/>
              </a:spcBef>
              <a:spcAft>
                <a:spcPts val="300"/>
              </a:spcAft>
              <a:buClrTx/>
              <a:buSzTx/>
              <a:buFont typeface="Arial" panose="020B0604020202020204" pitchFamily="34" charset="0"/>
              <a:buChar char="•"/>
              <a:tabLst/>
              <a:defRPr kumimoji="0" sz="1050" b="0" i="0" u="none" strike="noStrike" cap="none" spc="0" normalizeH="0" baseline="0">
                <a:ln>
                  <a:noFill/>
                </a:ln>
                <a:solidFill>
                  <a:srgbClr val="303030"/>
                </a:solidFill>
                <a:effectLst/>
                <a:uLnTx/>
                <a:uFillTx/>
                <a:latin typeface="Trebuchet MS" panose="020B0603020202020204" pitchFamily="34" charset="0"/>
                <a:ea typeface="Verdana" pitchFamily="34" charset="0"/>
                <a:cs typeface="Segoe UI" panose="020B0502040204020203" pitchFamily="34" charset="0"/>
              </a:defRPr>
            </a:lvl1pPr>
          </a:lstStyle>
          <a:p>
            <a:r>
              <a:rPr lang="en-US" sz="1200" dirty="0"/>
              <a:t>Hire-Train-Deploy</a:t>
            </a:r>
          </a:p>
        </p:txBody>
      </p:sp>
      <p:sp>
        <p:nvSpPr>
          <p:cNvPr id="45" name="Oval 44">
            <a:extLst>
              <a:ext uri="{FF2B5EF4-FFF2-40B4-BE49-F238E27FC236}">
                <a16:creationId xmlns:a16="http://schemas.microsoft.com/office/drawing/2014/main" id="{B9FD159A-96AE-8C39-7A9A-546B60C51D17}"/>
              </a:ext>
            </a:extLst>
          </p:cNvPr>
          <p:cNvSpPr/>
          <p:nvPr/>
        </p:nvSpPr>
        <p:spPr>
          <a:xfrm>
            <a:off x="8094904" y="1122959"/>
            <a:ext cx="1121666" cy="1133695"/>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4CC94D05-992B-D075-BD98-67D9E36DA7BA}"/>
              </a:ext>
            </a:extLst>
          </p:cNvPr>
          <p:cNvSpPr/>
          <p:nvPr/>
        </p:nvSpPr>
        <p:spPr>
          <a:xfrm>
            <a:off x="8145811" y="1182309"/>
            <a:ext cx="1036957" cy="1002887"/>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ACEDC76-EC8E-1ED3-91F7-63D762DC1FE0}"/>
              </a:ext>
            </a:extLst>
          </p:cNvPr>
          <p:cNvSpPr/>
          <p:nvPr/>
        </p:nvSpPr>
        <p:spPr>
          <a:xfrm>
            <a:off x="8916874" y="3203754"/>
            <a:ext cx="1121666" cy="1133695"/>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DD6B2210-60B8-AB05-1C72-6BAF6C291724}"/>
              </a:ext>
            </a:extLst>
          </p:cNvPr>
          <p:cNvSpPr/>
          <p:nvPr/>
        </p:nvSpPr>
        <p:spPr>
          <a:xfrm>
            <a:off x="8967781" y="3263104"/>
            <a:ext cx="1036957" cy="1002887"/>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A4E15E1-72D6-3DD2-446E-1433ED7C0DAC}"/>
              </a:ext>
            </a:extLst>
          </p:cNvPr>
          <p:cNvSpPr/>
          <p:nvPr/>
        </p:nvSpPr>
        <p:spPr>
          <a:xfrm>
            <a:off x="8329409" y="4763903"/>
            <a:ext cx="1121666" cy="1133695"/>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22C37D46-0906-19FC-DA20-49DFE09163B4}"/>
              </a:ext>
            </a:extLst>
          </p:cNvPr>
          <p:cNvSpPr/>
          <p:nvPr/>
        </p:nvSpPr>
        <p:spPr>
          <a:xfrm>
            <a:off x="8380316" y="4836901"/>
            <a:ext cx="1036957" cy="1002887"/>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4" name="Picture 4" descr="Analytical Presentation Isolated Vector Icon Which Can Easily Modify or  Edit Analytical Presentation Isolated Vector Icon Which C Stock Vector -  Illustration of evaluation, vector: 144672224">
            <a:extLst>
              <a:ext uri="{FF2B5EF4-FFF2-40B4-BE49-F238E27FC236}">
                <a16:creationId xmlns:a16="http://schemas.microsoft.com/office/drawing/2014/main" id="{9367BA59-3496-26C2-7969-81BA79422D05}"/>
              </a:ext>
            </a:extLst>
          </p:cNvPr>
          <p:cNvPicPr>
            <a:picLocks noChangeAspect="1" noChangeArrowheads="1"/>
          </p:cNvPicPr>
          <p:nvPr/>
        </p:nvPicPr>
        <p:blipFill>
          <a:blip r:embed="rId11">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48424" y="3423870"/>
            <a:ext cx="648890" cy="682876"/>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Staff Icon Vector Art, Icons, and Graphics for Free Download">
            <a:extLst>
              <a:ext uri="{FF2B5EF4-FFF2-40B4-BE49-F238E27FC236}">
                <a16:creationId xmlns:a16="http://schemas.microsoft.com/office/drawing/2014/main" id="{750AAAC3-B844-8F45-6A86-E86902D7DBC0}"/>
              </a:ext>
            </a:extLst>
          </p:cNvPr>
          <p:cNvPicPr>
            <a:picLocks noChangeAspect="1" noChangeArrowheads="1"/>
          </p:cNvPicPr>
          <p:nvPr/>
        </p:nvPicPr>
        <p:blipFill>
          <a:blip r:embed="rId12">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40021" y="4987965"/>
            <a:ext cx="733140" cy="733140"/>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Data, database, storage icon - Download on Iconfinder">
            <a:extLst>
              <a:ext uri="{FF2B5EF4-FFF2-40B4-BE49-F238E27FC236}">
                <a16:creationId xmlns:a16="http://schemas.microsoft.com/office/drawing/2014/main" id="{A89ADE9B-7B4F-832E-4903-2AC289B71706}"/>
              </a:ext>
            </a:extLst>
          </p:cNvPr>
          <p:cNvPicPr>
            <a:picLocks noChangeAspect="1" noChangeArrowheads="1"/>
          </p:cNvPicPr>
          <p:nvPr/>
        </p:nvPicPr>
        <p:blipFill>
          <a:blip r:embed="rId1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8376175" y="1404415"/>
            <a:ext cx="575687" cy="575687"/>
          </a:xfrm>
          <a:prstGeom prst="rect">
            <a:avLst/>
          </a:prstGeom>
          <a:noFill/>
          <a:extLst>
            <a:ext uri="{909E8E84-426E-40DD-AFC4-6F175D3DCCD1}">
              <a14:hiddenFill xmlns:a14="http://schemas.microsoft.com/office/drawing/2010/main">
                <a:solidFill>
                  <a:srgbClr val="FFFFFF"/>
                </a:solidFill>
              </a14:hiddenFill>
            </a:ext>
          </a:extLst>
        </p:spPr>
      </p:pic>
      <p:sp>
        <p:nvSpPr>
          <p:cNvPr id="56" name="Oval 55">
            <a:extLst>
              <a:ext uri="{FF2B5EF4-FFF2-40B4-BE49-F238E27FC236}">
                <a16:creationId xmlns:a16="http://schemas.microsoft.com/office/drawing/2014/main" id="{110CDEFC-C73C-49C0-E5B0-479E8193BD16}"/>
              </a:ext>
            </a:extLst>
          </p:cNvPr>
          <p:cNvSpPr/>
          <p:nvPr/>
        </p:nvSpPr>
        <p:spPr>
          <a:xfrm flipH="1">
            <a:off x="7800366" y="2152424"/>
            <a:ext cx="45719" cy="85643"/>
          </a:xfrm>
          <a:prstGeom prst="ellipse">
            <a:avLst/>
          </a:prstGeom>
          <a:solidFill>
            <a:srgbClr val="0070C0"/>
          </a:solidFill>
          <a:ln>
            <a:solidFill>
              <a:srgbClr val="0070C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4AA233E1-BDBB-2CEC-9B46-88CEFB656367}"/>
              </a:ext>
            </a:extLst>
          </p:cNvPr>
          <p:cNvSpPr/>
          <p:nvPr/>
        </p:nvSpPr>
        <p:spPr>
          <a:xfrm flipH="1">
            <a:off x="8401619" y="3568269"/>
            <a:ext cx="45719" cy="85643"/>
          </a:xfrm>
          <a:prstGeom prst="ellipse">
            <a:avLst/>
          </a:prstGeom>
          <a:solidFill>
            <a:srgbClr val="0070C0"/>
          </a:solidFill>
          <a:ln>
            <a:solidFill>
              <a:srgbClr val="0070C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AECFDEB9-558A-D48A-DAFB-36F60F7A1D54}"/>
              </a:ext>
            </a:extLst>
          </p:cNvPr>
          <p:cNvSpPr/>
          <p:nvPr/>
        </p:nvSpPr>
        <p:spPr>
          <a:xfrm flipH="1">
            <a:off x="7979494" y="4836901"/>
            <a:ext cx="45719" cy="85643"/>
          </a:xfrm>
          <a:prstGeom prst="ellipse">
            <a:avLst/>
          </a:prstGeom>
          <a:solidFill>
            <a:srgbClr val="0070C0"/>
          </a:solidFill>
          <a:ln>
            <a:solidFill>
              <a:srgbClr val="0070C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70D5390-35A0-A4B2-EA72-F14026052520}"/>
              </a:ext>
            </a:extLst>
          </p:cNvPr>
          <p:cNvSpPr/>
          <p:nvPr/>
        </p:nvSpPr>
        <p:spPr>
          <a:xfrm>
            <a:off x="7885788" y="1927069"/>
            <a:ext cx="273808" cy="274645"/>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B0C11187-5A98-C2EB-918C-4685FBDD0BBF}"/>
              </a:ext>
            </a:extLst>
          </p:cNvPr>
          <p:cNvSpPr/>
          <p:nvPr/>
        </p:nvSpPr>
        <p:spPr>
          <a:xfrm>
            <a:off x="8546084" y="3496361"/>
            <a:ext cx="273808" cy="274645"/>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7F5649B1-98AB-0F41-6A58-567081C4ED74}"/>
              </a:ext>
            </a:extLst>
          </p:cNvPr>
          <p:cNvSpPr/>
          <p:nvPr/>
        </p:nvSpPr>
        <p:spPr>
          <a:xfrm>
            <a:off x="8059039" y="4876800"/>
            <a:ext cx="273808" cy="274645"/>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5728CACF-6E01-0CA3-E570-0FE577E98726}"/>
              </a:ext>
            </a:extLst>
          </p:cNvPr>
          <p:cNvSpPr/>
          <p:nvPr/>
        </p:nvSpPr>
        <p:spPr>
          <a:xfrm>
            <a:off x="7862032" y="1891428"/>
            <a:ext cx="294023" cy="321064"/>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3135154B-16CA-DF48-C490-2FE71FCEB84B}"/>
              </a:ext>
            </a:extLst>
          </p:cNvPr>
          <p:cNvSpPr/>
          <p:nvPr/>
        </p:nvSpPr>
        <p:spPr>
          <a:xfrm>
            <a:off x="8532094" y="3471854"/>
            <a:ext cx="294023" cy="321064"/>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9EACCBCA-0E7D-783B-DCE4-16470E634126}"/>
              </a:ext>
            </a:extLst>
          </p:cNvPr>
          <p:cNvSpPr/>
          <p:nvPr/>
        </p:nvSpPr>
        <p:spPr>
          <a:xfrm>
            <a:off x="8044608" y="4837996"/>
            <a:ext cx="294023" cy="321064"/>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0245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EEBEBB4C-4D0A-8799-F9E2-100C2D67B5A9}"/>
              </a:ext>
            </a:extLst>
          </p:cNvPr>
          <p:cNvSpPr/>
          <p:nvPr/>
        </p:nvSpPr>
        <p:spPr>
          <a:xfrm>
            <a:off x="1400954" y="634581"/>
            <a:ext cx="1446537" cy="27953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248E63A5-722A-9BE3-A2C0-8429B15DAEBD}"/>
              </a:ext>
            </a:extLst>
          </p:cNvPr>
          <p:cNvSpPr/>
          <p:nvPr/>
        </p:nvSpPr>
        <p:spPr>
          <a:xfrm>
            <a:off x="1155161" y="4807140"/>
            <a:ext cx="2069953" cy="3930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00" name="Picture 99">
            <a:extLst>
              <a:ext uri="{FF2B5EF4-FFF2-40B4-BE49-F238E27FC236}">
                <a16:creationId xmlns:a16="http://schemas.microsoft.com/office/drawing/2014/main" id="{1BE355BD-BFFA-469D-8BE8-866D505B230C}"/>
              </a:ext>
            </a:extLst>
          </p:cNvPr>
          <p:cNvPicPr>
            <a:picLocks noChangeAspect="1"/>
          </p:cNvPicPr>
          <p:nvPr/>
        </p:nvPicPr>
        <p:blipFill>
          <a:blip r:embed="rId3" cstate="print">
            <a:graysc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631393" y="3635252"/>
            <a:ext cx="759557" cy="791512"/>
          </a:xfrm>
          <a:prstGeom prst="rect">
            <a:avLst/>
          </a:prstGeom>
        </p:spPr>
      </p:pic>
      <p:sp>
        <p:nvSpPr>
          <p:cNvPr id="2" name="Title 1">
            <a:extLst>
              <a:ext uri="{FF2B5EF4-FFF2-40B4-BE49-F238E27FC236}">
                <a16:creationId xmlns:a16="http://schemas.microsoft.com/office/drawing/2014/main" id="{2F1F945F-16FB-46EF-B411-B4148068AA78}"/>
              </a:ext>
            </a:extLst>
          </p:cNvPr>
          <p:cNvSpPr txBox="1">
            <a:spLocks/>
          </p:cNvSpPr>
          <p:nvPr/>
        </p:nvSpPr>
        <p:spPr>
          <a:xfrm>
            <a:off x="151533" y="11050"/>
            <a:ext cx="9116886" cy="6461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b="1" dirty="0">
                <a:solidFill>
                  <a:prstClr val="black"/>
                </a:solidFill>
                <a:latin typeface="Trebuchet MS (Headings)"/>
              </a:rPr>
              <a:t>Analytics and AI &gt; Qlik Competency</a:t>
            </a:r>
          </a:p>
        </p:txBody>
      </p:sp>
      <p:sp>
        <p:nvSpPr>
          <p:cNvPr id="44" name="Rectangle 43">
            <a:extLst>
              <a:ext uri="{FF2B5EF4-FFF2-40B4-BE49-F238E27FC236}">
                <a16:creationId xmlns:a16="http://schemas.microsoft.com/office/drawing/2014/main" id="{742806B9-8063-4FE3-9F0F-F91451C592ED}"/>
              </a:ext>
            </a:extLst>
          </p:cNvPr>
          <p:cNvSpPr/>
          <p:nvPr/>
        </p:nvSpPr>
        <p:spPr>
          <a:xfrm>
            <a:off x="6110878" y="3846967"/>
            <a:ext cx="6110879" cy="245225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80" name="Oval 79">
            <a:extLst>
              <a:ext uri="{FF2B5EF4-FFF2-40B4-BE49-F238E27FC236}">
                <a16:creationId xmlns:a16="http://schemas.microsoft.com/office/drawing/2014/main" id="{AEA56F3F-7392-4E73-952D-72AB89A27F56}"/>
              </a:ext>
            </a:extLst>
          </p:cNvPr>
          <p:cNvSpPr/>
          <p:nvPr/>
        </p:nvSpPr>
        <p:spPr>
          <a:xfrm>
            <a:off x="10382173" y="3467483"/>
            <a:ext cx="1106424" cy="1106424"/>
          </a:xfrm>
          <a:prstGeom prst="ellipse">
            <a:avLst/>
          </a:prstGeom>
          <a:solidFill>
            <a:schemeClr val="accent1">
              <a:lumMod val="60000"/>
              <a:lumOff val="40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3" name="Oval 82">
            <a:extLst>
              <a:ext uri="{FF2B5EF4-FFF2-40B4-BE49-F238E27FC236}">
                <a16:creationId xmlns:a16="http://schemas.microsoft.com/office/drawing/2014/main" id="{5CDDED81-E067-42CA-B020-0B7A1A5B969E}"/>
              </a:ext>
            </a:extLst>
          </p:cNvPr>
          <p:cNvSpPr/>
          <p:nvPr/>
        </p:nvSpPr>
        <p:spPr>
          <a:xfrm>
            <a:off x="4440268" y="3467483"/>
            <a:ext cx="1106424" cy="1106424"/>
          </a:xfrm>
          <a:prstGeom prst="ellipse">
            <a:avLst/>
          </a:prstGeom>
          <a:solidFill>
            <a:schemeClr val="accent6">
              <a:lumMod val="60000"/>
              <a:lumOff val="40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4" name="Oval 83">
            <a:extLst>
              <a:ext uri="{FF2B5EF4-FFF2-40B4-BE49-F238E27FC236}">
                <a16:creationId xmlns:a16="http://schemas.microsoft.com/office/drawing/2014/main" id="{D2296FD8-3AE4-42BD-AD46-3BD8C1B6D954}"/>
              </a:ext>
            </a:extLst>
          </p:cNvPr>
          <p:cNvSpPr/>
          <p:nvPr/>
        </p:nvSpPr>
        <p:spPr>
          <a:xfrm>
            <a:off x="10446380" y="3531177"/>
            <a:ext cx="978408" cy="978408"/>
          </a:xfrm>
          <a:prstGeom prst="ellipse">
            <a:avLst/>
          </a:prstGeom>
          <a:solidFill>
            <a:schemeClr val="accent1"/>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7" name="Oval 86">
            <a:extLst>
              <a:ext uri="{FF2B5EF4-FFF2-40B4-BE49-F238E27FC236}">
                <a16:creationId xmlns:a16="http://schemas.microsoft.com/office/drawing/2014/main" id="{81BDBE95-618A-49B0-A1CE-6DCCD2CEB196}"/>
              </a:ext>
            </a:extLst>
          </p:cNvPr>
          <p:cNvSpPr/>
          <p:nvPr/>
        </p:nvSpPr>
        <p:spPr>
          <a:xfrm>
            <a:off x="4507210" y="3537478"/>
            <a:ext cx="978408" cy="978408"/>
          </a:xfrm>
          <a:prstGeom prst="ellipse">
            <a:avLst/>
          </a:prstGeom>
          <a:solidFill>
            <a:schemeClr val="accent6"/>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94" name="TextBox 93">
            <a:extLst>
              <a:ext uri="{FF2B5EF4-FFF2-40B4-BE49-F238E27FC236}">
                <a16:creationId xmlns:a16="http://schemas.microsoft.com/office/drawing/2014/main" id="{53B75E75-F2B6-4AB5-A4E3-DA31C64EDA50}"/>
              </a:ext>
            </a:extLst>
          </p:cNvPr>
          <p:cNvSpPr txBox="1"/>
          <p:nvPr/>
        </p:nvSpPr>
        <p:spPr>
          <a:xfrm>
            <a:off x="7990505" y="4635506"/>
            <a:ext cx="1277914" cy="276999"/>
          </a:xfrm>
          <a:prstGeom prst="rect">
            <a:avLst/>
          </a:prstGeom>
          <a:noFill/>
        </p:spPr>
        <p:txBody>
          <a:bodyPr wrap="none" rtlCol="0">
            <a:spAutoFit/>
          </a:bodyPr>
          <a:lstStyle/>
          <a:p>
            <a:r>
              <a:rPr lang="en-US" sz="1200" b="1" dirty="0">
                <a:solidFill>
                  <a:schemeClr val="accent2"/>
                </a:solidFill>
              </a:rPr>
              <a:t>ACHIEVEMENTS</a:t>
            </a:r>
            <a:endParaRPr lang="en-US" sz="1200" dirty="0">
              <a:solidFill>
                <a:schemeClr val="accent2"/>
              </a:solidFill>
            </a:endParaRPr>
          </a:p>
        </p:txBody>
      </p:sp>
      <p:sp>
        <p:nvSpPr>
          <p:cNvPr id="95" name="TextBox 94">
            <a:extLst>
              <a:ext uri="{FF2B5EF4-FFF2-40B4-BE49-F238E27FC236}">
                <a16:creationId xmlns:a16="http://schemas.microsoft.com/office/drawing/2014/main" id="{1B381F7D-0447-4D46-BD29-E22317A25D24}"/>
              </a:ext>
            </a:extLst>
          </p:cNvPr>
          <p:cNvSpPr txBox="1"/>
          <p:nvPr/>
        </p:nvSpPr>
        <p:spPr>
          <a:xfrm>
            <a:off x="10052375" y="4580552"/>
            <a:ext cx="1803756" cy="461665"/>
          </a:xfrm>
          <a:prstGeom prst="rect">
            <a:avLst/>
          </a:prstGeom>
          <a:noFill/>
        </p:spPr>
        <p:txBody>
          <a:bodyPr wrap="square" rtlCol="0">
            <a:spAutoFit/>
          </a:bodyPr>
          <a:lstStyle/>
          <a:p>
            <a:pPr algn="ctr"/>
            <a:r>
              <a:rPr lang="en-US" sz="1200" b="1" dirty="0">
                <a:solidFill>
                  <a:schemeClr val="accent1">
                    <a:lumMod val="75000"/>
                  </a:schemeClr>
                </a:solidFill>
              </a:rPr>
              <a:t>SOLUTION ACCELERATORS</a:t>
            </a:r>
            <a:endParaRPr lang="en-US" sz="1200" dirty="0">
              <a:solidFill>
                <a:schemeClr val="accent1">
                  <a:lumMod val="75000"/>
                </a:schemeClr>
              </a:solidFill>
            </a:endParaRPr>
          </a:p>
        </p:txBody>
      </p:sp>
      <p:sp>
        <p:nvSpPr>
          <p:cNvPr id="96" name="Rectangle 95">
            <a:extLst>
              <a:ext uri="{FF2B5EF4-FFF2-40B4-BE49-F238E27FC236}">
                <a16:creationId xmlns:a16="http://schemas.microsoft.com/office/drawing/2014/main" id="{59085EC7-44CB-41F6-81F5-CA0B608A8B5C}"/>
              </a:ext>
            </a:extLst>
          </p:cNvPr>
          <p:cNvSpPr/>
          <p:nvPr/>
        </p:nvSpPr>
        <p:spPr>
          <a:xfrm>
            <a:off x="5944490" y="4617427"/>
            <a:ext cx="1592892" cy="276999"/>
          </a:xfrm>
          <a:prstGeom prst="rect">
            <a:avLst/>
          </a:prstGeom>
        </p:spPr>
        <p:txBody>
          <a:bodyPr wrap="square">
            <a:spAutoFit/>
          </a:bodyPr>
          <a:lstStyle/>
          <a:p>
            <a:pPr algn="ctr"/>
            <a:r>
              <a:rPr lang="en-US" sz="1200" b="1" dirty="0">
                <a:solidFill>
                  <a:schemeClr val="bg2">
                    <a:lumMod val="50000"/>
                  </a:schemeClr>
                </a:solidFill>
              </a:rPr>
              <a:t>ALLIANCE</a:t>
            </a:r>
          </a:p>
        </p:txBody>
      </p:sp>
      <p:sp>
        <p:nvSpPr>
          <p:cNvPr id="97" name="Title 4">
            <a:extLst>
              <a:ext uri="{FF2B5EF4-FFF2-40B4-BE49-F238E27FC236}">
                <a16:creationId xmlns:a16="http://schemas.microsoft.com/office/drawing/2014/main" id="{A76C7E91-8EC6-412D-8211-79192E86D2EF}"/>
              </a:ext>
            </a:extLst>
          </p:cNvPr>
          <p:cNvSpPr txBox="1">
            <a:spLocks/>
          </p:cNvSpPr>
          <p:nvPr/>
        </p:nvSpPr>
        <p:spPr>
          <a:xfrm>
            <a:off x="4362120" y="4537424"/>
            <a:ext cx="1334208" cy="539433"/>
          </a:xfrm>
          <a:prstGeom prst="rect">
            <a:avLst/>
          </a:prstGeom>
        </p:spPr>
        <p:txBody>
          <a:bodyPr vert="horz" lIns="121920" tIns="60960" rIns="121920" bIns="60960" rtlCol="0" anchor="t">
            <a:noAutofit/>
          </a:bodyPr>
          <a:lstStyle>
            <a:lvl1pPr algn="l" defTabSz="457200" rtl="0" eaLnBrk="1" latinLnBrk="0" hangingPunct="1">
              <a:spcBef>
                <a:spcPct val="0"/>
              </a:spcBef>
              <a:buNone/>
              <a:defRPr sz="2800" kern="1200">
                <a:solidFill>
                  <a:srgbClr val="0099CC"/>
                </a:solidFill>
                <a:latin typeface="+mj-lt"/>
                <a:ea typeface="+mj-ea"/>
                <a:cs typeface="+mj-cs"/>
              </a:defRPr>
            </a:lvl1pPr>
          </a:lstStyle>
          <a:p>
            <a:pPr algn="ctr"/>
            <a:r>
              <a:rPr lang="en-US" sz="1200" b="1" dirty="0">
                <a:solidFill>
                  <a:schemeClr val="accent6"/>
                </a:solidFill>
                <a:latin typeface="+mn-lt"/>
              </a:rPr>
              <a:t>SERVICES PORTFOLIO </a:t>
            </a:r>
          </a:p>
        </p:txBody>
      </p:sp>
      <p:pic>
        <p:nvPicPr>
          <p:cNvPr id="101" name="Picture 100">
            <a:extLst>
              <a:ext uri="{FF2B5EF4-FFF2-40B4-BE49-F238E27FC236}">
                <a16:creationId xmlns:a16="http://schemas.microsoft.com/office/drawing/2014/main" id="{40BF2105-59D7-40F4-9183-A5200DBA3827}"/>
              </a:ext>
            </a:extLst>
          </p:cNvPr>
          <p:cNvPicPr>
            <a:picLocks noChangeAspect="1"/>
          </p:cNvPicPr>
          <p:nvPr/>
        </p:nvPicPr>
        <p:blipFill>
          <a:blip r:embed="rId5" cstate="print">
            <a:duotone>
              <a:schemeClr val="accent1">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550373" y="3618905"/>
            <a:ext cx="772327" cy="452429"/>
          </a:xfrm>
          <a:prstGeom prst="rect">
            <a:avLst/>
          </a:prstGeom>
        </p:spPr>
      </p:pic>
      <p:grpSp>
        <p:nvGrpSpPr>
          <p:cNvPr id="7" name="Group 6">
            <a:extLst>
              <a:ext uri="{FF2B5EF4-FFF2-40B4-BE49-F238E27FC236}">
                <a16:creationId xmlns:a16="http://schemas.microsoft.com/office/drawing/2014/main" id="{7DB2E497-83EB-44B8-BA94-BE544659F60E}"/>
              </a:ext>
            </a:extLst>
          </p:cNvPr>
          <p:cNvGrpSpPr/>
          <p:nvPr/>
        </p:nvGrpSpPr>
        <p:grpSpPr>
          <a:xfrm>
            <a:off x="6178093" y="3467483"/>
            <a:ext cx="1103483" cy="1103480"/>
            <a:chOff x="6178093" y="3467483"/>
            <a:chExt cx="1103483" cy="1103480"/>
          </a:xfrm>
        </p:grpSpPr>
        <p:sp>
          <p:nvSpPr>
            <p:cNvPr id="82" name="Oval 81">
              <a:extLst>
                <a:ext uri="{FF2B5EF4-FFF2-40B4-BE49-F238E27FC236}">
                  <a16:creationId xmlns:a16="http://schemas.microsoft.com/office/drawing/2014/main" id="{4B47D344-BFF4-4A13-BED4-46B486E87EBA}"/>
                </a:ext>
              </a:extLst>
            </p:cNvPr>
            <p:cNvSpPr/>
            <p:nvPr/>
          </p:nvSpPr>
          <p:spPr>
            <a:xfrm>
              <a:off x="6178093" y="3467483"/>
              <a:ext cx="1103483" cy="1103480"/>
            </a:xfrm>
            <a:prstGeom prst="ellipse">
              <a:avLst/>
            </a:prstGeom>
            <a:solidFill>
              <a:schemeClr val="bg2">
                <a:lumMod val="65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6" name="Oval 85">
              <a:extLst>
                <a:ext uri="{FF2B5EF4-FFF2-40B4-BE49-F238E27FC236}">
                  <a16:creationId xmlns:a16="http://schemas.microsoft.com/office/drawing/2014/main" id="{C764D0C6-3872-4B1D-B867-486562605FA3}"/>
                </a:ext>
              </a:extLst>
            </p:cNvPr>
            <p:cNvSpPr/>
            <p:nvPr/>
          </p:nvSpPr>
          <p:spPr>
            <a:xfrm>
              <a:off x="6241132" y="3515621"/>
              <a:ext cx="982147" cy="982147"/>
            </a:xfrm>
            <a:prstGeom prst="ellipse">
              <a:avLst/>
            </a:prstGeom>
            <a:solidFill>
              <a:schemeClr val="bg2">
                <a:lumMod val="50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pic>
          <p:nvPicPr>
            <p:cNvPr id="102" name="Picture 101">
              <a:extLst>
                <a:ext uri="{FF2B5EF4-FFF2-40B4-BE49-F238E27FC236}">
                  <a16:creationId xmlns:a16="http://schemas.microsoft.com/office/drawing/2014/main" id="{45BCC34E-9B47-4F85-9734-F02E820E84C3}"/>
                </a:ext>
              </a:extLst>
            </p:cNvPr>
            <p:cNvPicPr>
              <a:picLocks noChangeAspect="1"/>
            </p:cNvPicPr>
            <p:nvPr/>
          </p:nvPicPr>
          <p:blipFill>
            <a:blip r:embed="rId7" cstate="print">
              <a:extLst>
                <a:ext uri="{BEBA8EAE-BF5A-486C-A8C5-ECC9F3942E4B}">
                  <a14:imgProps xmlns:a14="http://schemas.microsoft.com/office/drawing/2010/main">
                    <a14:imgLayer r:embed="rId8">
                      <a14:imgEffect>
                        <a14:brightnessContrast bright="100000" contrast="-6000"/>
                      </a14:imgEffect>
                    </a14:imgLayer>
                  </a14:imgProps>
                </a:ext>
                <a:ext uri="{28A0092B-C50C-407E-A947-70E740481C1C}">
                  <a14:useLocalDpi xmlns:a14="http://schemas.microsoft.com/office/drawing/2010/main" val="0"/>
                </a:ext>
              </a:extLst>
            </a:blip>
            <a:stretch>
              <a:fillRect/>
            </a:stretch>
          </p:blipFill>
          <p:spPr>
            <a:xfrm>
              <a:off x="6372866" y="3668798"/>
              <a:ext cx="778597" cy="778595"/>
            </a:xfrm>
            <a:prstGeom prst="rect">
              <a:avLst/>
            </a:prstGeom>
          </p:spPr>
        </p:pic>
      </p:grpSp>
      <p:sp>
        <p:nvSpPr>
          <p:cNvPr id="103" name="Rectangle 102">
            <a:extLst>
              <a:ext uri="{FF2B5EF4-FFF2-40B4-BE49-F238E27FC236}">
                <a16:creationId xmlns:a16="http://schemas.microsoft.com/office/drawing/2014/main" id="{BFE14658-AC99-48C0-9D46-1D30D9063B3D}"/>
              </a:ext>
            </a:extLst>
          </p:cNvPr>
          <p:cNvSpPr/>
          <p:nvPr/>
        </p:nvSpPr>
        <p:spPr>
          <a:xfrm>
            <a:off x="6236521" y="1612943"/>
            <a:ext cx="1207346" cy="595932"/>
          </a:xfrm>
          <a:prstGeom prst="rect">
            <a:avLst/>
          </a:prstGeom>
        </p:spPr>
        <p:txBody>
          <a:bodyPr wrap="square">
            <a:spAutoFit/>
          </a:bodyPr>
          <a:lstStyle/>
          <a:p>
            <a:pPr algn="ctr">
              <a:lnSpc>
                <a:spcPts val="1333"/>
              </a:lnSpc>
            </a:pPr>
            <a:r>
              <a:rPr lang="en-US" sz="1333" dirty="0">
                <a:solidFill>
                  <a:schemeClr val="tx2">
                    <a:lumMod val="75000"/>
                    <a:lumOff val="25000"/>
                  </a:schemeClr>
                </a:solidFill>
              </a:rPr>
              <a:t>System Integrator Partnership</a:t>
            </a:r>
          </a:p>
        </p:txBody>
      </p:sp>
      <p:sp>
        <p:nvSpPr>
          <p:cNvPr id="108" name="Rectangle 107">
            <a:extLst>
              <a:ext uri="{FF2B5EF4-FFF2-40B4-BE49-F238E27FC236}">
                <a16:creationId xmlns:a16="http://schemas.microsoft.com/office/drawing/2014/main" id="{CAFE0327-DE52-427A-A2BA-5A8EC29E051F}"/>
              </a:ext>
            </a:extLst>
          </p:cNvPr>
          <p:cNvSpPr/>
          <p:nvPr/>
        </p:nvSpPr>
        <p:spPr>
          <a:xfrm>
            <a:off x="7588257" y="1106209"/>
            <a:ext cx="2157312" cy="21827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594" indent="-228594">
              <a:spcAft>
                <a:spcPts val="800"/>
              </a:spcAft>
              <a:buClr>
                <a:srgbClr val="6A64AF"/>
              </a:buClr>
              <a:buFont typeface="Wingdings" panose="05000000000000000000" pitchFamily="2" charset="2"/>
              <a:buChar char="§"/>
              <a:tabLst>
                <a:tab pos="251454" algn="l"/>
              </a:tabLst>
            </a:pPr>
            <a:r>
              <a:rPr lang="en-US" sz="1333" dirty="0">
                <a:solidFill>
                  <a:schemeClr val="tx2">
                    <a:lumMod val="75000"/>
                    <a:lumOff val="25000"/>
                  </a:schemeClr>
                </a:solidFill>
                <a:cs typeface="Calibri" pitchFamily="34" charset="0"/>
              </a:rPr>
              <a:t>Won Professional service deal with Qlik Replicate</a:t>
            </a:r>
          </a:p>
          <a:p>
            <a:pPr marL="228594" indent="-228594">
              <a:spcAft>
                <a:spcPts val="800"/>
              </a:spcAft>
              <a:buClr>
                <a:srgbClr val="6A64AF"/>
              </a:buClr>
              <a:buFont typeface="Wingdings" panose="05000000000000000000" pitchFamily="2" charset="2"/>
              <a:buChar char="§"/>
              <a:tabLst>
                <a:tab pos="251454" algn="l"/>
              </a:tabLst>
            </a:pPr>
            <a:r>
              <a:rPr lang="en-US" sz="1333" dirty="0">
                <a:solidFill>
                  <a:schemeClr val="tx2">
                    <a:lumMod val="75000"/>
                    <a:lumOff val="25000"/>
                  </a:schemeClr>
                </a:solidFill>
                <a:cs typeface="Calibri" pitchFamily="34" charset="0"/>
              </a:rPr>
              <a:t>Inhouse Lab for Qlik Replicate &amp; Compose </a:t>
            </a:r>
          </a:p>
        </p:txBody>
      </p:sp>
      <p:sp>
        <p:nvSpPr>
          <p:cNvPr id="109" name="Rectangle 108">
            <a:extLst>
              <a:ext uri="{FF2B5EF4-FFF2-40B4-BE49-F238E27FC236}">
                <a16:creationId xmlns:a16="http://schemas.microsoft.com/office/drawing/2014/main" id="{AAFEC443-D371-4F8C-8300-397BD185806B}"/>
              </a:ext>
            </a:extLst>
          </p:cNvPr>
          <p:cNvSpPr/>
          <p:nvPr/>
        </p:nvSpPr>
        <p:spPr>
          <a:xfrm>
            <a:off x="9915399" y="842799"/>
            <a:ext cx="1940732" cy="2230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594" indent="-228594">
              <a:spcAft>
                <a:spcPts val="800"/>
              </a:spcAft>
              <a:buFont typeface="Wingdings" panose="05000000000000000000" pitchFamily="2" charset="2"/>
              <a:buChar char="§"/>
            </a:pPr>
            <a:r>
              <a:rPr lang="en-US" sz="1333" dirty="0">
                <a:solidFill>
                  <a:schemeClr val="tx2">
                    <a:lumMod val="75000"/>
                    <a:lumOff val="25000"/>
                  </a:schemeClr>
                </a:solidFill>
                <a:cs typeface="Calibri" pitchFamily="34" charset="0"/>
              </a:rPr>
              <a:t>Log Analyzer provide summary of data load and errors</a:t>
            </a:r>
          </a:p>
          <a:p>
            <a:pPr marL="228594" indent="-228594">
              <a:spcAft>
                <a:spcPts val="800"/>
              </a:spcAft>
              <a:buFont typeface="Wingdings" panose="05000000000000000000" pitchFamily="2" charset="2"/>
              <a:buChar char="§"/>
            </a:pPr>
            <a:r>
              <a:rPr lang="en-US" sz="1333" dirty="0">
                <a:solidFill>
                  <a:schemeClr val="tx2">
                    <a:lumMod val="75000"/>
                    <a:lumOff val="25000"/>
                  </a:schemeClr>
                </a:solidFill>
                <a:cs typeface="Calibri" pitchFamily="34" charset="0"/>
              </a:rPr>
              <a:t>REPCTL Automator for job deploying jobs between environment</a:t>
            </a:r>
          </a:p>
        </p:txBody>
      </p:sp>
      <p:sp>
        <p:nvSpPr>
          <p:cNvPr id="110" name="Rectangle 109">
            <a:extLst>
              <a:ext uri="{FF2B5EF4-FFF2-40B4-BE49-F238E27FC236}">
                <a16:creationId xmlns:a16="http://schemas.microsoft.com/office/drawing/2014/main" id="{C532F180-49A9-4213-B9D8-42D28069F9D7}"/>
              </a:ext>
            </a:extLst>
          </p:cNvPr>
          <p:cNvSpPr/>
          <p:nvPr/>
        </p:nvSpPr>
        <p:spPr>
          <a:xfrm>
            <a:off x="4059945" y="1291816"/>
            <a:ext cx="1929957" cy="846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Professional Service</a:t>
            </a:r>
          </a:p>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Research Services </a:t>
            </a:r>
          </a:p>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Architecture Services</a:t>
            </a:r>
            <a:br>
              <a:rPr lang="en-US" sz="1333" dirty="0">
                <a:solidFill>
                  <a:schemeClr val="tx2">
                    <a:lumMod val="75000"/>
                    <a:lumOff val="25000"/>
                  </a:schemeClr>
                </a:solidFill>
              </a:rPr>
            </a:b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Delivery and Execution Services</a:t>
            </a:r>
          </a:p>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Training Services</a:t>
            </a:r>
          </a:p>
        </p:txBody>
      </p:sp>
      <p:sp>
        <p:nvSpPr>
          <p:cNvPr id="118" name="Rounded Rectangle 9">
            <a:extLst>
              <a:ext uri="{FF2B5EF4-FFF2-40B4-BE49-F238E27FC236}">
                <a16:creationId xmlns:a16="http://schemas.microsoft.com/office/drawing/2014/main" id="{D0EF9067-A690-49C8-B460-8E64ED25DE01}"/>
              </a:ext>
            </a:extLst>
          </p:cNvPr>
          <p:cNvSpPr/>
          <p:nvPr/>
        </p:nvSpPr>
        <p:spPr>
          <a:xfrm>
            <a:off x="4085425" y="722212"/>
            <a:ext cx="1940731" cy="2058715"/>
          </a:xfrm>
          <a:prstGeom prst="roundRect">
            <a:avLst>
              <a:gd name="adj" fmla="val 9802"/>
            </a:avLst>
          </a:prstGeom>
          <a:noFill/>
          <a:ln w="127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cxnSp>
        <p:nvCxnSpPr>
          <p:cNvPr id="119" name="Straight Connector 118">
            <a:extLst>
              <a:ext uri="{FF2B5EF4-FFF2-40B4-BE49-F238E27FC236}">
                <a16:creationId xmlns:a16="http://schemas.microsoft.com/office/drawing/2014/main" id="{1D6888E8-B9B4-4D32-8106-C4F95FA9FF80}"/>
              </a:ext>
            </a:extLst>
          </p:cNvPr>
          <p:cNvCxnSpPr>
            <a:cxnSpLocks/>
            <a:stCxn id="118" idx="2"/>
            <a:endCxn id="87" idx="0"/>
          </p:cNvCxnSpPr>
          <p:nvPr/>
        </p:nvCxnSpPr>
        <p:spPr>
          <a:xfrm flipH="1">
            <a:off x="4996414" y="2780927"/>
            <a:ext cx="0" cy="756551"/>
          </a:xfrm>
          <a:prstGeom prst="line">
            <a:avLst/>
          </a:prstGeom>
          <a:ln w="12700">
            <a:solidFill>
              <a:schemeClr val="accent6"/>
            </a:solidFill>
            <a:prstDash val="dash"/>
          </a:ln>
          <a:effectLst/>
        </p:spPr>
        <p:style>
          <a:lnRef idx="2">
            <a:schemeClr val="accent1"/>
          </a:lnRef>
          <a:fillRef idx="0">
            <a:schemeClr val="accent1"/>
          </a:fillRef>
          <a:effectRef idx="1">
            <a:schemeClr val="accent1"/>
          </a:effectRef>
          <a:fontRef idx="minor">
            <a:schemeClr val="tx1"/>
          </a:fontRef>
        </p:style>
      </p:cxnSp>
      <p:sp>
        <p:nvSpPr>
          <p:cNvPr id="120" name="Rounded Rectangle 18">
            <a:extLst>
              <a:ext uri="{FF2B5EF4-FFF2-40B4-BE49-F238E27FC236}">
                <a16:creationId xmlns:a16="http://schemas.microsoft.com/office/drawing/2014/main" id="{28072BEC-DD9E-4072-A8A3-04E46855B35C}"/>
              </a:ext>
            </a:extLst>
          </p:cNvPr>
          <p:cNvSpPr/>
          <p:nvPr/>
        </p:nvSpPr>
        <p:spPr>
          <a:xfrm>
            <a:off x="7622401" y="1409700"/>
            <a:ext cx="2040318" cy="1663923"/>
          </a:xfrm>
          <a:prstGeom prst="roundRect">
            <a:avLst>
              <a:gd name="adj" fmla="val 8309"/>
            </a:avLst>
          </a:prstGeom>
          <a:noFill/>
          <a:ln w="12700">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cxnSp>
        <p:nvCxnSpPr>
          <p:cNvPr id="121" name="Straight Connector 120">
            <a:extLst>
              <a:ext uri="{FF2B5EF4-FFF2-40B4-BE49-F238E27FC236}">
                <a16:creationId xmlns:a16="http://schemas.microsoft.com/office/drawing/2014/main" id="{CCD5E343-9E9C-4A70-965F-5F7C5C5892A6}"/>
              </a:ext>
            </a:extLst>
          </p:cNvPr>
          <p:cNvCxnSpPr>
            <a:cxnSpLocks/>
            <a:stCxn id="120" idx="2"/>
            <a:endCxn id="85" idx="0"/>
          </p:cNvCxnSpPr>
          <p:nvPr/>
        </p:nvCxnSpPr>
        <p:spPr>
          <a:xfrm flipH="1">
            <a:off x="8629104" y="3073623"/>
            <a:ext cx="13456" cy="455459"/>
          </a:xfrm>
          <a:prstGeom prst="line">
            <a:avLst/>
          </a:prstGeom>
          <a:noFill/>
          <a:ln w="12700">
            <a:solidFill>
              <a:schemeClr val="accent2"/>
            </a:solidFill>
            <a:prstDash val="dash"/>
          </a:ln>
          <a:effectLst/>
        </p:spPr>
        <p:style>
          <a:lnRef idx="1">
            <a:schemeClr val="accent1"/>
          </a:lnRef>
          <a:fillRef idx="3">
            <a:schemeClr val="accent1"/>
          </a:fillRef>
          <a:effectRef idx="2">
            <a:schemeClr val="accent1"/>
          </a:effectRef>
          <a:fontRef idx="minor">
            <a:schemeClr val="lt1"/>
          </a:fontRef>
        </p:style>
      </p:cxnSp>
      <p:sp>
        <p:nvSpPr>
          <p:cNvPr id="122" name="Rounded Rectangle 21">
            <a:extLst>
              <a:ext uri="{FF2B5EF4-FFF2-40B4-BE49-F238E27FC236}">
                <a16:creationId xmlns:a16="http://schemas.microsoft.com/office/drawing/2014/main" id="{5969759E-32A6-4815-A5C0-4EF51CE16F66}"/>
              </a:ext>
            </a:extLst>
          </p:cNvPr>
          <p:cNvSpPr/>
          <p:nvPr/>
        </p:nvSpPr>
        <p:spPr>
          <a:xfrm>
            <a:off x="9841253" y="755995"/>
            <a:ext cx="2089024" cy="2280260"/>
          </a:xfrm>
          <a:prstGeom prst="roundRect">
            <a:avLst>
              <a:gd name="adj" fmla="val 9521"/>
            </a:avLst>
          </a:prstGeom>
          <a:noFill/>
          <a:ln w="1270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cxnSp>
        <p:nvCxnSpPr>
          <p:cNvPr id="123" name="Straight Connector 122">
            <a:extLst>
              <a:ext uri="{FF2B5EF4-FFF2-40B4-BE49-F238E27FC236}">
                <a16:creationId xmlns:a16="http://schemas.microsoft.com/office/drawing/2014/main" id="{C5AEEEA0-0B08-48DC-8269-984E0E64FFEE}"/>
              </a:ext>
            </a:extLst>
          </p:cNvPr>
          <p:cNvCxnSpPr>
            <a:cxnSpLocks/>
            <a:stCxn id="122" idx="2"/>
            <a:endCxn id="84" idx="0"/>
          </p:cNvCxnSpPr>
          <p:nvPr/>
        </p:nvCxnSpPr>
        <p:spPr>
          <a:xfrm>
            <a:off x="10885765" y="3036255"/>
            <a:ext cx="0" cy="494922"/>
          </a:xfrm>
          <a:prstGeom prst="line">
            <a:avLst/>
          </a:prstGeom>
          <a:noFill/>
          <a:ln w="1270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cxnSp>
      <p:sp>
        <p:nvSpPr>
          <p:cNvPr id="124" name="Rounded Rectangle 25">
            <a:extLst>
              <a:ext uri="{FF2B5EF4-FFF2-40B4-BE49-F238E27FC236}">
                <a16:creationId xmlns:a16="http://schemas.microsoft.com/office/drawing/2014/main" id="{18BBFE4C-4581-4C8B-8A7A-E91EB8F4B659}"/>
              </a:ext>
            </a:extLst>
          </p:cNvPr>
          <p:cNvSpPr/>
          <p:nvPr/>
        </p:nvSpPr>
        <p:spPr>
          <a:xfrm>
            <a:off x="6214276" y="1409701"/>
            <a:ext cx="1248874" cy="990007"/>
          </a:xfrm>
          <a:prstGeom prst="roundRect">
            <a:avLst>
              <a:gd name="adj" fmla="val 12788"/>
            </a:avLst>
          </a:prstGeom>
          <a:noFill/>
          <a:ln w="12700">
            <a:solidFill>
              <a:schemeClr val="bg2">
                <a:lumMod val="6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cxnSp>
        <p:nvCxnSpPr>
          <p:cNvPr id="125" name="Straight Connector 124">
            <a:extLst>
              <a:ext uri="{FF2B5EF4-FFF2-40B4-BE49-F238E27FC236}">
                <a16:creationId xmlns:a16="http://schemas.microsoft.com/office/drawing/2014/main" id="{3881CF82-2874-4EEC-8986-504754209C50}"/>
              </a:ext>
            </a:extLst>
          </p:cNvPr>
          <p:cNvCxnSpPr>
            <a:cxnSpLocks/>
            <a:stCxn id="124" idx="2"/>
            <a:endCxn id="86" idx="0"/>
          </p:cNvCxnSpPr>
          <p:nvPr/>
        </p:nvCxnSpPr>
        <p:spPr>
          <a:xfrm flipH="1">
            <a:off x="6732206" y="2399708"/>
            <a:ext cx="0" cy="1097280"/>
          </a:xfrm>
          <a:prstGeom prst="line">
            <a:avLst/>
          </a:prstGeom>
          <a:noFill/>
          <a:ln w="12700">
            <a:solidFill>
              <a:schemeClr val="bg2">
                <a:lumMod val="65000"/>
              </a:schemeClr>
            </a:solidFill>
            <a:prstDash val="dash"/>
          </a:ln>
          <a:effectLst/>
        </p:spPr>
        <p:style>
          <a:lnRef idx="1">
            <a:schemeClr val="accent1"/>
          </a:lnRef>
          <a:fillRef idx="3">
            <a:schemeClr val="accent1"/>
          </a:fillRef>
          <a:effectRef idx="2">
            <a:schemeClr val="accent1"/>
          </a:effectRef>
          <a:fontRef idx="minor">
            <a:schemeClr val="lt1"/>
          </a:fontRef>
        </p:style>
      </p:cxnSp>
      <p:sp>
        <p:nvSpPr>
          <p:cNvPr id="81" name="Oval 80">
            <a:extLst>
              <a:ext uri="{FF2B5EF4-FFF2-40B4-BE49-F238E27FC236}">
                <a16:creationId xmlns:a16="http://schemas.microsoft.com/office/drawing/2014/main" id="{5777D6BF-C7FA-46E6-875B-455131E0B6F1}"/>
              </a:ext>
            </a:extLst>
          </p:cNvPr>
          <p:cNvSpPr/>
          <p:nvPr/>
        </p:nvSpPr>
        <p:spPr>
          <a:xfrm>
            <a:off x="8065645" y="3467483"/>
            <a:ext cx="1106424" cy="1106424"/>
          </a:xfrm>
          <a:prstGeom prst="ellipse">
            <a:avLst/>
          </a:prstGeom>
          <a:solidFill>
            <a:schemeClr val="accent2">
              <a:lumMod val="60000"/>
              <a:lumOff val="40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5" name="Oval 84">
            <a:extLst>
              <a:ext uri="{FF2B5EF4-FFF2-40B4-BE49-F238E27FC236}">
                <a16:creationId xmlns:a16="http://schemas.microsoft.com/office/drawing/2014/main" id="{E363BE69-8B06-43D7-A98D-04FD5322414A}"/>
              </a:ext>
            </a:extLst>
          </p:cNvPr>
          <p:cNvSpPr/>
          <p:nvPr/>
        </p:nvSpPr>
        <p:spPr>
          <a:xfrm>
            <a:off x="8139900" y="3529082"/>
            <a:ext cx="978408" cy="978408"/>
          </a:xfrm>
          <a:prstGeom prst="ellipse">
            <a:avLst/>
          </a:prstGeom>
          <a:solidFill>
            <a:schemeClr val="accent2"/>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pic>
        <p:nvPicPr>
          <p:cNvPr id="127" name="Picture 126">
            <a:extLst>
              <a:ext uri="{FF2B5EF4-FFF2-40B4-BE49-F238E27FC236}">
                <a16:creationId xmlns:a16="http://schemas.microsoft.com/office/drawing/2014/main" id="{17AB05E7-69DF-4E84-9E2F-2B3C936DB2F2}"/>
              </a:ext>
            </a:extLst>
          </p:cNvPr>
          <p:cNvPicPr>
            <a:picLocks noChangeAspect="1"/>
          </p:cNvPicPr>
          <p:nvPr/>
        </p:nvPicPr>
        <p:blipFill>
          <a:blip r:embed="rId9" cstate="print">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243603" y="3636118"/>
            <a:ext cx="740077" cy="740077"/>
          </a:xfrm>
          <a:prstGeom prst="rect">
            <a:avLst/>
          </a:prstGeom>
        </p:spPr>
      </p:pic>
      <p:grpSp>
        <p:nvGrpSpPr>
          <p:cNvPr id="3" name="Group 2">
            <a:extLst>
              <a:ext uri="{FF2B5EF4-FFF2-40B4-BE49-F238E27FC236}">
                <a16:creationId xmlns:a16="http://schemas.microsoft.com/office/drawing/2014/main" id="{59D01C60-4743-3214-78A4-6643CD43C625}"/>
              </a:ext>
            </a:extLst>
          </p:cNvPr>
          <p:cNvGrpSpPr/>
          <p:nvPr/>
        </p:nvGrpSpPr>
        <p:grpSpPr>
          <a:xfrm>
            <a:off x="126178" y="5421399"/>
            <a:ext cx="11764622" cy="1228735"/>
            <a:chOff x="126178" y="5421399"/>
            <a:chExt cx="11764622" cy="1228735"/>
          </a:xfrm>
        </p:grpSpPr>
        <p:sp>
          <p:nvSpPr>
            <p:cNvPr id="111" name="Rounded Rectangle 89">
              <a:extLst>
                <a:ext uri="{FF2B5EF4-FFF2-40B4-BE49-F238E27FC236}">
                  <a16:creationId xmlns:a16="http://schemas.microsoft.com/office/drawing/2014/main" id="{10BDD589-3DB8-4539-8F22-BE45DFD574FA}"/>
                </a:ext>
              </a:extLst>
            </p:cNvPr>
            <p:cNvSpPr/>
            <p:nvPr/>
          </p:nvSpPr>
          <p:spPr>
            <a:xfrm>
              <a:off x="2216411" y="5421401"/>
              <a:ext cx="9674389" cy="1156809"/>
            </a:xfrm>
            <a:prstGeom prst="roundRect">
              <a:avLst/>
            </a:prstGeom>
            <a:noFill/>
            <a:ln w="12700">
              <a:solidFill>
                <a:schemeClr val="bg2">
                  <a:lumMod val="65000"/>
                </a:schemeClr>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IN" sz="2400"/>
            </a:p>
          </p:txBody>
        </p:sp>
        <p:sp>
          <p:nvSpPr>
            <p:cNvPr id="112" name="Round Same Side Corner Rectangle 90">
              <a:extLst>
                <a:ext uri="{FF2B5EF4-FFF2-40B4-BE49-F238E27FC236}">
                  <a16:creationId xmlns:a16="http://schemas.microsoft.com/office/drawing/2014/main" id="{3ED320E9-C497-4695-B90F-DC896F735727}"/>
                </a:ext>
              </a:extLst>
            </p:cNvPr>
            <p:cNvSpPr/>
            <p:nvPr/>
          </p:nvSpPr>
          <p:spPr>
            <a:xfrm rot="16200000">
              <a:off x="769912" y="4777665"/>
              <a:ext cx="1156808" cy="2444275"/>
            </a:xfrm>
            <a:prstGeom prst="round2SameRect">
              <a:avLst/>
            </a:prstGeom>
            <a:solidFill>
              <a:srgbClr val="153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113" name="Rounded Rectangle 91">
              <a:extLst>
                <a:ext uri="{FF2B5EF4-FFF2-40B4-BE49-F238E27FC236}">
                  <a16:creationId xmlns:a16="http://schemas.microsoft.com/office/drawing/2014/main" id="{AC473A5A-AB8B-41FD-9E62-6DF1F5EF76FE}"/>
                </a:ext>
              </a:extLst>
            </p:cNvPr>
            <p:cNvSpPr/>
            <p:nvPr/>
          </p:nvSpPr>
          <p:spPr>
            <a:xfrm>
              <a:off x="2408664" y="5467162"/>
              <a:ext cx="4831325" cy="743813"/>
            </a:xfrm>
            <a:prstGeom prst="roundRect">
              <a:avLst>
                <a:gd name="adj" fmla="val 3153"/>
              </a:avLst>
            </a:prstGeom>
            <a:noFill/>
            <a:ln w="12700" cap="flat" cmpd="sng" algn="ctr">
              <a:noFill/>
              <a:prstDash val="solid"/>
            </a:ln>
            <a:effectLst/>
          </p:spPr>
          <p:txBody>
            <a:bodyPr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93128" lvl="1" algn="r" defTabSz="1625519">
                <a:buClr>
                  <a:srgbClr val="000000"/>
                </a:buClr>
                <a:defRPr/>
              </a:pPr>
              <a:endParaRPr lang="en-US" sz="1333" dirty="0">
                <a:solidFill>
                  <a:srgbClr val="000000"/>
                </a:solidFill>
                <a:ea typeface="MS PGothic" pitchFamily="34" charset="-128"/>
                <a:cs typeface="Calibri" pitchFamily="34" charset="0"/>
              </a:endParaRPr>
            </a:p>
          </p:txBody>
        </p:sp>
        <p:sp>
          <p:nvSpPr>
            <p:cNvPr id="114" name="Round Same Side Corner Rectangle 92">
              <a:extLst>
                <a:ext uri="{FF2B5EF4-FFF2-40B4-BE49-F238E27FC236}">
                  <a16:creationId xmlns:a16="http://schemas.microsoft.com/office/drawing/2014/main" id="{289FB96C-0303-4BCA-9342-CBD82D164011}"/>
                </a:ext>
              </a:extLst>
            </p:cNvPr>
            <p:cNvSpPr/>
            <p:nvPr/>
          </p:nvSpPr>
          <p:spPr>
            <a:xfrm>
              <a:off x="2654112" y="5435248"/>
              <a:ext cx="4520187" cy="1203440"/>
            </a:xfrm>
            <a:prstGeom prst="round2SameRect">
              <a:avLst/>
            </a:prstGeom>
            <a:noFill/>
            <a:ln w="9525" cap="flat" cmpd="sng" algn="ctr">
              <a:noFill/>
              <a:prstDash val="solid"/>
            </a:ln>
            <a:effectLst/>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1219170">
                <a:defRPr/>
              </a:pPr>
              <a:r>
                <a:rPr lang="en-US" sz="1333" b="1" kern="0" dirty="0">
                  <a:solidFill>
                    <a:schemeClr val="accent2"/>
                  </a:solidFill>
                </a:rPr>
                <a:t>QlikView &amp; Qlik sense</a:t>
              </a:r>
            </a:p>
            <a:p>
              <a:pPr marL="171450" indent="-171450" defTabSz="1219170">
                <a:lnSpc>
                  <a:spcPct val="150000"/>
                </a:lnSpc>
                <a:buFont typeface="Arial" panose="020B0604020202020204" pitchFamily="34" charset="0"/>
                <a:buChar char="•"/>
                <a:defRPr/>
              </a:pPr>
              <a:r>
                <a:rPr lang="en-US" kern="0" dirty="0">
                  <a:solidFill>
                    <a:sysClr val="windowText" lastClr="000000"/>
                  </a:solidFill>
                  <a:cs typeface="Calibri" pitchFamily="34" charset="0"/>
                </a:rPr>
                <a:t>6 highly flexible, multilingual dashboards with 200+ KPIs delivered for actionable insights across functions</a:t>
              </a:r>
            </a:p>
            <a:p>
              <a:pPr marL="171450" indent="-171450" defTabSz="1219170">
                <a:buFont typeface="Arial" panose="020B0604020202020204" pitchFamily="34" charset="0"/>
                <a:buChar char="•"/>
                <a:defRPr/>
              </a:pPr>
              <a:r>
                <a:rPr lang="en-US" kern="0" dirty="0">
                  <a:solidFill>
                    <a:sysClr val="windowText" lastClr="000000"/>
                  </a:solidFill>
                  <a:cs typeface="Calibri" pitchFamily="34" charset="0"/>
                </a:rPr>
                <a:t>10 Dashboards with 100+ KPIs developed with powerful visualizations to project Account and Sales data</a:t>
              </a:r>
              <a:endParaRPr lang="en-US" dirty="0">
                <a:solidFill>
                  <a:srgbClr val="000000"/>
                </a:solidFill>
                <a:ea typeface="MS PGothic" pitchFamily="34" charset="-128"/>
                <a:cs typeface="Calibri" pitchFamily="34" charset="0"/>
              </a:endParaRPr>
            </a:p>
            <a:p>
              <a:pPr defTabSz="1219170">
                <a:defRPr/>
              </a:pPr>
              <a:endParaRPr lang="en-US" kern="0" dirty="0">
                <a:solidFill>
                  <a:sysClr val="windowText" lastClr="000000"/>
                </a:solidFill>
                <a:cs typeface="Calibri" pitchFamily="34" charset="0"/>
              </a:endParaRPr>
            </a:p>
          </p:txBody>
        </p:sp>
        <p:sp>
          <p:nvSpPr>
            <p:cNvPr id="116" name="Freeform 101">
              <a:extLst>
                <a:ext uri="{FF2B5EF4-FFF2-40B4-BE49-F238E27FC236}">
                  <a16:creationId xmlns:a16="http://schemas.microsoft.com/office/drawing/2014/main" id="{D6D40B8B-FAF2-4FE1-AA8E-15742F71DDFB}"/>
                </a:ext>
              </a:extLst>
            </p:cNvPr>
            <p:cNvSpPr/>
            <p:nvPr/>
          </p:nvSpPr>
          <p:spPr>
            <a:xfrm>
              <a:off x="411426" y="5555326"/>
              <a:ext cx="1757348" cy="712124"/>
            </a:xfrm>
            <a:custGeom>
              <a:avLst/>
              <a:gdLst>
                <a:gd name="connsiteX0" fmla="*/ 154670 w 1633270"/>
                <a:gd name="connsiteY0" fmla="*/ 0 h 436342"/>
                <a:gd name="connsiteX1" fmla="*/ 552310 w 1633270"/>
                <a:gd name="connsiteY1" fmla="*/ 0 h 436342"/>
                <a:gd name="connsiteX2" fmla="*/ 741807 w 1633270"/>
                <a:gd name="connsiteY2" fmla="*/ 0 h 436342"/>
                <a:gd name="connsiteX3" fmla="*/ 891463 w 1633270"/>
                <a:gd name="connsiteY3" fmla="*/ 0 h 436342"/>
                <a:gd name="connsiteX4" fmla="*/ 1244249 w 1633270"/>
                <a:gd name="connsiteY4" fmla="*/ 0 h 436342"/>
                <a:gd name="connsiteX5" fmla="*/ 1478600 w 1633270"/>
                <a:gd name="connsiteY5" fmla="*/ 0 h 436342"/>
                <a:gd name="connsiteX6" fmla="*/ 1633270 w 1633270"/>
                <a:gd name="connsiteY6" fmla="*/ 218171 h 436342"/>
                <a:gd name="connsiteX7" fmla="*/ 1478600 w 1633270"/>
                <a:gd name="connsiteY7" fmla="*/ 436341 h 436342"/>
                <a:gd name="connsiteX8" fmla="*/ 1244249 w 1633270"/>
                <a:gd name="connsiteY8" fmla="*/ 436341 h 436342"/>
                <a:gd name="connsiteX9" fmla="*/ 1244249 w 1633270"/>
                <a:gd name="connsiteY9" fmla="*/ 436342 h 436342"/>
                <a:gd name="connsiteX10" fmla="*/ 552310 w 1633270"/>
                <a:gd name="connsiteY10" fmla="*/ 436342 h 436342"/>
                <a:gd name="connsiteX11" fmla="*/ 552310 w 1633270"/>
                <a:gd name="connsiteY11" fmla="*/ 436341 h 436342"/>
                <a:gd name="connsiteX12" fmla="*/ 154670 w 1633270"/>
                <a:gd name="connsiteY12" fmla="*/ 436341 h 436342"/>
                <a:gd name="connsiteX13" fmla="*/ 0 w 1633270"/>
                <a:gd name="connsiteY13" fmla="*/ 218170 h 436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3270" h="436342">
                  <a:moveTo>
                    <a:pt x="154670" y="0"/>
                  </a:moveTo>
                  <a:lnTo>
                    <a:pt x="552310" y="0"/>
                  </a:lnTo>
                  <a:lnTo>
                    <a:pt x="741807" y="0"/>
                  </a:lnTo>
                  <a:lnTo>
                    <a:pt x="891463" y="0"/>
                  </a:lnTo>
                  <a:lnTo>
                    <a:pt x="1244249" y="0"/>
                  </a:lnTo>
                  <a:lnTo>
                    <a:pt x="1478600" y="0"/>
                  </a:lnTo>
                  <a:lnTo>
                    <a:pt x="1633270" y="218171"/>
                  </a:lnTo>
                  <a:lnTo>
                    <a:pt x="1478600" y="436341"/>
                  </a:lnTo>
                  <a:lnTo>
                    <a:pt x="1244249" y="436341"/>
                  </a:lnTo>
                  <a:lnTo>
                    <a:pt x="1244249" y="436342"/>
                  </a:lnTo>
                  <a:lnTo>
                    <a:pt x="552310" y="436342"/>
                  </a:lnTo>
                  <a:lnTo>
                    <a:pt x="552310" y="436341"/>
                  </a:lnTo>
                  <a:lnTo>
                    <a:pt x="154670" y="436341"/>
                  </a:lnTo>
                  <a:lnTo>
                    <a:pt x="0" y="218170"/>
                  </a:lnTo>
                  <a:close/>
                </a:path>
              </a:pathLst>
            </a:cu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1219170">
                <a:defRPr/>
              </a:pPr>
              <a:r>
                <a:rPr lang="en-GB" sz="1600" b="1" kern="0" dirty="0">
                  <a:solidFill>
                    <a:srgbClr val="F3F3F3"/>
                  </a:solidFill>
                  <a:cs typeface="Calibri" pitchFamily="34" charset="0"/>
                </a:rPr>
                <a:t>Representative Experiences</a:t>
              </a:r>
            </a:p>
          </p:txBody>
        </p:sp>
        <p:cxnSp>
          <p:nvCxnSpPr>
            <p:cNvPr id="117" name="Straight Connector 116">
              <a:extLst>
                <a:ext uri="{FF2B5EF4-FFF2-40B4-BE49-F238E27FC236}">
                  <a16:creationId xmlns:a16="http://schemas.microsoft.com/office/drawing/2014/main" id="{579F1ABE-92F0-4966-946F-9E296F39AA48}"/>
                </a:ext>
              </a:extLst>
            </p:cNvPr>
            <p:cNvCxnSpPr/>
            <p:nvPr/>
          </p:nvCxnSpPr>
          <p:spPr>
            <a:xfrm>
              <a:off x="7266751" y="5519757"/>
              <a:ext cx="0" cy="996949"/>
            </a:xfrm>
            <a:prstGeom prst="line">
              <a:avLst/>
            </a:prstGeom>
            <a:ln w="1270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28" name="Round Same Side Corner Rectangle 92">
              <a:extLst>
                <a:ext uri="{FF2B5EF4-FFF2-40B4-BE49-F238E27FC236}">
                  <a16:creationId xmlns:a16="http://schemas.microsoft.com/office/drawing/2014/main" id="{DD9F7A1F-CBE9-4628-8DBD-E555D8A0DE10}"/>
                </a:ext>
              </a:extLst>
            </p:cNvPr>
            <p:cNvSpPr/>
            <p:nvPr/>
          </p:nvSpPr>
          <p:spPr>
            <a:xfrm>
              <a:off x="7319845" y="5890173"/>
              <a:ext cx="4520187" cy="759961"/>
            </a:xfrm>
            <a:prstGeom prst="round2SameRect">
              <a:avLst/>
            </a:prstGeom>
            <a:noFill/>
            <a:ln w="9525" cap="flat" cmpd="sng" algn="ctr">
              <a:noFill/>
              <a:prstDash val="solid"/>
            </a:ln>
            <a:effectLst/>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1219170">
                <a:lnSpc>
                  <a:spcPct val="150000"/>
                </a:lnSpc>
                <a:defRPr/>
              </a:pPr>
              <a:r>
                <a:rPr lang="en-US" sz="1333" b="1" kern="0" dirty="0">
                  <a:solidFill>
                    <a:schemeClr val="accent2"/>
                  </a:solidFill>
                </a:rPr>
                <a:t>Qlik Replicate &amp; Compose</a:t>
              </a:r>
            </a:p>
            <a:p>
              <a:pPr marL="171450" indent="-171450" defTabSz="1219170">
                <a:lnSpc>
                  <a:spcPct val="150000"/>
                </a:lnSpc>
                <a:buFont typeface="Arial" panose="020B0604020202020204" pitchFamily="34" charset="0"/>
                <a:buChar char="•"/>
                <a:defRPr/>
              </a:pPr>
              <a:r>
                <a:rPr lang="en-US" kern="0" dirty="0">
                  <a:solidFill>
                    <a:sysClr val="windowText" lastClr="000000"/>
                  </a:solidFill>
                  <a:cs typeface="Calibri" pitchFamily="34" charset="0"/>
                </a:rPr>
                <a:t>Working with 50 Qlik Replicate  and compose Customer </a:t>
              </a:r>
            </a:p>
            <a:p>
              <a:pPr marL="171450" indent="-171450" defTabSz="1219170">
                <a:lnSpc>
                  <a:spcPct val="150000"/>
                </a:lnSpc>
                <a:buFont typeface="Arial" panose="020B0604020202020204" pitchFamily="34" charset="0"/>
                <a:buChar char="•"/>
                <a:defRPr/>
              </a:pPr>
              <a:r>
                <a:rPr lang="en-US" kern="0" dirty="0">
                  <a:solidFill>
                    <a:sysClr val="windowText" lastClr="000000"/>
                  </a:solidFill>
                  <a:cs typeface="Calibri" pitchFamily="34" charset="0"/>
                </a:rPr>
                <a:t>Setting up environment and providing Architecture guidance </a:t>
              </a:r>
            </a:p>
            <a:p>
              <a:pPr marL="171450" indent="-171450" defTabSz="1219170">
                <a:lnSpc>
                  <a:spcPct val="150000"/>
                </a:lnSpc>
                <a:buFont typeface="Arial" panose="020B0604020202020204" pitchFamily="34" charset="0"/>
                <a:buChar char="•"/>
                <a:defRPr/>
              </a:pPr>
              <a:endParaRPr lang="en-US" kern="0" dirty="0">
                <a:solidFill>
                  <a:sysClr val="windowText" lastClr="000000"/>
                </a:solidFill>
                <a:cs typeface="Calibri" pitchFamily="34" charset="0"/>
              </a:endParaRPr>
            </a:p>
            <a:p>
              <a:pPr marL="171450" indent="-171450" defTabSz="1219170">
                <a:lnSpc>
                  <a:spcPct val="150000"/>
                </a:lnSpc>
                <a:buFont typeface="Arial" panose="020B0604020202020204" pitchFamily="34" charset="0"/>
                <a:buChar char="•"/>
                <a:defRPr/>
              </a:pPr>
              <a:endParaRPr lang="en-US" dirty="0">
                <a:solidFill>
                  <a:srgbClr val="000000"/>
                </a:solidFill>
                <a:ea typeface="MS PGothic" pitchFamily="34" charset="-128"/>
                <a:cs typeface="Calibri" pitchFamily="34" charset="0"/>
              </a:endParaRPr>
            </a:p>
            <a:p>
              <a:pPr defTabSz="1219170">
                <a:lnSpc>
                  <a:spcPct val="150000"/>
                </a:lnSpc>
                <a:defRPr/>
              </a:pPr>
              <a:endParaRPr lang="en-US" sz="1333" b="1" kern="0" dirty="0">
                <a:solidFill>
                  <a:schemeClr val="accent2"/>
                </a:solidFill>
              </a:endParaRPr>
            </a:p>
          </p:txBody>
        </p:sp>
      </p:grpSp>
      <p:pic>
        <p:nvPicPr>
          <p:cNvPr id="8195" name="Picture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96066" y="3659137"/>
            <a:ext cx="75565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1533" y="1450819"/>
            <a:ext cx="993775"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7" name="Group 26">
            <a:extLst>
              <a:ext uri="{FF2B5EF4-FFF2-40B4-BE49-F238E27FC236}">
                <a16:creationId xmlns:a16="http://schemas.microsoft.com/office/drawing/2014/main" id="{6109553C-6A35-28D7-8678-D75A9B4DBF64}"/>
              </a:ext>
            </a:extLst>
          </p:cNvPr>
          <p:cNvGrpSpPr/>
          <p:nvPr/>
        </p:nvGrpSpPr>
        <p:grpSpPr>
          <a:xfrm>
            <a:off x="384120" y="1148377"/>
            <a:ext cx="3442342" cy="3442343"/>
            <a:chOff x="124779" y="896262"/>
            <a:chExt cx="4235807" cy="4235807"/>
          </a:xfrm>
        </p:grpSpPr>
        <p:grpSp>
          <p:nvGrpSpPr>
            <p:cNvPr id="30" name="Group 29">
              <a:extLst>
                <a:ext uri="{FF2B5EF4-FFF2-40B4-BE49-F238E27FC236}">
                  <a16:creationId xmlns:a16="http://schemas.microsoft.com/office/drawing/2014/main" id="{850AC94B-2230-1588-9A98-52EE2A5E4E68}"/>
                </a:ext>
              </a:extLst>
            </p:cNvPr>
            <p:cNvGrpSpPr>
              <a:grpSpLocks noChangeAspect="1"/>
            </p:cNvGrpSpPr>
            <p:nvPr/>
          </p:nvGrpSpPr>
          <p:grpSpPr>
            <a:xfrm>
              <a:off x="124779" y="896262"/>
              <a:ext cx="4235807" cy="4235807"/>
              <a:chOff x="6469063" y="531813"/>
              <a:chExt cx="2438400" cy="2439988"/>
            </a:xfrm>
          </p:grpSpPr>
          <p:sp>
            <p:nvSpPr>
              <p:cNvPr id="37" name="Freeform 10">
                <a:extLst>
                  <a:ext uri="{FF2B5EF4-FFF2-40B4-BE49-F238E27FC236}">
                    <a16:creationId xmlns:a16="http://schemas.microsoft.com/office/drawing/2014/main" id="{503DF880-6543-14A1-4320-0121D0C733F8}"/>
                  </a:ext>
                </a:extLst>
              </p:cNvPr>
              <p:cNvSpPr>
                <a:spLocks/>
              </p:cNvSpPr>
              <p:nvPr/>
            </p:nvSpPr>
            <p:spPr bwMode="auto">
              <a:xfrm>
                <a:off x="7753350" y="534988"/>
                <a:ext cx="1154113" cy="1395413"/>
              </a:xfrm>
              <a:custGeom>
                <a:avLst/>
                <a:gdLst>
                  <a:gd name="T0" fmla="*/ 0 w 2909"/>
                  <a:gd name="T1" fmla="*/ 1735 h 3516"/>
                  <a:gd name="T2" fmla="*/ 62 w 2909"/>
                  <a:gd name="T3" fmla="*/ 1743 h 3516"/>
                  <a:gd name="T4" fmla="*/ 182 w 2909"/>
                  <a:gd name="T5" fmla="*/ 1769 h 3516"/>
                  <a:gd name="T6" fmla="*/ 297 w 2909"/>
                  <a:gd name="T7" fmla="*/ 1805 h 3516"/>
                  <a:gd name="T8" fmla="*/ 407 w 2909"/>
                  <a:gd name="T9" fmla="*/ 1852 h 3516"/>
                  <a:gd name="T10" fmla="*/ 512 w 2909"/>
                  <a:gd name="T11" fmla="*/ 1908 h 3516"/>
                  <a:gd name="T12" fmla="*/ 612 w 2909"/>
                  <a:gd name="T13" fmla="*/ 1971 h 3516"/>
                  <a:gd name="T14" fmla="*/ 704 w 2909"/>
                  <a:gd name="T15" fmla="*/ 2044 h 3516"/>
                  <a:gd name="T16" fmla="*/ 791 w 2909"/>
                  <a:gd name="T17" fmla="*/ 2124 h 3516"/>
                  <a:gd name="T18" fmla="*/ 870 w 2909"/>
                  <a:gd name="T19" fmla="*/ 2211 h 3516"/>
                  <a:gd name="T20" fmla="*/ 941 w 2909"/>
                  <a:gd name="T21" fmla="*/ 2305 h 3516"/>
                  <a:gd name="T22" fmla="*/ 1003 w 2909"/>
                  <a:gd name="T23" fmla="*/ 2405 h 3516"/>
                  <a:gd name="T24" fmla="*/ 1058 w 2909"/>
                  <a:gd name="T25" fmla="*/ 2512 h 3516"/>
                  <a:gd name="T26" fmla="*/ 1103 w 2909"/>
                  <a:gd name="T27" fmla="*/ 2622 h 3516"/>
                  <a:gd name="T28" fmla="*/ 1138 w 2909"/>
                  <a:gd name="T29" fmla="*/ 2738 h 3516"/>
                  <a:gd name="T30" fmla="*/ 1161 w 2909"/>
                  <a:gd name="T31" fmla="*/ 2858 h 3516"/>
                  <a:gd name="T32" fmla="*/ 1176 w 2909"/>
                  <a:gd name="T33" fmla="*/ 2981 h 3516"/>
                  <a:gd name="T34" fmla="*/ 1178 w 2909"/>
                  <a:gd name="T35" fmla="*/ 3044 h 3516"/>
                  <a:gd name="T36" fmla="*/ 2049 w 2909"/>
                  <a:gd name="T37" fmla="*/ 3516 h 3516"/>
                  <a:gd name="T38" fmla="*/ 2909 w 2909"/>
                  <a:gd name="T39" fmla="*/ 3046 h 3516"/>
                  <a:gd name="T40" fmla="*/ 2907 w 2909"/>
                  <a:gd name="T41" fmla="*/ 2969 h 3516"/>
                  <a:gd name="T42" fmla="*/ 2898 w 2909"/>
                  <a:gd name="T43" fmla="*/ 2819 h 3516"/>
                  <a:gd name="T44" fmla="*/ 2883 w 2909"/>
                  <a:gd name="T45" fmla="*/ 2670 h 3516"/>
                  <a:gd name="T46" fmla="*/ 2861 w 2909"/>
                  <a:gd name="T47" fmla="*/ 2523 h 3516"/>
                  <a:gd name="T48" fmla="*/ 2831 w 2909"/>
                  <a:gd name="T49" fmla="*/ 2378 h 3516"/>
                  <a:gd name="T50" fmla="*/ 2795 w 2909"/>
                  <a:gd name="T51" fmla="*/ 2237 h 3516"/>
                  <a:gd name="T52" fmla="*/ 2752 w 2909"/>
                  <a:gd name="T53" fmla="*/ 2098 h 3516"/>
                  <a:gd name="T54" fmla="*/ 2704 w 2909"/>
                  <a:gd name="T55" fmla="*/ 1962 h 3516"/>
                  <a:gd name="T56" fmla="*/ 2648 w 2909"/>
                  <a:gd name="T57" fmla="*/ 1829 h 3516"/>
                  <a:gd name="T58" fmla="*/ 2587 w 2909"/>
                  <a:gd name="T59" fmla="*/ 1699 h 3516"/>
                  <a:gd name="T60" fmla="*/ 2521 w 2909"/>
                  <a:gd name="T61" fmla="*/ 1573 h 3516"/>
                  <a:gd name="T62" fmla="*/ 2449 w 2909"/>
                  <a:gd name="T63" fmla="*/ 1450 h 3516"/>
                  <a:gd name="T64" fmla="*/ 2371 w 2909"/>
                  <a:gd name="T65" fmla="*/ 1331 h 3516"/>
                  <a:gd name="T66" fmla="*/ 2288 w 2909"/>
                  <a:gd name="T67" fmla="*/ 1215 h 3516"/>
                  <a:gd name="T68" fmla="*/ 2200 w 2909"/>
                  <a:gd name="T69" fmla="*/ 1104 h 3516"/>
                  <a:gd name="T70" fmla="*/ 2106 w 2909"/>
                  <a:gd name="T71" fmla="*/ 998 h 3516"/>
                  <a:gd name="T72" fmla="*/ 2009 w 2909"/>
                  <a:gd name="T73" fmla="*/ 895 h 3516"/>
                  <a:gd name="T74" fmla="*/ 1907 w 2909"/>
                  <a:gd name="T75" fmla="*/ 797 h 3516"/>
                  <a:gd name="T76" fmla="*/ 1799 w 2909"/>
                  <a:gd name="T77" fmla="*/ 703 h 3516"/>
                  <a:gd name="T78" fmla="*/ 1688 w 2909"/>
                  <a:gd name="T79" fmla="*/ 615 h 3516"/>
                  <a:gd name="T80" fmla="*/ 1574 w 2909"/>
                  <a:gd name="T81" fmla="*/ 532 h 3516"/>
                  <a:gd name="T82" fmla="*/ 1454 w 2909"/>
                  <a:gd name="T83" fmla="*/ 455 h 3516"/>
                  <a:gd name="T84" fmla="*/ 1331 w 2909"/>
                  <a:gd name="T85" fmla="*/ 382 h 3516"/>
                  <a:gd name="T86" fmla="*/ 1204 w 2909"/>
                  <a:gd name="T87" fmla="*/ 316 h 3516"/>
                  <a:gd name="T88" fmla="*/ 1075 w 2909"/>
                  <a:gd name="T89" fmla="*/ 255 h 3516"/>
                  <a:gd name="T90" fmla="*/ 942 w 2909"/>
                  <a:gd name="T91" fmla="*/ 199 h 3516"/>
                  <a:gd name="T92" fmla="*/ 806 w 2909"/>
                  <a:gd name="T93" fmla="*/ 150 h 3516"/>
                  <a:gd name="T94" fmla="*/ 666 w 2909"/>
                  <a:gd name="T95" fmla="*/ 109 h 3516"/>
                  <a:gd name="T96" fmla="*/ 525 w 2909"/>
                  <a:gd name="T97" fmla="*/ 72 h 3516"/>
                  <a:gd name="T98" fmla="*/ 381 w 2909"/>
                  <a:gd name="T99" fmla="*/ 42 h 3516"/>
                  <a:gd name="T100" fmla="*/ 235 w 2909"/>
                  <a:gd name="T101" fmla="*/ 20 h 3516"/>
                  <a:gd name="T102" fmla="*/ 86 w 2909"/>
                  <a:gd name="T103" fmla="*/ 5 h 3516"/>
                  <a:gd name="T104" fmla="*/ 10 w 2909"/>
                  <a:gd name="T105" fmla="*/ 0 h 3516"/>
                  <a:gd name="T106" fmla="*/ 478 w 2909"/>
                  <a:gd name="T107" fmla="*/ 854 h 3516"/>
                  <a:gd name="T108" fmla="*/ 0 w 2909"/>
                  <a:gd name="T109" fmla="*/ 1735 h 3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09" h="3516">
                    <a:moveTo>
                      <a:pt x="0" y="1735"/>
                    </a:moveTo>
                    <a:lnTo>
                      <a:pt x="62" y="1743"/>
                    </a:lnTo>
                    <a:lnTo>
                      <a:pt x="182" y="1769"/>
                    </a:lnTo>
                    <a:lnTo>
                      <a:pt x="297" y="1805"/>
                    </a:lnTo>
                    <a:lnTo>
                      <a:pt x="407" y="1852"/>
                    </a:lnTo>
                    <a:lnTo>
                      <a:pt x="512" y="1908"/>
                    </a:lnTo>
                    <a:lnTo>
                      <a:pt x="612" y="1971"/>
                    </a:lnTo>
                    <a:lnTo>
                      <a:pt x="704" y="2044"/>
                    </a:lnTo>
                    <a:lnTo>
                      <a:pt x="791" y="2124"/>
                    </a:lnTo>
                    <a:lnTo>
                      <a:pt x="870" y="2211"/>
                    </a:lnTo>
                    <a:lnTo>
                      <a:pt x="941" y="2305"/>
                    </a:lnTo>
                    <a:lnTo>
                      <a:pt x="1003" y="2405"/>
                    </a:lnTo>
                    <a:lnTo>
                      <a:pt x="1058" y="2512"/>
                    </a:lnTo>
                    <a:lnTo>
                      <a:pt x="1103" y="2622"/>
                    </a:lnTo>
                    <a:lnTo>
                      <a:pt x="1138" y="2738"/>
                    </a:lnTo>
                    <a:lnTo>
                      <a:pt x="1161" y="2858"/>
                    </a:lnTo>
                    <a:lnTo>
                      <a:pt x="1176" y="2981"/>
                    </a:lnTo>
                    <a:lnTo>
                      <a:pt x="1178" y="3044"/>
                    </a:lnTo>
                    <a:lnTo>
                      <a:pt x="2049" y="3516"/>
                    </a:lnTo>
                    <a:lnTo>
                      <a:pt x="2909" y="3046"/>
                    </a:lnTo>
                    <a:lnTo>
                      <a:pt x="2907" y="2969"/>
                    </a:lnTo>
                    <a:lnTo>
                      <a:pt x="2898" y="2819"/>
                    </a:lnTo>
                    <a:lnTo>
                      <a:pt x="2883" y="2670"/>
                    </a:lnTo>
                    <a:lnTo>
                      <a:pt x="2861" y="2523"/>
                    </a:lnTo>
                    <a:lnTo>
                      <a:pt x="2831" y="2378"/>
                    </a:lnTo>
                    <a:lnTo>
                      <a:pt x="2795" y="2237"/>
                    </a:lnTo>
                    <a:lnTo>
                      <a:pt x="2752" y="2098"/>
                    </a:lnTo>
                    <a:lnTo>
                      <a:pt x="2704" y="1962"/>
                    </a:lnTo>
                    <a:lnTo>
                      <a:pt x="2648" y="1829"/>
                    </a:lnTo>
                    <a:lnTo>
                      <a:pt x="2587" y="1699"/>
                    </a:lnTo>
                    <a:lnTo>
                      <a:pt x="2521" y="1573"/>
                    </a:lnTo>
                    <a:lnTo>
                      <a:pt x="2449" y="1450"/>
                    </a:lnTo>
                    <a:lnTo>
                      <a:pt x="2371" y="1331"/>
                    </a:lnTo>
                    <a:lnTo>
                      <a:pt x="2288" y="1215"/>
                    </a:lnTo>
                    <a:lnTo>
                      <a:pt x="2200" y="1104"/>
                    </a:lnTo>
                    <a:lnTo>
                      <a:pt x="2106" y="998"/>
                    </a:lnTo>
                    <a:lnTo>
                      <a:pt x="2009" y="895"/>
                    </a:lnTo>
                    <a:lnTo>
                      <a:pt x="1907" y="797"/>
                    </a:lnTo>
                    <a:lnTo>
                      <a:pt x="1799" y="703"/>
                    </a:lnTo>
                    <a:lnTo>
                      <a:pt x="1688" y="615"/>
                    </a:lnTo>
                    <a:lnTo>
                      <a:pt x="1574" y="532"/>
                    </a:lnTo>
                    <a:lnTo>
                      <a:pt x="1454" y="455"/>
                    </a:lnTo>
                    <a:lnTo>
                      <a:pt x="1331" y="382"/>
                    </a:lnTo>
                    <a:lnTo>
                      <a:pt x="1204" y="316"/>
                    </a:lnTo>
                    <a:lnTo>
                      <a:pt x="1075" y="255"/>
                    </a:lnTo>
                    <a:lnTo>
                      <a:pt x="942" y="199"/>
                    </a:lnTo>
                    <a:lnTo>
                      <a:pt x="806" y="150"/>
                    </a:lnTo>
                    <a:lnTo>
                      <a:pt x="666" y="109"/>
                    </a:lnTo>
                    <a:lnTo>
                      <a:pt x="525" y="72"/>
                    </a:lnTo>
                    <a:lnTo>
                      <a:pt x="381" y="42"/>
                    </a:lnTo>
                    <a:lnTo>
                      <a:pt x="235" y="20"/>
                    </a:lnTo>
                    <a:lnTo>
                      <a:pt x="86" y="5"/>
                    </a:lnTo>
                    <a:lnTo>
                      <a:pt x="10" y="0"/>
                    </a:lnTo>
                    <a:lnTo>
                      <a:pt x="478" y="854"/>
                    </a:lnTo>
                    <a:lnTo>
                      <a:pt x="0" y="1735"/>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endParaRPr lang="en-US" sz="1400" dirty="0">
                  <a:solidFill>
                    <a:schemeClr val="bg1"/>
                  </a:solidFill>
                </a:endParaRPr>
              </a:p>
            </p:txBody>
          </p:sp>
          <p:sp>
            <p:nvSpPr>
              <p:cNvPr id="38" name="Freeform 11">
                <a:extLst>
                  <a:ext uri="{FF2B5EF4-FFF2-40B4-BE49-F238E27FC236}">
                    <a16:creationId xmlns:a16="http://schemas.microsoft.com/office/drawing/2014/main" id="{BE707670-8C42-9748-64F1-B5AB16407291}"/>
                  </a:ext>
                </a:extLst>
              </p:cNvPr>
              <p:cNvSpPr>
                <a:spLocks/>
              </p:cNvSpPr>
              <p:nvPr/>
            </p:nvSpPr>
            <p:spPr bwMode="auto">
              <a:xfrm>
                <a:off x="6470651" y="531813"/>
                <a:ext cx="1395413" cy="1154113"/>
              </a:xfrm>
              <a:custGeom>
                <a:avLst/>
                <a:gdLst>
                  <a:gd name="T0" fmla="*/ 1735 w 3516"/>
                  <a:gd name="T1" fmla="*/ 2908 h 2908"/>
                  <a:gd name="T2" fmla="*/ 1743 w 3516"/>
                  <a:gd name="T3" fmla="*/ 2847 h 2908"/>
                  <a:gd name="T4" fmla="*/ 1769 w 3516"/>
                  <a:gd name="T5" fmla="*/ 2728 h 2908"/>
                  <a:gd name="T6" fmla="*/ 1805 w 3516"/>
                  <a:gd name="T7" fmla="*/ 2612 h 2908"/>
                  <a:gd name="T8" fmla="*/ 1852 w 3516"/>
                  <a:gd name="T9" fmla="*/ 2502 h 2908"/>
                  <a:gd name="T10" fmla="*/ 1906 w 3516"/>
                  <a:gd name="T11" fmla="*/ 2397 h 2908"/>
                  <a:gd name="T12" fmla="*/ 1971 w 3516"/>
                  <a:gd name="T13" fmla="*/ 2297 h 2908"/>
                  <a:gd name="T14" fmla="*/ 2044 w 3516"/>
                  <a:gd name="T15" fmla="*/ 2204 h 2908"/>
                  <a:gd name="T16" fmla="*/ 2123 w 3516"/>
                  <a:gd name="T17" fmla="*/ 2118 h 2908"/>
                  <a:gd name="T18" fmla="*/ 2211 w 3516"/>
                  <a:gd name="T19" fmla="*/ 2039 h 2908"/>
                  <a:gd name="T20" fmla="*/ 2304 w 3516"/>
                  <a:gd name="T21" fmla="*/ 1968 h 2908"/>
                  <a:gd name="T22" fmla="*/ 2405 w 3516"/>
                  <a:gd name="T23" fmla="*/ 1905 h 2908"/>
                  <a:gd name="T24" fmla="*/ 2510 w 3516"/>
                  <a:gd name="T25" fmla="*/ 1850 h 2908"/>
                  <a:gd name="T26" fmla="*/ 2622 w 3516"/>
                  <a:gd name="T27" fmla="*/ 1806 h 2908"/>
                  <a:gd name="T28" fmla="*/ 2737 w 3516"/>
                  <a:gd name="T29" fmla="*/ 1771 h 2908"/>
                  <a:gd name="T30" fmla="*/ 2858 w 3516"/>
                  <a:gd name="T31" fmla="*/ 1746 h 2908"/>
                  <a:gd name="T32" fmla="*/ 2981 w 3516"/>
                  <a:gd name="T33" fmla="*/ 1733 h 2908"/>
                  <a:gd name="T34" fmla="*/ 3044 w 3516"/>
                  <a:gd name="T35" fmla="*/ 1731 h 2908"/>
                  <a:gd name="T36" fmla="*/ 3516 w 3516"/>
                  <a:gd name="T37" fmla="*/ 860 h 2908"/>
                  <a:gd name="T38" fmla="*/ 3045 w 3516"/>
                  <a:gd name="T39" fmla="*/ 0 h 2908"/>
                  <a:gd name="T40" fmla="*/ 2969 w 3516"/>
                  <a:gd name="T41" fmla="*/ 2 h 2908"/>
                  <a:gd name="T42" fmla="*/ 2817 w 3516"/>
                  <a:gd name="T43" fmla="*/ 10 h 2908"/>
                  <a:gd name="T44" fmla="*/ 2670 w 3516"/>
                  <a:gd name="T45" fmla="*/ 26 h 2908"/>
                  <a:gd name="T46" fmla="*/ 2523 w 3516"/>
                  <a:gd name="T47" fmla="*/ 48 h 2908"/>
                  <a:gd name="T48" fmla="*/ 2378 w 3516"/>
                  <a:gd name="T49" fmla="*/ 78 h 2908"/>
                  <a:gd name="T50" fmla="*/ 2237 w 3516"/>
                  <a:gd name="T51" fmla="*/ 113 h 2908"/>
                  <a:gd name="T52" fmla="*/ 2098 w 3516"/>
                  <a:gd name="T53" fmla="*/ 156 h 2908"/>
                  <a:gd name="T54" fmla="*/ 1962 w 3516"/>
                  <a:gd name="T55" fmla="*/ 205 h 2908"/>
                  <a:gd name="T56" fmla="*/ 1828 w 3516"/>
                  <a:gd name="T57" fmla="*/ 260 h 2908"/>
                  <a:gd name="T58" fmla="*/ 1699 w 3516"/>
                  <a:gd name="T59" fmla="*/ 321 h 2908"/>
                  <a:gd name="T60" fmla="*/ 1572 w 3516"/>
                  <a:gd name="T61" fmla="*/ 388 h 2908"/>
                  <a:gd name="T62" fmla="*/ 1450 w 3516"/>
                  <a:gd name="T63" fmla="*/ 461 h 2908"/>
                  <a:gd name="T64" fmla="*/ 1331 w 3516"/>
                  <a:gd name="T65" fmla="*/ 538 h 2908"/>
                  <a:gd name="T66" fmla="*/ 1215 w 3516"/>
                  <a:gd name="T67" fmla="*/ 621 h 2908"/>
                  <a:gd name="T68" fmla="*/ 1104 w 3516"/>
                  <a:gd name="T69" fmla="*/ 709 h 2908"/>
                  <a:gd name="T70" fmla="*/ 996 w 3516"/>
                  <a:gd name="T71" fmla="*/ 803 h 2908"/>
                  <a:gd name="T72" fmla="*/ 894 w 3516"/>
                  <a:gd name="T73" fmla="*/ 900 h 2908"/>
                  <a:gd name="T74" fmla="*/ 797 w 3516"/>
                  <a:gd name="T75" fmla="*/ 1002 h 2908"/>
                  <a:gd name="T76" fmla="*/ 703 w 3516"/>
                  <a:gd name="T77" fmla="*/ 1110 h 2908"/>
                  <a:gd name="T78" fmla="*/ 615 w 3516"/>
                  <a:gd name="T79" fmla="*/ 1220 h 2908"/>
                  <a:gd name="T80" fmla="*/ 532 w 3516"/>
                  <a:gd name="T81" fmla="*/ 1336 h 2908"/>
                  <a:gd name="T82" fmla="*/ 455 w 3516"/>
                  <a:gd name="T83" fmla="*/ 1455 h 2908"/>
                  <a:gd name="T84" fmla="*/ 382 w 3516"/>
                  <a:gd name="T85" fmla="*/ 1578 h 2908"/>
                  <a:gd name="T86" fmla="*/ 315 w 3516"/>
                  <a:gd name="T87" fmla="*/ 1704 h 2908"/>
                  <a:gd name="T88" fmla="*/ 254 w 3516"/>
                  <a:gd name="T89" fmla="*/ 1835 h 2908"/>
                  <a:gd name="T90" fmla="*/ 199 w 3516"/>
                  <a:gd name="T91" fmla="*/ 1967 h 2908"/>
                  <a:gd name="T92" fmla="*/ 150 w 3516"/>
                  <a:gd name="T93" fmla="*/ 2103 h 2908"/>
                  <a:gd name="T94" fmla="*/ 107 w 3516"/>
                  <a:gd name="T95" fmla="*/ 2242 h 2908"/>
                  <a:gd name="T96" fmla="*/ 72 w 3516"/>
                  <a:gd name="T97" fmla="*/ 2384 h 2908"/>
                  <a:gd name="T98" fmla="*/ 42 w 3516"/>
                  <a:gd name="T99" fmla="*/ 2528 h 2908"/>
                  <a:gd name="T100" fmla="*/ 19 w 3516"/>
                  <a:gd name="T101" fmla="*/ 2674 h 2908"/>
                  <a:gd name="T102" fmla="*/ 3 w 3516"/>
                  <a:gd name="T103" fmla="*/ 2823 h 2908"/>
                  <a:gd name="T104" fmla="*/ 0 w 3516"/>
                  <a:gd name="T105" fmla="*/ 2899 h 2908"/>
                  <a:gd name="T106" fmla="*/ 854 w 3516"/>
                  <a:gd name="T107" fmla="*/ 2429 h 2908"/>
                  <a:gd name="T108" fmla="*/ 1735 w 3516"/>
                  <a:gd name="T109" fmla="*/ 2908 h 2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516" h="2908">
                    <a:moveTo>
                      <a:pt x="1735" y="2908"/>
                    </a:moveTo>
                    <a:lnTo>
                      <a:pt x="1743" y="2847"/>
                    </a:lnTo>
                    <a:lnTo>
                      <a:pt x="1769" y="2728"/>
                    </a:lnTo>
                    <a:lnTo>
                      <a:pt x="1805" y="2612"/>
                    </a:lnTo>
                    <a:lnTo>
                      <a:pt x="1852" y="2502"/>
                    </a:lnTo>
                    <a:lnTo>
                      <a:pt x="1906" y="2397"/>
                    </a:lnTo>
                    <a:lnTo>
                      <a:pt x="1971" y="2297"/>
                    </a:lnTo>
                    <a:lnTo>
                      <a:pt x="2044" y="2204"/>
                    </a:lnTo>
                    <a:lnTo>
                      <a:pt x="2123" y="2118"/>
                    </a:lnTo>
                    <a:lnTo>
                      <a:pt x="2211" y="2039"/>
                    </a:lnTo>
                    <a:lnTo>
                      <a:pt x="2304" y="1968"/>
                    </a:lnTo>
                    <a:lnTo>
                      <a:pt x="2405" y="1905"/>
                    </a:lnTo>
                    <a:lnTo>
                      <a:pt x="2510" y="1850"/>
                    </a:lnTo>
                    <a:lnTo>
                      <a:pt x="2622" y="1806"/>
                    </a:lnTo>
                    <a:lnTo>
                      <a:pt x="2737" y="1771"/>
                    </a:lnTo>
                    <a:lnTo>
                      <a:pt x="2858" y="1746"/>
                    </a:lnTo>
                    <a:lnTo>
                      <a:pt x="2981" y="1733"/>
                    </a:lnTo>
                    <a:lnTo>
                      <a:pt x="3044" y="1731"/>
                    </a:lnTo>
                    <a:lnTo>
                      <a:pt x="3516" y="860"/>
                    </a:lnTo>
                    <a:lnTo>
                      <a:pt x="3045" y="0"/>
                    </a:lnTo>
                    <a:lnTo>
                      <a:pt x="2969" y="2"/>
                    </a:lnTo>
                    <a:lnTo>
                      <a:pt x="2817" y="10"/>
                    </a:lnTo>
                    <a:lnTo>
                      <a:pt x="2670" y="26"/>
                    </a:lnTo>
                    <a:lnTo>
                      <a:pt x="2523" y="48"/>
                    </a:lnTo>
                    <a:lnTo>
                      <a:pt x="2378" y="78"/>
                    </a:lnTo>
                    <a:lnTo>
                      <a:pt x="2237" y="113"/>
                    </a:lnTo>
                    <a:lnTo>
                      <a:pt x="2098" y="156"/>
                    </a:lnTo>
                    <a:lnTo>
                      <a:pt x="1962" y="205"/>
                    </a:lnTo>
                    <a:lnTo>
                      <a:pt x="1828" y="260"/>
                    </a:lnTo>
                    <a:lnTo>
                      <a:pt x="1699" y="321"/>
                    </a:lnTo>
                    <a:lnTo>
                      <a:pt x="1572" y="388"/>
                    </a:lnTo>
                    <a:lnTo>
                      <a:pt x="1450" y="461"/>
                    </a:lnTo>
                    <a:lnTo>
                      <a:pt x="1331" y="538"/>
                    </a:lnTo>
                    <a:lnTo>
                      <a:pt x="1215" y="621"/>
                    </a:lnTo>
                    <a:lnTo>
                      <a:pt x="1104" y="709"/>
                    </a:lnTo>
                    <a:lnTo>
                      <a:pt x="996" y="803"/>
                    </a:lnTo>
                    <a:lnTo>
                      <a:pt x="894" y="900"/>
                    </a:lnTo>
                    <a:lnTo>
                      <a:pt x="797" y="1002"/>
                    </a:lnTo>
                    <a:lnTo>
                      <a:pt x="703" y="1110"/>
                    </a:lnTo>
                    <a:lnTo>
                      <a:pt x="615" y="1220"/>
                    </a:lnTo>
                    <a:lnTo>
                      <a:pt x="532" y="1336"/>
                    </a:lnTo>
                    <a:lnTo>
                      <a:pt x="455" y="1455"/>
                    </a:lnTo>
                    <a:lnTo>
                      <a:pt x="382" y="1578"/>
                    </a:lnTo>
                    <a:lnTo>
                      <a:pt x="315" y="1704"/>
                    </a:lnTo>
                    <a:lnTo>
                      <a:pt x="254" y="1835"/>
                    </a:lnTo>
                    <a:lnTo>
                      <a:pt x="199" y="1967"/>
                    </a:lnTo>
                    <a:lnTo>
                      <a:pt x="150" y="2103"/>
                    </a:lnTo>
                    <a:lnTo>
                      <a:pt x="107" y="2242"/>
                    </a:lnTo>
                    <a:lnTo>
                      <a:pt x="72" y="2384"/>
                    </a:lnTo>
                    <a:lnTo>
                      <a:pt x="42" y="2528"/>
                    </a:lnTo>
                    <a:lnTo>
                      <a:pt x="19" y="2674"/>
                    </a:lnTo>
                    <a:lnTo>
                      <a:pt x="3" y="2823"/>
                    </a:lnTo>
                    <a:lnTo>
                      <a:pt x="0" y="2899"/>
                    </a:lnTo>
                    <a:lnTo>
                      <a:pt x="854" y="2429"/>
                    </a:lnTo>
                    <a:lnTo>
                      <a:pt x="1735" y="2908"/>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endParaRPr lang="en-US" b="1" dirty="0">
                  <a:solidFill>
                    <a:schemeClr val="bg1"/>
                  </a:solidFill>
                </a:endParaRPr>
              </a:p>
            </p:txBody>
          </p:sp>
          <p:sp>
            <p:nvSpPr>
              <p:cNvPr id="39" name="Freeform 12">
                <a:extLst>
                  <a:ext uri="{FF2B5EF4-FFF2-40B4-BE49-F238E27FC236}">
                    <a16:creationId xmlns:a16="http://schemas.microsoft.com/office/drawing/2014/main" id="{8622ADF7-5025-8AE3-572C-69CA1E749D63}"/>
                  </a:ext>
                </a:extLst>
              </p:cNvPr>
              <p:cNvSpPr>
                <a:spLocks/>
              </p:cNvSpPr>
              <p:nvPr/>
            </p:nvSpPr>
            <p:spPr bwMode="auto">
              <a:xfrm>
                <a:off x="7508875" y="1817688"/>
                <a:ext cx="1397000" cy="1154113"/>
              </a:xfrm>
              <a:custGeom>
                <a:avLst/>
                <a:gdLst>
                  <a:gd name="T0" fmla="*/ 3517 w 3517"/>
                  <a:gd name="T1" fmla="*/ 9 h 2907"/>
                  <a:gd name="T2" fmla="*/ 2663 w 3517"/>
                  <a:gd name="T3" fmla="*/ 476 h 2907"/>
                  <a:gd name="T4" fmla="*/ 1782 w 3517"/>
                  <a:gd name="T5" fmla="*/ 0 h 2907"/>
                  <a:gd name="T6" fmla="*/ 1773 w 3517"/>
                  <a:gd name="T7" fmla="*/ 60 h 2907"/>
                  <a:gd name="T8" fmla="*/ 1747 w 3517"/>
                  <a:gd name="T9" fmla="*/ 180 h 2907"/>
                  <a:gd name="T10" fmla="*/ 1711 w 3517"/>
                  <a:gd name="T11" fmla="*/ 295 h 2907"/>
                  <a:gd name="T12" fmla="*/ 1665 w 3517"/>
                  <a:gd name="T13" fmla="*/ 405 h 2907"/>
                  <a:gd name="T14" fmla="*/ 1610 w 3517"/>
                  <a:gd name="T15" fmla="*/ 510 h 2907"/>
                  <a:gd name="T16" fmla="*/ 1546 w 3517"/>
                  <a:gd name="T17" fmla="*/ 610 h 2907"/>
                  <a:gd name="T18" fmla="*/ 1473 w 3517"/>
                  <a:gd name="T19" fmla="*/ 703 h 2907"/>
                  <a:gd name="T20" fmla="*/ 1393 w 3517"/>
                  <a:gd name="T21" fmla="*/ 789 h 2907"/>
                  <a:gd name="T22" fmla="*/ 1306 w 3517"/>
                  <a:gd name="T23" fmla="*/ 868 h 2907"/>
                  <a:gd name="T24" fmla="*/ 1212 w 3517"/>
                  <a:gd name="T25" fmla="*/ 939 h 2907"/>
                  <a:gd name="T26" fmla="*/ 1112 w 3517"/>
                  <a:gd name="T27" fmla="*/ 1003 h 2907"/>
                  <a:gd name="T28" fmla="*/ 1006 w 3517"/>
                  <a:gd name="T29" fmla="*/ 1056 h 2907"/>
                  <a:gd name="T30" fmla="*/ 894 w 3517"/>
                  <a:gd name="T31" fmla="*/ 1101 h 2907"/>
                  <a:gd name="T32" fmla="*/ 779 w 3517"/>
                  <a:gd name="T33" fmla="*/ 1136 h 2907"/>
                  <a:gd name="T34" fmla="*/ 659 w 3517"/>
                  <a:gd name="T35" fmla="*/ 1161 h 2907"/>
                  <a:gd name="T36" fmla="*/ 535 w 3517"/>
                  <a:gd name="T37" fmla="*/ 1174 h 2907"/>
                  <a:gd name="T38" fmla="*/ 473 w 3517"/>
                  <a:gd name="T39" fmla="*/ 1176 h 2907"/>
                  <a:gd name="T40" fmla="*/ 0 w 3517"/>
                  <a:gd name="T41" fmla="*/ 2047 h 2907"/>
                  <a:gd name="T42" fmla="*/ 472 w 3517"/>
                  <a:gd name="T43" fmla="*/ 2907 h 2907"/>
                  <a:gd name="T44" fmla="*/ 548 w 3517"/>
                  <a:gd name="T45" fmla="*/ 2905 h 2907"/>
                  <a:gd name="T46" fmla="*/ 698 w 3517"/>
                  <a:gd name="T47" fmla="*/ 2896 h 2907"/>
                  <a:gd name="T48" fmla="*/ 847 w 3517"/>
                  <a:gd name="T49" fmla="*/ 2881 h 2907"/>
                  <a:gd name="T50" fmla="*/ 994 w 3517"/>
                  <a:gd name="T51" fmla="*/ 2859 h 2907"/>
                  <a:gd name="T52" fmla="*/ 1138 w 3517"/>
                  <a:gd name="T53" fmla="*/ 2829 h 2907"/>
                  <a:gd name="T54" fmla="*/ 1280 w 3517"/>
                  <a:gd name="T55" fmla="*/ 2793 h 2907"/>
                  <a:gd name="T56" fmla="*/ 1419 w 3517"/>
                  <a:gd name="T57" fmla="*/ 2751 h 2907"/>
                  <a:gd name="T58" fmla="*/ 1555 w 3517"/>
                  <a:gd name="T59" fmla="*/ 2702 h 2907"/>
                  <a:gd name="T60" fmla="*/ 1687 w 3517"/>
                  <a:gd name="T61" fmla="*/ 2648 h 2907"/>
                  <a:gd name="T62" fmla="*/ 1818 w 3517"/>
                  <a:gd name="T63" fmla="*/ 2587 h 2907"/>
                  <a:gd name="T64" fmla="*/ 1944 w 3517"/>
                  <a:gd name="T65" fmla="*/ 2519 h 2907"/>
                  <a:gd name="T66" fmla="*/ 2067 w 3517"/>
                  <a:gd name="T67" fmla="*/ 2447 h 2907"/>
                  <a:gd name="T68" fmla="*/ 2186 w 3517"/>
                  <a:gd name="T69" fmla="*/ 2369 h 2907"/>
                  <a:gd name="T70" fmla="*/ 2302 w 3517"/>
                  <a:gd name="T71" fmla="*/ 2286 h 2907"/>
                  <a:gd name="T72" fmla="*/ 2413 w 3517"/>
                  <a:gd name="T73" fmla="*/ 2198 h 2907"/>
                  <a:gd name="T74" fmla="*/ 2519 w 3517"/>
                  <a:gd name="T75" fmla="*/ 2104 h 2907"/>
                  <a:gd name="T76" fmla="*/ 2622 w 3517"/>
                  <a:gd name="T77" fmla="*/ 2007 h 2907"/>
                  <a:gd name="T78" fmla="*/ 2720 w 3517"/>
                  <a:gd name="T79" fmla="*/ 1905 h 2907"/>
                  <a:gd name="T80" fmla="*/ 2814 w 3517"/>
                  <a:gd name="T81" fmla="*/ 1797 h 2907"/>
                  <a:gd name="T82" fmla="*/ 2902 w 3517"/>
                  <a:gd name="T83" fmla="*/ 1687 h 2907"/>
                  <a:gd name="T84" fmla="*/ 2985 w 3517"/>
                  <a:gd name="T85" fmla="*/ 1572 h 2907"/>
                  <a:gd name="T86" fmla="*/ 3063 w 3517"/>
                  <a:gd name="T87" fmla="*/ 1452 h 2907"/>
                  <a:gd name="T88" fmla="*/ 3135 w 3517"/>
                  <a:gd name="T89" fmla="*/ 1329 h 2907"/>
                  <a:gd name="T90" fmla="*/ 3201 w 3517"/>
                  <a:gd name="T91" fmla="*/ 1202 h 2907"/>
                  <a:gd name="T92" fmla="*/ 3262 w 3517"/>
                  <a:gd name="T93" fmla="*/ 1073 h 2907"/>
                  <a:gd name="T94" fmla="*/ 3318 w 3517"/>
                  <a:gd name="T95" fmla="*/ 941 h 2907"/>
                  <a:gd name="T96" fmla="*/ 3366 w 3517"/>
                  <a:gd name="T97" fmla="*/ 804 h 2907"/>
                  <a:gd name="T98" fmla="*/ 3409 w 3517"/>
                  <a:gd name="T99" fmla="*/ 664 h 2907"/>
                  <a:gd name="T100" fmla="*/ 3445 w 3517"/>
                  <a:gd name="T101" fmla="*/ 523 h 2907"/>
                  <a:gd name="T102" fmla="*/ 3475 w 3517"/>
                  <a:gd name="T103" fmla="*/ 379 h 2907"/>
                  <a:gd name="T104" fmla="*/ 3497 w 3517"/>
                  <a:gd name="T105" fmla="*/ 233 h 2907"/>
                  <a:gd name="T106" fmla="*/ 3512 w 3517"/>
                  <a:gd name="T107" fmla="*/ 84 h 2907"/>
                  <a:gd name="T108" fmla="*/ 3517 w 3517"/>
                  <a:gd name="T109" fmla="*/ 9 h 2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517" h="2907">
                    <a:moveTo>
                      <a:pt x="3517" y="9"/>
                    </a:moveTo>
                    <a:lnTo>
                      <a:pt x="2663" y="476"/>
                    </a:lnTo>
                    <a:lnTo>
                      <a:pt x="1782" y="0"/>
                    </a:lnTo>
                    <a:lnTo>
                      <a:pt x="1773" y="60"/>
                    </a:lnTo>
                    <a:lnTo>
                      <a:pt x="1747" y="180"/>
                    </a:lnTo>
                    <a:lnTo>
                      <a:pt x="1711" y="295"/>
                    </a:lnTo>
                    <a:lnTo>
                      <a:pt x="1665" y="405"/>
                    </a:lnTo>
                    <a:lnTo>
                      <a:pt x="1610" y="510"/>
                    </a:lnTo>
                    <a:lnTo>
                      <a:pt x="1546" y="610"/>
                    </a:lnTo>
                    <a:lnTo>
                      <a:pt x="1473" y="703"/>
                    </a:lnTo>
                    <a:lnTo>
                      <a:pt x="1393" y="789"/>
                    </a:lnTo>
                    <a:lnTo>
                      <a:pt x="1306" y="868"/>
                    </a:lnTo>
                    <a:lnTo>
                      <a:pt x="1212" y="939"/>
                    </a:lnTo>
                    <a:lnTo>
                      <a:pt x="1112" y="1003"/>
                    </a:lnTo>
                    <a:lnTo>
                      <a:pt x="1006" y="1056"/>
                    </a:lnTo>
                    <a:lnTo>
                      <a:pt x="894" y="1101"/>
                    </a:lnTo>
                    <a:lnTo>
                      <a:pt x="779" y="1136"/>
                    </a:lnTo>
                    <a:lnTo>
                      <a:pt x="659" y="1161"/>
                    </a:lnTo>
                    <a:lnTo>
                      <a:pt x="535" y="1174"/>
                    </a:lnTo>
                    <a:lnTo>
                      <a:pt x="473" y="1176"/>
                    </a:lnTo>
                    <a:lnTo>
                      <a:pt x="0" y="2047"/>
                    </a:lnTo>
                    <a:lnTo>
                      <a:pt x="472" y="2907"/>
                    </a:lnTo>
                    <a:lnTo>
                      <a:pt x="548" y="2905"/>
                    </a:lnTo>
                    <a:lnTo>
                      <a:pt x="698" y="2896"/>
                    </a:lnTo>
                    <a:lnTo>
                      <a:pt x="847" y="2881"/>
                    </a:lnTo>
                    <a:lnTo>
                      <a:pt x="994" y="2859"/>
                    </a:lnTo>
                    <a:lnTo>
                      <a:pt x="1138" y="2829"/>
                    </a:lnTo>
                    <a:lnTo>
                      <a:pt x="1280" y="2793"/>
                    </a:lnTo>
                    <a:lnTo>
                      <a:pt x="1419" y="2751"/>
                    </a:lnTo>
                    <a:lnTo>
                      <a:pt x="1555" y="2702"/>
                    </a:lnTo>
                    <a:lnTo>
                      <a:pt x="1687" y="2648"/>
                    </a:lnTo>
                    <a:lnTo>
                      <a:pt x="1818" y="2587"/>
                    </a:lnTo>
                    <a:lnTo>
                      <a:pt x="1944" y="2519"/>
                    </a:lnTo>
                    <a:lnTo>
                      <a:pt x="2067" y="2447"/>
                    </a:lnTo>
                    <a:lnTo>
                      <a:pt x="2186" y="2369"/>
                    </a:lnTo>
                    <a:lnTo>
                      <a:pt x="2302" y="2286"/>
                    </a:lnTo>
                    <a:lnTo>
                      <a:pt x="2413" y="2198"/>
                    </a:lnTo>
                    <a:lnTo>
                      <a:pt x="2519" y="2104"/>
                    </a:lnTo>
                    <a:lnTo>
                      <a:pt x="2622" y="2007"/>
                    </a:lnTo>
                    <a:lnTo>
                      <a:pt x="2720" y="1905"/>
                    </a:lnTo>
                    <a:lnTo>
                      <a:pt x="2814" y="1797"/>
                    </a:lnTo>
                    <a:lnTo>
                      <a:pt x="2902" y="1687"/>
                    </a:lnTo>
                    <a:lnTo>
                      <a:pt x="2985" y="1572"/>
                    </a:lnTo>
                    <a:lnTo>
                      <a:pt x="3063" y="1452"/>
                    </a:lnTo>
                    <a:lnTo>
                      <a:pt x="3135" y="1329"/>
                    </a:lnTo>
                    <a:lnTo>
                      <a:pt x="3201" y="1202"/>
                    </a:lnTo>
                    <a:lnTo>
                      <a:pt x="3262" y="1073"/>
                    </a:lnTo>
                    <a:lnTo>
                      <a:pt x="3318" y="941"/>
                    </a:lnTo>
                    <a:lnTo>
                      <a:pt x="3366" y="804"/>
                    </a:lnTo>
                    <a:lnTo>
                      <a:pt x="3409" y="664"/>
                    </a:lnTo>
                    <a:lnTo>
                      <a:pt x="3445" y="523"/>
                    </a:lnTo>
                    <a:lnTo>
                      <a:pt x="3475" y="379"/>
                    </a:lnTo>
                    <a:lnTo>
                      <a:pt x="3497" y="233"/>
                    </a:lnTo>
                    <a:lnTo>
                      <a:pt x="3512" y="84"/>
                    </a:lnTo>
                    <a:lnTo>
                      <a:pt x="3517" y="9"/>
                    </a:lnTo>
                    <a:close/>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endParaRPr lang="en-US" sz="1400" dirty="0">
                  <a:solidFill>
                    <a:schemeClr val="bg1"/>
                  </a:solidFill>
                </a:endParaRPr>
              </a:p>
            </p:txBody>
          </p:sp>
          <p:sp>
            <p:nvSpPr>
              <p:cNvPr id="40" name="Freeform 13">
                <a:extLst>
                  <a:ext uri="{FF2B5EF4-FFF2-40B4-BE49-F238E27FC236}">
                    <a16:creationId xmlns:a16="http://schemas.microsoft.com/office/drawing/2014/main" id="{E99E405C-3446-86BD-2BC9-04178CFEBF65}"/>
                  </a:ext>
                </a:extLst>
              </p:cNvPr>
              <p:cNvSpPr>
                <a:spLocks/>
              </p:cNvSpPr>
              <p:nvPr/>
            </p:nvSpPr>
            <p:spPr bwMode="auto">
              <a:xfrm>
                <a:off x="6469063" y="1573213"/>
                <a:ext cx="1152525" cy="1397000"/>
              </a:xfrm>
              <a:custGeom>
                <a:avLst/>
                <a:gdLst>
                  <a:gd name="T0" fmla="*/ 2908 w 2908"/>
                  <a:gd name="T1" fmla="*/ 1782 h 3518"/>
                  <a:gd name="T2" fmla="*/ 2847 w 2908"/>
                  <a:gd name="T3" fmla="*/ 1773 h 3518"/>
                  <a:gd name="T4" fmla="*/ 2727 w 2908"/>
                  <a:gd name="T5" fmla="*/ 1747 h 3518"/>
                  <a:gd name="T6" fmla="*/ 2612 w 2908"/>
                  <a:gd name="T7" fmla="*/ 1711 h 3518"/>
                  <a:gd name="T8" fmla="*/ 2502 w 2908"/>
                  <a:gd name="T9" fmla="*/ 1665 h 3518"/>
                  <a:gd name="T10" fmla="*/ 2397 w 2908"/>
                  <a:gd name="T11" fmla="*/ 1610 h 3518"/>
                  <a:gd name="T12" fmla="*/ 2297 w 2908"/>
                  <a:gd name="T13" fmla="*/ 1546 h 3518"/>
                  <a:gd name="T14" fmla="*/ 2204 w 2908"/>
                  <a:gd name="T15" fmla="*/ 1474 h 3518"/>
                  <a:gd name="T16" fmla="*/ 2118 w 2908"/>
                  <a:gd name="T17" fmla="*/ 1393 h 3518"/>
                  <a:gd name="T18" fmla="*/ 2039 w 2908"/>
                  <a:gd name="T19" fmla="*/ 1306 h 3518"/>
                  <a:gd name="T20" fmla="*/ 1968 w 2908"/>
                  <a:gd name="T21" fmla="*/ 1212 h 3518"/>
                  <a:gd name="T22" fmla="*/ 1904 w 2908"/>
                  <a:gd name="T23" fmla="*/ 1112 h 3518"/>
                  <a:gd name="T24" fmla="*/ 1850 w 2908"/>
                  <a:gd name="T25" fmla="*/ 1006 h 3518"/>
                  <a:gd name="T26" fmla="*/ 1806 w 2908"/>
                  <a:gd name="T27" fmla="*/ 895 h 3518"/>
                  <a:gd name="T28" fmla="*/ 1771 w 2908"/>
                  <a:gd name="T29" fmla="*/ 779 h 3518"/>
                  <a:gd name="T30" fmla="*/ 1746 w 2908"/>
                  <a:gd name="T31" fmla="*/ 660 h 3518"/>
                  <a:gd name="T32" fmla="*/ 1733 w 2908"/>
                  <a:gd name="T33" fmla="*/ 536 h 3518"/>
                  <a:gd name="T34" fmla="*/ 1731 w 2908"/>
                  <a:gd name="T35" fmla="*/ 473 h 3518"/>
                  <a:gd name="T36" fmla="*/ 860 w 2908"/>
                  <a:gd name="T37" fmla="*/ 0 h 3518"/>
                  <a:gd name="T38" fmla="*/ 0 w 2908"/>
                  <a:gd name="T39" fmla="*/ 472 h 3518"/>
                  <a:gd name="T40" fmla="*/ 2 w 2908"/>
                  <a:gd name="T41" fmla="*/ 548 h 3518"/>
                  <a:gd name="T42" fmla="*/ 9 w 2908"/>
                  <a:gd name="T43" fmla="*/ 698 h 3518"/>
                  <a:gd name="T44" fmla="*/ 25 w 2908"/>
                  <a:gd name="T45" fmla="*/ 848 h 3518"/>
                  <a:gd name="T46" fmla="*/ 48 w 2908"/>
                  <a:gd name="T47" fmla="*/ 994 h 3518"/>
                  <a:gd name="T48" fmla="*/ 77 w 2908"/>
                  <a:gd name="T49" fmla="*/ 1138 h 3518"/>
                  <a:gd name="T50" fmla="*/ 113 w 2908"/>
                  <a:gd name="T51" fmla="*/ 1280 h 3518"/>
                  <a:gd name="T52" fmla="*/ 156 w 2908"/>
                  <a:gd name="T53" fmla="*/ 1419 h 3518"/>
                  <a:gd name="T54" fmla="*/ 205 w 2908"/>
                  <a:gd name="T55" fmla="*/ 1555 h 3518"/>
                  <a:gd name="T56" fmla="*/ 260 w 2908"/>
                  <a:gd name="T57" fmla="*/ 1689 h 3518"/>
                  <a:gd name="T58" fmla="*/ 321 w 2908"/>
                  <a:gd name="T59" fmla="*/ 1818 h 3518"/>
                  <a:gd name="T60" fmla="*/ 388 w 2908"/>
                  <a:gd name="T61" fmla="*/ 1944 h 3518"/>
                  <a:gd name="T62" fmla="*/ 459 w 2908"/>
                  <a:gd name="T63" fmla="*/ 2067 h 3518"/>
                  <a:gd name="T64" fmla="*/ 537 w 2908"/>
                  <a:gd name="T65" fmla="*/ 2186 h 3518"/>
                  <a:gd name="T66" fmla="*/ 621 w 2908"/>
                  <a:gd name="T67" fmla="*/ 2302 h 3518"/>
                  <a:gd name="T68" fmla="*/ 709 w 2908"/>
                  <a:gd name="T69" fmla="*/ 2413 h 3518"/>
                  <a:gd name="T70" fmla="*/ 801 w 2908"/>
                  <a:gd name="T71" fmla="*/ 2520 h 3518"/>
                  <a:gd name="T72" fmla="*/ 900 w 2908"/>
                  <a:gd name="T73" fmla="*/ 2622 h 3518"/>
                  <a:gd name="T74" fmla="*/ 1002 w 2908"/>
                  <a:gd name="T75" fmla="*/ 2720 h 3518"/>
                  <a:gd name="T76" fmla="*/ 1109 w 2908"/>
                  <a:gd name="T77" fmla="*/ 2814 h 3518"/>
                  <a:gd name="T78" fmla="*/ 1220 w 2908"/>
                  <a:gd name="T79" fmla="*/ 2902 h 3518"/>
                  <a:gd name="T80" fmla="*/ 1335 w 2908"/>
                  <a:gd name="T81" fmla="*/ 2985 h 3518"/>
                  <a:gd name="T82" fmla="*/ 1455 w 2908"/>
                  <a:gd name="T83" fmla="*/ 3063 h 3518"/>
                  <a:gd name="T84" fmla="*/ 1578 w 2908"/>
                  <a:gd name="T85" fmla="*/ 3135 h 3518"/>
                  <a:gd name="T86" fmla="*/ 1704 w 2908"/>
                  <a:gd name="T87" fmla="*/ 3201 h 3518"/>
                  <a:gd name="T88" fmla="*/ 1833 w 2908"/>
                  <a:gd name="T89" fmla="*/ 3262 h 3518"/>
                  <a:gd name="T90" fmla="*/ 1967 w 2908"/>
                  <a:gd name="T91" fmla="*/ 3318 h 3518"/>
                  <a:gd name="T92" fmla="*/ 2103 w 2908"/>
                  <a:gd name="T93" fmla="*/ 3366 h 3518"/>
                  <a:gd name="T94" fmla="*/ 2241 w 2908"/>
                  <a:gd name="T95" fmla="*/ 3409 h 3518"/>
                  <a:gd name="T96" fmla="*/ 2384 w 2908"/>
                  <a:gd name="T97" fmla="*/ 3445 h 3518"/>
                  <a:gd name="T98" fmla="*/ 2528 w 2908"/>
                  <a:gd name="T99" fmla="*/ 3475 h 3518"/>
                  <a:gd name="T100" fmla="*/ 2674 w 2908"/>
                  <a:gd name="T101" fmla="*/ 3497 h 3518"/>
                  <a:gd name="T102" fmla="*/ 2823 w 2908"/>
                  <a:gd name="T103" fmla="*/ 3512 h 3518"/>
                  <a:gd name="T104" fmla="*/ 2899 w 2908"/>
                  <a:gd name="T105" fmla="*/ 3518 h 3518"/>
                  <a:gd name="T106" fmla="*/ 2429 w 2908"/>
                  <a:gd name="T107" fmla="*/ 2663 h 3518"/>
                  <a:gd name="T108" fmla="*/ 2908 w 2908"/>
                  <a:gd name="T109" fmla="*/ 1782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08" h="3518">
                    <a:moveTo>
                      <a:pt x="2908" y="1782"/>
                    </a:moveTo>
                    <a:lnTo>
                      <a:pt x="2847" y="1773"/>
                    </a:lnTo>
                    <a:lnTo>
                      <a:pt x="2727" y="1747"/>
                    </a:lnTo>
                    <a:lnTo>
                      <a:pt x="2612" y="1711"/>
                    </a:lnTo>
                    <a:lnTo>
                      <a:pt x="2502" y="1665"/>
                    </a:lnTo>
                    <a:lnTo>
                      <a:pt x="2397" y="1610"/>
                    </a:lnTo>
                    <a:lnTo>
                      <a:pt x="2297" y="1546"/>
                    </a:lnTo>
                    <a:lnTo>
                      <a:pt x="2204" y="1474"/>
                    </a:lnTo>
                    <a:lnTo>
                      <a:pt x="2118" y="1393"/>
                    </a:lnTo>
                    <a:lnTo>
                      <a:pt x="2039" y="1306"/>
                    </a:lnTo>
                    <a:lnTo>
                      <a:pt x="1968" y="1212"/>
                    </a:lnTo>
                    <a:lnTo>
                      <a:pt x="1904" y="1112"/>
                    </a:lnTo>
                    <a:lnTo>
                      <a:pt x="1850" y="1006"/>
                    </a:lnTo>
                    <a:lnTo>
                      <a:pt x="1806" y="895"/>
                    </a:lnTo>
                    <a:lnTo>
                      <a:pt x="1771" y="779"/>
                    </a:lnTo>
                    <a:lnTo>
                      <a:pt x="1746" y="660"/>
                    </a:lnTo>
                    <a:lnTo>
                      <a:pt x="1733" y="536"/>
                    </a:lnTo>
                    <a:lnTo>
                      <a:pt x="1731" y="473"/>
                    </a:lnTo>
                    <a:lnTo>
                      <a:pt x="860" y="0"/>
                    </a:lnTo>
                    <a:lnTo>
                      <a:pt x="0" y="472"/>
                    </a:lnTo>
                    <a:lnTo>
                      <a:pt x="2" y="548"/>
                    </a:lnTo>
                    <a:lnTo>
                      <a:pt x="9" y="698"/>
                    </a:lnTo>
                    <a:lnTo>
                      <a:pt x="25" y="848"/>
                    </a:lnTo>
                    <a:lnTo>
                      <a:pt x="48" y="994"/>
                    </a:lnTo>
                    <a:lnTo>
                      <a:pt x="77" y="1138"/>
                    </a:lnTo>
                    <a:lnTo>
                      <a:pt x="113" y="1280"/>
                    </a:lnTo>
                    <a:lnTo>
                      <a:pt x="156" y="1419"/>
                    </a:lnTo>
                    <a:lnTo>
                      <a:pt x="205" y="1555"/>
                    </a:lnTo>
                    <a:lnTo>
                      <a:pt x="260" y="1689"/>
                    </a:lnTo>
                    <a:lnTo>
                      <a:pt x="321" y="1818"/>
                    </a:lnTo>
                    <a:lnTo>
                      <a:pt x="388" y="1944"/>
                    </a:lnTo>
                    <a:lnTo>
                      <a:pt x="459" y="2067"/>
                    </a:lnTo>
                    <a:lnTo>
                      <a:pt x="537" y="2186"/>
                    </a:lnTo>
                    <a:lnTo>
                      <a:pt x="621" y="2302"/>
                    </a:lnTo>
                    <a:lnTo>
                      <a:pt x="709" y="2413"/>
                    </a:lnTo>
                    <a:lnTo>
                      <a:pt x="801" y="2520"/>
                    </a:lnTo>
                    <a:lnTo>
                      <a:pt x="900" y="2622"/>
                    </a:lnTo>
                    <a:lnTo>
                      <a:pt x="1002" y="2720"/>
                    </a:lnTo>
                    <a:lnTo>
                      <a:pt x="1109" y="2814"/>
                    </a:lnTo>
                    <a:lnTo>
                      <a:pt x="1220" y="2902"/>
                    </a:lnTo>
                    <a:lnTo>
                      <a:pt x="1335" y="2985"/>
                    </a:lnTo>
                    <a:lnTo>
                      <a:pt x="1455" y="3063"/>
                    </a:lnTo>
                    <a:lnTo>
                      <a:pt x="1578" y="3135"/>
                    </a:lnTo>
                    <a:lnTo>
                      <a:pt x="1704" y="3201"/>
                    </a:lnTo>
                    <a:lnTo>
                      <a:pt x="1833" y="3262"/>
                    </a:lnTo>
                    <a:lnTo>
                      <a:pt x="1967" y="3318"/>
                    </a:lnTo>
                    <a:lnTo>
                      <a:pt x="2103" y="3366"/>
                    </a:lnTo>
                    <a:lnTo>
                      <a:pt x="2241" y="3409"/>
                    </a:lnTo>
                    <a:lnTo>
                      <a:pt x="2384" y="3445"/>
                    </a:lnTo>
                    <a:lnTo>
                      <a:pt x="2528" y="3475"/>
                    </a:lnTo>
                    <a:lnTo>
                      <a:pt x="2674" y="3497"/>
                    </a:lnTo>
                    <a:lnTo>
                      <a:pt x="2823" y="3512"/>
                    </a:lnTo>
                    <a:lnTo>
                      <a:pt x="2899" y="3518"/>
                    </a:lnTo>
                    <a:lnTo>
                      <a:pt x="2429" y="2663"/>
                    </a:lnTo>
                    <a:lnTo>
                      <a:pt x="2908" y="1782"/>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endParaRPr lang="en-US" sz="1400" b="1" dirty="0">
                  <a:solidFill>
                    <a:schemeClr val="bg1"/>
                  </a:solidFill>
                </a:endParaRPr>
              </a:p>
            </p:txBody>
          </p:sp>
        </p:grpSp>
        <p:sp>
          <p:nvSpPr>
            <p:cNvPr id="31" name="TextBox 30">
              <a:extLst>
                <a:ext uri="{FF2B5EF4-FFF2-40B4-BE49-F238E27FC236}">
                  <a16:creationId xmlns:a16="http://schemas.microsoft.com/office/drawing/2014/main" id="{FF4912EC-2CBD-B352-0A77-1F1D2E2F2DE1}"/>
                </a:ext>
              </a:extLst>
            </p:cNvPr>
            <p:cNvSpPr txBox="1"/>
            <p:nvPr/>
          </p:nvSpPr>
          <p:spPr>
            <a:xfrm>
              <a:off x="1558191" y="2367283"/>
              <a:ext cx="1444896" cy="281991"/>
            </a:xfrm>
            <a:prstGeom prst="rect">
              <a:avLst/>
            </a:prstGeom>
            <a:noFill/>
          </p:spPr>
          <p:txBody>
            <a:bodyPr wrap="square" rtlCol="0">
              <a:spAutoFit/>
            </a:bodyPr>
            <a:lstStyle/>
            <a:p>
              <a:r>
                <a:rPr lang="en-GB" sz="1200" b="1" dirty="0">
                  <a:solidFill>
                    <a:schemeClr val="tx1">
                      <a:lumMod val="95000"/>
                      <a:lumOff val="5000"/>
                    </a:schemeClr>
                  </a:solidFill>
                </a:rPr>
                <a:t>COMPETENCY</a:t>
              </a:r>
              <a:endParaRPr lang="en-US" sz="1200" dirty="0">
                <a:solidFill>
                  <a:schemeClr val="tx1">
                    <a:lumMod val="95000"/>
                    <a:lumOff val="5000"/>
                  </a:schemeClr>
                </a:solidFill>
              </a:endParaRPr>
            </a:p>
          </p:txBody>
        </p:sp>
        <p:sp>
          <p:nvSpPr>
            <p:cNvPr id="32" name="TextBox 31">
              <a:extLst>
                <a:ext uri="{FF2B5EF4-FFF2-40B4-BE49-F238E27FC236}">
                  <a16:creationId xmlns:a16="http://schemas.microsoft.com/office/drawing/2014/main" id="{FA6021C7-85A6-3D15-2F1D-F9D9C893CD3A}"/>
                </a:ext>
              </a:extLst>
            </p:cNvPr>
            <p:cNvSpPr txBox="1"/>
            <p:nvPr/>
          </p:nvSpPr>
          <p:spPr>
            <a:xfrm>
              <a:off x="1354088" y="2671643"/>
              <a:ext cx="1779966" cy="965734"/>
            </a:xfrm>
            <a:prstGeom prst="rect">
              <a:avLst/>
            </a:prstGeom>
            <a:noFill/>
          </p:spPr>
          <p:txBody>
            <a:bodyPr wrap="square" rtlCol="0">
              <a:spAutoFit/>
            </a:bodyPr>
            <a:lstStyle/>
            <a:p>
              <a:pPr algn="ctr"/>
              <a:r>
                <a:rPr lang="en-GB" sz="900" dirty="0">
                  <a:solidFill>
                    <a:schemeClr val="tx1">
                      <a:lumMod val="95000"/>
                      <a:lumOff val="5000"/>
                    </a:schemeClr>
                  </a:solidFill>
                  <a:cs typeface="Calibri" pitchFamily="34" charset="0"/>
                </a:rPr>
                <a:t>The fastest growing data synchronization and  self-service visual analytics technology in Sightspectrum</a:t>
              </a:r>
              <a:endParaRPr lang="en-US" sz="900" dirty="0">
                <a:solidFill>
                  <a:schemeClr val="tx1">
                    <a:lumMod val="95000"/>
                    <a:lumOff val="5000"/>
                  </a:schemeClr>
                </a:solidFill>
                <a:cs typeface="Calibri" pitchFamily="34" charset="0"/>
              </a:endParaRPr>
            </a:p>
          </p:txBody>
        </p:sp>
        <p:sp>
          <p:nvSpPr>
            <p:cNvPr id="33" name="TextBox 32">
              <a:extLst>
                <a:ext uri="{FF2B5EF4-FFF2-40B4-BE49-F238E27FC236}">
                  <a16:creationId xmlns:a16="http://schemas.microsoft.com/office/drawing/2014/main" id="{F50FB043-8D72-E4FA-92B7-BDABAE796DF8}"/>
                </a:ext>
              </a:extLst>
            </p:cNvPr>
            <p:cNvSpPr txBox="1"/>
            <p:nvPr/>
          </p:nvSpPr>
          <p:spPr>
            <a:xfrm>
              <a:off x="2464770" y="1348034"/>
              <a:ext cx="1723771" cy="908927"/>
            </a:xfrm>
            <a:prstGeom prst="rect">
              <a:avLst/>
            </a:prstGeom>
            <a:noFill/>
          </p:spPr>
          <p:txBody>
            <a:bodyPr wrap="square" rtlCol="0">
              <a:spAutoFit/>
            </a:bodyPr>
            <a:lstStyle/>
            <a:p>
              <a:pPr algn="ctr"/>
              <a:r>
                <a:rPr lang="en-US" sz="1400" b="1" dirty="0">
                  <a:solidFill>
                    <a:schemeClr val="bg1"/>
                  </a:solidFill>
                </a:rPr>
                <a:t>20+</a:t>
              </a:r>
            </a:p>
            <a:p>
              <a:pPr algn="ctr"/>
              <a:r>
                <a:rPr lang="en-US" sz="1400" b="1" dirty="0">
                  <a:solidFill>
                    <a:schemeClr val="bg1"/>
                  </a:solidFill>
                </a:rPr>
                <a:t>Total </a:t>
              </a:r>
            </a:p>
            <a:p>
              <a:pPr algn="ctr"/>
              <a:r>
                <a:rPr lang="en-US" sz="1400" b="1" dirty="0">
                  <a:solidFill>
                    <a:schemeClr val="bg1"/>
                  </a:solidFill>
                </a:rPr>
                <a:t>Practitioners</a:t>
              </a:r>
            </a:p>
          </p:txBody>
        </p:sp>
        <p:sp>
          <p:nvSpPr>
            <p:cNvPr id="34" name="TextBox 33">
              <a:extLst>
                <a:ext uri="{FF2B5EF4-FFF2-40B4-BE49-F238E27FC236}">
                  <a16:creationId xmlns:a16="http://schemas.microsoft.com/office/drawing/2014/main" id="{EB463E4D-CFE0-4075-8117-6215714ACB54}"/>
                </a:ext>
              </a:extLst>
            </p:cNvPr>
            <p:cNvSpPr txBox="1"/>
            <p:nvPr/>
          </p:nvSpPr>
          <p:spPr>
            <a:xfrm>
              <a:off x="1809289" y="3660321"/>
              <a:ext cx="2145234" cy="908927"/>
            </a:xfrm>
            <a:prstGeom prst="rect">
              <a:avLst/>
            </a:prstGeom>
            <a:noFill/>
          </p:spPr>
          <p:txBody>
            <a:bodyPr wrap="square" rtlCol="0">
              <a:spAutoFit/>
            </a:bodyPr>
            <a:lstStyle/>
            <a:p>
              <a:pPr algn="ctr"/>
              <a:r>
                <a:rPr lang="en-US" sz="1400" b="1" dirty="0">
                  <a:solidFill>
                    <a:schemeClr val="bg1"/>
                  </a:solidFill>
                </a:rPr>
                <a:t>    10+  </a:t>
              </a:r>
            </a:p>
            <a:p>
              <a:pPr algn="ctr"/>
              <a:r>
                <a:rPr lang="en-US" sz="1400" dirty="0">
                  <a:solidFill>
                    <a:schemeClr val="bg1"/>
                  </a:solidFill>
                </a:rPr>
                <a:t>     Total </a:t>
              </a:r>
            </a:p>
            <a:p>
              <a:pPr algn="ctr"/>
              <a:r>
                <a:rPr lang="en-US" sz="1400" noProof="1">
                  <a:solidFill>
                    <a:schemeClr val="bg1"/>
                  </a:solidFill>
                </a:rPr>
                <a:t>   Practitioners</a:t>
              </a:r>
              <a:r>
                <a:rPr lang="en-US" sz="1400" dirty="0">
                  <a:solidFill>
                    <a:schemeClr val="bg1"/>
                  </a:solidFill>
                </a:rPr>
                <a:t> </a:t>
              </a:r>
              <a:endParaRPr lang="en-US" sz="1400" dirty="0"/>
            </a:p>
          </p:txBody>
        </p:sp>
        <p:sp>
          <p:nvSpPr>
            <p:cNvPr id="35" name="TextBox 34">
              <a:extLst>
                <a:ext uri="{FF2B5EF4-FFF2-40B4-BE49-F238E27FC236}">
                  <a16:creationId xmlns:a16="http://schemas.microsoft.com/office/drawing/2014/main" id="{5459577B-CB4E-46DC-22E8-2023137450A2}"/>
                </a:ext>
              </a:extLst>
            </p:cNvPr>
            <p:cNvSpPr txBox="1"/>
            <p:nvPr/>
          </p:nvSpPr>
          <p:spPr>
            <a:xfrm>
              <a:off x="566039" y="1392655"/>
              <a:ext cx="1466292" cy="908927"/>
            </a:xfrm>
            <a:prstGeom prst="rect">
              <a:avLst/>
            </a:prstGeom>
            <a:noFill/>
          </p:spPr>
          <p:txBody>
            <a:bodyPr wrap="square" rtlCol="0">
              <a:spAutoFit/>
            </a:bodyPr>
            <a:lstStyle/>
            <a:p>
              <a:pPr algn="ctr"/>
              <a:r>
                <a:rPr lang="en-US" sz="1400" b="1" dirty="0">
                  <a:solidFill>
                    <a:schemeClr val="bg1"/>
                  </a:solidFill>
                </a:rPr>
                <a:t>10+</a:t>
              </a:r>
            </a:p>
            <a:p>
              <a:pPr algn="ctr"/>
              <a:r>
                <a:rPr lang="en-US" sz="1400" b="1" dirty="0">
                  <a:solidFill>
                    <a:schemeClr val="bg1"/>
                  </a:solidFill>
                </a:rPr>
                <a:t>Clients</a:t>
              </a:r>
            </a:p>
            <a:p>
              <a:endParaRPr lang="en-US" sz="1400" dirty="0"/>
            </a:p>
          </p:txBody>
        </p:sp>
        <p:sp>
          <p:nvSpPr>
            <p:cNvPr id="36" name="TextBox 35">
              <a:extLst>
                <a:ext uri="{FF2B5EF4-FFF2-40B4-BE49-F238E27FC236}">
                  <a16:creationId xmlns:a16="http://schemas.microsoft.com/office/drawing/2014/main" id="{8D3FD1D5-F427-0180-8ECA-E0FEDB7FEEF7}"/>
                </a:ext>
              </a:extLst>
            </p:cNvPr>
            <p:cNvSpPr txBox="1"/>
            <p:nvPr/>
          </p:nvSpPr>
          <p:spPr>
            <a:xfrm>
              <a:off x="426647" y="3438647"/>
              <a:ext cx="1293799" cy="908927"/>
            </a:xfrm>
            <a:prstGeom prst="rect">
              <a:avLst/>
            </a:prstGeom>
            <a:noFill/>
          </p:spPr>
          <p:txBody>
            <a:bodyPr wrap="square" rtlCol="0">
              <a:spAutoFit/>
            </a:bodyPr>
            <a:lstStyle/>
            <a:p>
              <a:pPr algn="ctr"/>
              <a:r>
                <a:rPr lang="en-US" sz="1400" b="1" dirty="0">
                  <a:solidFill>
                    <a:schemeClr val="bg1"/>
                  </a:solidFill>
                </a:rPr>
                <a:t>50+</a:t>
              </a:r>
            </a:p>
            <a:p>
              <a:pPr algn="ctr"/>
              <a:r>
                <a:rPr lang="en-US" sz="1400" dirty="0">
                  <a:solidFill>
                    <a:schemeClr val="bg1"/>
                  </a:solidFill>
                </a:rPr>
                <a:t>Projects</a:t>
              </a:r>
            </a:p>
            <a:p>
              <a:endParaRPr lang="en-US" sz="1400" dirty="0"/>
            </a:p>
          </p:txBody>
        </p:sp>
      </p:grpSp>
      <p:sp>
        <p:nvSpPr>
          <p:cNvPr id="28" name="TextBox 27">
            <a:extLst>
              <a:ext uri="{FF2B5EF4-FFF2-40B4-BE49-F238E27FC236}">
                <a16:creationId xmlns:a16="http://schemas.microsoft.com/office/drawing/2014/main" id="{01DEB845-BD1E-31C5-7879-FA35BBAE2077}"/>
              </a:ext>
            </a:extLst>
          </p:cNvPr>
          <p:cNvSpPr txBox="1"/>
          <p:nvPr/>
        </p:nvSpPr>
        <p:spPr>
          <a:xfrm>
            <a:off x="967415" y="4768119"/>
            <a:ext cx="2454891" cy="400110"/>
          </a:xfrm>
          <a:prstGeom prst="rect">
            <a:avLst/>
          </a:prstGeom>
          <a:noFill/>
        </p:spPr>
        <p:txBody>
          <a:bodyPr wrap="square" rtlCol="0">
            <a:spAutoFit/>
          </a:bodyPr>
          <a:lstStyle/>
          <a:p>
            <a:pPr algn="ctr"/>
            <a:r>
              <a:rPr lang="en-US" sz="2000" dirty="0"/>
              <a:t>Data Integration</a:t>
            </a:r>
          </a:p>
        </p:txBody>
      </p:sp>
      <p:sp>
        <p:nvSpPr>
          <p:cNvPr id="29" name="TextBox 28">
            <a:extLst>
              <a:ext uri="{FF2B5EF4-FFF2-40B4-BE49-F238E27FC236}">
                <a16:creationId xmlns:a16="http://schemas.microsoft.com/office/drawing/2014/main" id="{F7AFED0D-9E53-3BFF-713D-E63F3C65A6AA}"/>
              </a:ext>
            </a:extLst>
          </p:cNvPr>
          <p:cNvSpPr txBox="1"/>
          <p:nvPr/>
        </p:nvSpPr>
        <p:spPr>
          <a:xfrm>
            <a:off x="1415810" y="575634"/>
            <a:ext cx="1417944" cy="400110"/>
          </a:xfrm>
          <a:prstGeom prst="rect">
            <a:avLst/>
          </a:prstGeom>
          <a:noFill/>
        </p:spPr>
        <p:txBody>
          <a:bodyPr wrap="square" rtlCol="0">
            <a:spAutoFit/>
          </a:bodyPr>
          <a:lstStyle/>
          <a:p>
            <a:pPr algn="ctr"/>
            <a:r>
              <a:rPr lang="en-US" sz="2000" dirty="0"/>
              <a:t>Analytics</a:t>
            </a:r>
          </a:p>
        </p:txBody>
      </p:sp>
      <p:sp>
        <p:nvSpPr>
          <p:cNvPr id="9" name="Arrow: Right 8">
            <a:extLst>
              <a:ext uri="{FF2B5EF4-FFF2-40B4-BE49-F238E27FC236}">
                <a16:creationId xmlns:a16="http://schemas.microsoft.com/office/drawing/2014/main" id="{C9E57208-C51A-6979-0B00-88093083C033}"/>
              </a:ext>
            </a:extLst>
          </p:cNvPr>
          <p:cNvSpPr/>
          <p:nvPr/>
        </p:nvSpPr>
        <p:spPr>
          <a:xfrm rot="5400000">
            <a:off x="1312895" y="4414444"/>
            <a:ext cx="484877" cy="279047"/>
          </a:xfrm>
          <a:prstGeom prst="rightArrow">
            <a:avLst/>
          </a:prstGeom>
          <a:solidFill>
            <a:srgbClr val="2533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20FCFB71-8859-522D-BB86-89954E22DF12}"/>
              </a:ext>
            </a:extLst>
          </p:cNvPr>
          <p:cNvSpPr/>
          <p:nvPr/>
        </p:nvSpPr>
        <p:spPr>
          <a:xfrm rot="5400000">
            <a:off x="2339696" y="4419214"/>
            <a:ext cx="484877" cy="279047"/>
          </a:xfrm>
          <a:prstGeom prst="rightArrow">
            <a:avLst/>
          </a:prstGeom>
          <a:solidFill>
            <a:srgbClr val="B5C1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617F7FCE-A198-35AE-0792-115E97CC0132}"/>
              </a:ext>
            </a:extLst>
          </p:cNvPr>
          <p:cNvSpPr/>
          <p:nvPr/>
        </p:nvSpPr>
        <p:spPr>
          <a:xfrm rot="16200000">
            <a:off x="1380286" y="1030131"/>
            <a:ext cx="511088" cy="279047"/>
          </a:xfrm>
          <a:prstGeom prst="rightArrow">
            <a:avLst/>
          </a:prstGeom>
          <a:solidFill>
            <a:srgbClr val="374D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CF80192C-5CEB-D450-9E11-813863FFB471}"/>
              </a:ext>
            </a:extLst>
          </p:cNvPr>
          <p:cNvSpPr/>
          <p:nvPr/>
        </p:nvSpPr>
        <p:spPr>
          <a:xfrm rot="16200000">
            <a:off x="2317781" y="1077732"/>
            <a:ext cx="606292" cy="279047"/>
          </a:xfrm>
          <a:prstGeom prst="rightArrow">
            <a:avLst/>
          </a:prstGeom>
          <a:solidFill>
            <a:srgbClr val="90A2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8890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206DC67-CEB7-2E3B-0CB7-135723E680B9}"/>
              </a:ext>
            </a:extLst>
          </p:cNvPr>
          <p:cNvSpPr/>
          <p:nvPr/>
        </p:nvSpPr>
        <p:spPr>
          <a:xfrm>
            <a:off x="1260410" y="5069518"/>
            <a:ext cx="2069953" cy="3930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EF845D4-1F02-78B7-4D35-57304EA75495}"/>
              </a:ext>
            </a:extLst>
          </p:cNvPr>
          <p:cNvSpPr/>
          <p:nvPr/>
        </p:nvSpPr>
        <p:spPr>
          <a:xfrm>
            <a:off x="1499846" y="776099"/>
            <a:ext cx="1446537" cy="27953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00" name="Picture 99">
            <a:extLst>
              <a:ext uri="{FF2B5EF4-FFF2-40B4-BE49-F238E27FC236}">
                <a16:creationId xmlns:a16="http://schemas.microsoft.com/office/drawing/2014/main" id="{1BE355BD-BFFA-469D-8BE8-866D505B230C}"/>
              </a:ext>
            </a:extLst>
          </p:cNvPr>
          <p:cNvPicPr>
            <a:picLocks noChangeAspect="1"/>
          </p:cNvPicPr>
          <p:nvPr/>
        </p:nvPicPr>
        <p:blipFill>
          <a:blip r:embed="rId3" cstate="print">
            <a:graysc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631393" y="3635252"/>
            <a:ext cx="759557" cy="791512"/>
          </a:xfrm>
          <a:prstGeom prst="rect">
            <a:avLst/>
          </a:prstGeom>
        </p:spPr>
      </p:pic>
      <p:sp>
        <p:nvSpPr>
          <p:cNvPr id="2" name="Title 1">
            <a:extLst>
              <a:ext uri="{FF2B5EF4-FFF2-40B4-BE49-F238E27FC236}">
                <a16:creationId xmlns:a16="http://schemas.microsoft.com/office/drawing/2014/main" id="{2F1F945F-16FB-46EF-B411-B4148068AA78}"/>
              </a:ext>
            </a:extLst>
          </p:cNvPr>
          <p:cNvSpPr txBox="1">
            <a:spLocks/>
          </p:cNvSpPr>
          <p:nvPr/>
        </p:nvSpPr>
        <p:spPr>
          <a:xfrm>
            <a:off x="281286" y="76100"/>
            <a:ext cx="11461750" cy="6461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200" b="1" dirty="0">
                <a:solidFill>
                  <a:prstClr val="black"/>
                </a:solidFill>
                <a:latin typeface="Trebuchet MS (Headings)"/>
              </a:rPr>
              <a:t>Informatica Competency</a:t>
            </a:r>
          </a:p>
        </p:txBody>
      </p:sp>
      <p:sp>
        <p:nvSpPr>
          <p:cNvPr id="44" name="Rectangle 43">
            <a:extLst>
              <a:ext uri="{FF2B5EF4-FFF2-40B4-BE49-F238E27FC236}">
                <a16:creationId xmlns:a16="http://schemas.microsoft.com/office/drawing/2014/main" id="{742806B9-8063-4FE3-9F0F-F91451C592ED}"/>
              </a:ext>
            </a:extLst>
          </p:cNvPr>
          <p:cNvSpPr/>
          <p:nvPr/>
        </p:nvSpPr>
        <p:spPr>
          <a:xfrm>
            <a:off x="6110878" y="3846967"/>
            <a:ext cx="6110879" cy="245225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80" name="Oval 79">
            <a:extLst>
              <a:ext uri="{FF2B5EF4-FFF2-40B4-BE49-F238E27FC236}">
                <a16:creationId xmlns:a16="http://schemas.microsoft.com/office/drawing/2014/main" id="{AEA56F3F-7392-4E73-952D-72AB89A27F56}"/>
              </a:ext>
            </a:extLst>
          </p:cNvPr>
          <p:cNvSpPr/>
          <p:nvPr/>
        </p:nvSpPr>
        <p:spPr>
          <a:xfrm>
            <a:off x="10382173" y="3467483"/>
            <a:ext cx="1106424" cy="1106424"/>
          </a:xfrm>
          <a:prstGeom prst="ellipse">
            <a:avLst/>
          </a:prstGeom>
          <a:solidFill>
            <a:schemeClr val="accent1">
              <a:lumMod val="60000"/>
              <a:lumOff val="40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3" name="Oval 82">
            <a:extLst>
              <a:ext uri="{FF2B5EF4-FFF2-40B4-BE49-F238E27FC236}">
                <a16:creationId xmlns:a16="http://schemas.microsoft.com/office/drawing/2014/main" id="{5CDDED81-E067-42CA-B020-0B7A1A5B969E}"/>
              </a:ext>
            </a:extLst>
          </p:cNvPr>
          <p:cNvSpPr/>
          <p:nvPr/>
        </p:nvSpPr>
        <p:spPr>
          <a:xfrm>
            <a:off x="4440268" y="3467483"/>
            <a:ext cx="1106424" cy="1106424"/>
          </a:xfrm>
          <a:prstGeom prst="ellipse">
            <a:avLst/>
          </a:prstGeom>
          <a:solidFill>
            <a:schemeClr val="accent6">
              <a:lumMod val="60000"/>
              <a:lumOff val="40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4" name="Oval 83">
            <a:extLst>
              <a:ext uri="{FF2B5EF4-FFF2-40B4-BE49-F238E27FC236}">
                <a16:creationId xmlns:a16="http://schemas.microsoft.com/office/drawing/2014/main" id="{D2296FD8-3AE4-42BD-AD46-3BD8C1B6D954}"/>
              </a:ext>
            </a:extLst>
          </p:cNvPr>
          <p:cNvSpPr/>
          <p:nvPr/>
        </p:nvSpPr>
        <p:spPr>
          <a:xfrm>
            <a:off x="10446380" y="3531177"/>
            <a:ext cx="978408" cy="978408"/>
          </a:xfrm>
          <a:prstGeom prst="ellipse">
            <a:avLst/>
          </a:prstGeom>
          <a:solidFill>
            <a:schemeClr val="accent1"/>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7" name="Oval 86">
            <a:extLst>
              <a:ext uri="{FF2B5EF4-FFF2-40B4-BE49-F238E27FC236}">
                <a16:creationId xmlns:a16="http://schemas.microsoft.com/office/drawing/2014/main" id="{81BDBE95-618A-49B0-A1CE-6DCCD2CEB196}"/>
              </a:ext>
            </a:extLst>
          </p:cNvPr>
          <p:cNvSpPr/>
          <p:nvPr/>
        </p:nvSpPr>
        <p:spPr>
          <a:xfrm>
            <a:off x="4507210" y="3537478"/>
            <a:ext cx="978408" cy="978408"/>
          </a:xfrm>
          <a:prstGeom prst="ellipse">
            <a:avLst/>
          </a:prstGeom>
          <a:solidFill>
            <a:schemeClr val="accent6"/>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94" name="TextBox 93">
            <a:extLst>
              <a:ext uri="{FF2B5EF4-FFF2-40B4-BE49-F238E27FC236}">
                <a16:creationId xmlns:a16="http://schemas.microsoft.com/office/drawing/2014/main" id="{53B75E75-F2B6-4AB5-A4E3-DA31C64EDA50}"/>
              </a:ext>
            </a:extLst>
          </p:cNvPr>
          <p:cNvSpPr txBox="1"/>
          <p:nvPr/>
        </p:nvSpPr>
        <p:spPr>
          <a:xfrm>
            <a:off x="7938182" y="4614526"/>
            <a:ext cx="1394934" cy="297454"/>
          </a:xfrm>
          <a:prstGeom prst="rect">
            <a:avLst/>
          </a:prstGeom>
          <a:noFill/>
        </p:spPr>
        <p:txBody>
          <a:bodyPr wrap="none" rtlCol="0">
            <a:spAutoFit/>
          </a:bodyPr>
          <a:lstStyle/>
          <a:p>
            <a:r>
              <a:rPr lang="en-US" sz="1333" b="1" dirty="0">
                <a:solidFill>
                  <a:schemeClr val="accent2"/>
                </a:solidFill>
              </a:rPr>
              <a:t>ACHIEVEMENTS</a:t>
            </a:r>
            <a:endParaRPr lang="en-US" sz="1333" dirty="0">
              <a:solidFill>
                <a:schemeClr val="accent2"/>
              </a:solidFill>
            </a:endParaRPr>
          </a:p>
        </p:txBody>
      </p:sp>
      <p:sp>
        <p:nvSpPr>
          <p:cNvPr id="95" name="TextBox 94">
            <a:extLst>
              <a:ext uri="{FF2B5EF4-FFF2-40B4-BE49-F238E27FC236}">
                <a16:creationId xmlns:a16="http://schemas.microsoft.com/office/drawing/2014/main" id="{1B381F7D-0447-4D46-BD29-E22317A25D24}"/>
              </a:ext>
            </a:extLst>
          </p:cNvPr>
          <p:cNvSpPr txBox="1"/>
          <p:nvPr/>
        </p:nvSpPr>
        <p:spPr>
          <a:xfrm>
            <a:off x="10052375" y="4574088"/>
            <a:ext cx="1803756" cy="502573"/>
          </a:xfrm>
          <a:prstGeom prst="rect">
            <a:avLst/>
          </a:prstGeom>
          <a:noFill/>
        </p:spPr>
        <p:txBody>
          <a:bodyPr wrap="square" rtlCol="0">
            <a:spAutoFit/>
          </a:bodyPr>
          <a:lstStyle/>
          <a:p>
            <a:pPr algn="ctr"/>
            <a:r>
              <a:rPr lang="en-US" sz="1333" b="1" dirty="0">
                <a:solidFill>
                  <a:schemeClr val="accent1">
                    <a:lumMod val="75000"/>
                  </a:schemeClr>
                </a:solidFill>
              </a:rPr>
              <a:t>SOLUTION ACCELERATORS</a:t>
            </a:r>
            <a:endParaRPr lang="en-US" sz="1333" dirty="0">
              <a:solidFill>
                <a:schemeClr val="accent1">
                  <a:lumMod val="75000"/>
                </a:schemeClr>
              </a:solidFill>
            </a:endParaRPr>
          </a:p>
        </p:txBody>
      </p:sp>
      <p:sp>
        <p:nvSpPr>
          <p:cNvPr id="96" name="Rectangle 95">
            <a:extLst>
              <a:ext uri="{FF2B5EF4-FFF2-40B4-BE49-F238E27FC236}">
                <a16:creationId xmlns:a16="http://schemas.microsoft.com/office/drawing/2014/main" id="{59085EC7-44CB-41F6-81F5-CA0B608A8B5C}"/>
              </a:ext>
            </a:extLst>
          </p:cNvPr>
          <p:cNvSpPr/>
          <p:nvPr/>
        </p:nvSpPr>
        <p:spPr>
          <a:xfrm>
            <a:off x="5976315" y="4593977"/>
            <a:ext cx="1592892" cy="297454"/>
          </a:xfrm>
          <a:prstGeom prst="rect">
            <a:avLst/>
          </a:prstGeom>
        </p:spPr>
        <p:txBody>
          <a:bodyPr wrap="square">
            <a:spAutoFit/>
          </a:bodyPr>
          <a:lstStyle/>
          <a:p>
            <a:pPr algn="ctr"/>
            <a:r>
              <a:rPr lang="en-US" sz="1333" b="1" dirty="0">
                <a:solidFill>
                  <a:schemeClr val="bg2">
                    <a:lumMod val="50000"/>
                  </a:schemeClr>
                </a:solidFill>
              </a:rPr>
              <a:t>ALLIANCE</a:t>
            </a:r>
          </a:p>
        </p:txBody>
      </p:sp>
      <p:sp>
        <p:nvSpPr>
          <p:cNvPr id="97" name="Title 4">
            <a:extLst>
              <a:ext uri="{FF2B5EF4-FFF2-40B4-BE49-F238E27FC236}">
                <a16:creationId xmlns:a16="http://schemas.microsoft.com/office/drawing/2014/main" id="{A76C7E91-8EC6-412D-8211-79192E86D2EF}"/>
              </a:ext>
            </a:extLst>
          </p:cNvPr>
          <p:cNvSpPr txBox="1">
            <a:spLocks/>
          </p:cNvSpPr>
          <p:nvPr/>
        </p:nvSpPr>
        <p:spPr>
          <a:xfrm>
            <a:off x="4287495" y="4564817"/>
            <a:ext cx="1334208" cy="539433"/>
          </a:xfrm>
          <a:prstGeom prst="rect">
            <a:avLst/>
          </a:prstGeom>
        </p:spPr>
        <p:txBody>
          <a:bodyPr vert="horz" lIns="121920" tIns="60960" rIns="121920" bIns="60960" rtlCol="0" anchor="t">
            <a:noAutofit/>
          </a:bodyPr>
          <a:lstStyle>
            <a:lvl1pPr algn="l" defTabSz="457200" rtl="0" eaLnBrk="1" latinLnBrk="0" hangingPunct="1">
              <a:spcBef>
                <a:spcPct val="0"/>
              </a:spcBef>
              <a:buNone/>
              <a:defRPr sz="2800" kern="1200">
                <a:solidFill>
                  <a:srgbClr val="0099CC"/>
                </a:solidFill>
                <a:latin typeface="+mj-lt"/>
                <a:ea typeface="+mj-ea"/>
                <a:cs typeface="+mj-cs"/>
              </a:defRPr>
            </a:lvl1pPr>
          </a:lstStyle>
          <a:p>
            <a:pPr algn="ctr"/>
            <a:r>
              <a:rPr lang="en-US" sz="1333" b="1" dirty="0">
                <a:solidFill>
                  <a:schemeClr val="accent6"/>
                </a:solidFill>
                <a:latin typeface="+mn-lt"/>
              </a:rPr>
              <a:t>SERVICES PORTFOLIO </a:t>
            </a:r>
          </a:p>
        </p:txBody>
      </p:sp>
      <p:pic>
        <p:nvPicPr>
          <p:cNvPr id="101" name="Picture 100">
            <a:extLst>
              <a:ext uri="{FF2B5EF4-FFF2-40B4-BE49-F238E27FC236}">
                <a16:creationId xmlns:a16="http://schemas.microsoft.com/office/drawing/2014/main" id="{40BF2105-59D7-40F4-9183-A5200DBA3827}"/>
              </a:ext>
            </a:extLst>
          </p:cNvPr>
          <p:cNvPicPr>
            <a:picLocks noChangeAspect="1"/>
          </p:cNvPicPr>
          <p:nvPr/>
        </p:nvPicPr>
        <p:blipFill>
          <a:blip r:embed="rId5" cstate="print">
            <a:duotone>
              <a:schemeClr val="accent1">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550373" y="3618905"/>
            <a:ext cx="772327" cy="452429"/>
          </a:xfrm>
          <a:prstGeom prst="rect">
            <a:avLst/>
          </a:prstGeom>
        </p:spPr>
      </p:pic>
      <p:grpSp>
        <p:nvGrpSpPr>
          <p:cNvPr id="7" name="Group 6">
            <a:extLst>
              <a:ext uri="{FF2B5EF4-FFF2-40B4-BE49-F238E27FC236}">
                <a16:creationId xmlns:a16="http://schemas.microsoft.com/office/drawing/2014/main" id="{7DB2E497-83EB-44B8-BA94-BE544659F60E}"/>
              </a:ext>
            </a:extLst>
          </p:cNvPr>
          <p:cNvGrpSpPr/>
          <p:nvPr/>
        </p:nvGrpSpPr>
        <p:grpSpPr>
          <a:xfrm>
            <a:off x="6235243" y="3467483"/>
            <a:ext cx="1103483" cy="1103480"/>
            <a:chOff x="6178093" y="3467483"/>
            <a:chExt cx="1103483" cy="1103480"/>
          </a:xfrm>
        </p:grpSpPr>
        <p:sp>
          <p:nvSpPr>
            <p:cNvPr id="82" name="Oval 81">
              <a:extLst>
                <a:ext uri="{FF2B5EF4-FFF2-40B4-BE49-F238E27FC236}">
                  <a16:creationId xmlns:a16="http://schemas.microsoft.com/office/drawing/2014/main" id="{4B47D344-BFF4-4A13-BED4-46B486E87EBA}"/>
                </a:ext>
              </a:extLst>
            </p:cNvPr>
            <p:cNvSpPr/>
            <p:nvPr/>
          </p:nvSpPr>
          <p:spPr>
            <a:xfrm>
              <a:off x="6178093" y="3467483"/>
              <a:ext cx="1103483" cy="1103480"/>
            </a:xfrm>
            <a:prstGeom prst="ellipse">
              <a:avLst/>
            </a:prstGeom>
            <a:solidFill>
              <a:schemeClr val="bg2">
                <a:lumMod val="65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6" name="Oval 85">
              <a:extLst>
                <a:ext uri="{FF2B5EF4-FFF2-40B4-BE49-F238E27FC236}">
                  <a16:creationId xmlns:a16="http://schemas.microsoft.com/office/drawing/2014/main" id="{C764D0C6-3872-4B1D-B867-486562605FA3}"/>
                </a:ext>
              </a:extLst>
            </p:cNvPr>
            <p:cNvSpPr/>
            <p:nvPr/>
          </p:nvSpPr>
          <p:spPr>
            <a:xfrm>
              <a:off x="6241132" y="3515621"/>
              <a:ext cx="982147" cy="982147"/>
            </a:xfrm>
            <a:prstGeom prst="ellipse">
              <a:avLst/>
            </a:prstGeom>
            <a:solidFill>
              <a:schemeClr val="bg2">
                <a:lumMod val="50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pic>
          <p:nvPicPr>
            <p:cNvPr id="102" name="Picture 101">
              <a:extLst>
                <a:ext uri="{FF2B5EF4-FFF2-40B4-BE49-F238E27FC236}">
                  <a16:creationId xmlns:a16="http://schemas.microsoft.com/office/drawing/2014/main" id="{45BCC34E-9B47-4F85-9734-F02E820E84C3}"/>
                </a:ext>
              </a:extLst>
            </p:cNvPr>
            <p:cNvPicPr>
              <a:picLocks noChangeAspect="1"/>
            </p:cNvPicPr>
            <p:nvPr/>
          </p:nvPicPr>
          <p:blipFill>
            <a:blip r:embed="rId7" cstate="print">
              <a:extLst>
                <a:ext uri="{BEBA8EAE-BF5A-486C-A8C5-ECC9F3942E4B}">
                  <a14:imgProps xmlns:a14="http://schemas.microsoft.com/office/drawing/2010/main">
                    <a14:imgLayer r:embed="rId8">
                      <a14:imgEffect>
                        <a14:brightnessContrast bright="100000" contrast="-6000"/>
                      </a14:imgEffect>
                    </a14:imgLayer>
                  </a14:imgProps>
                </a:ext>
                <a:ext uri="{28A0092B-C50C-407E-A947-70E740481C1C}">
                  <a14:useLocalDpi xmlns:a14="http://schemas.microsoft.com/office/drawing/2010/main" val="0"/>
                </a:ext>
              </a:extLst>
            </a:blip>
            <a:stretch>
              <a:fillRect/>
            </a:stretch>
          </p:blipFill>
          <p:spPr>
            <a:xfrm>
              <a:off x="6372866" y="3668798"/>
              <a:ext cx="778597" cy="778595"/>
            </a:xfrm>
            <a:prstGeom prst="rect">
              <a:avLst/>
            </a:prstGeom>
          </p:spPr>
        </p:pic>
      </p:grpSp>
      <p:sp>
        <p:nvSpPr>
          <p:cNvPr id="103" name="Rectangle 102">
            <a:extLst>
              <a:ext uri="{FF2B5EF4-FFF2-40B4-BE49-F238E27FC236}">
                <a16:creationId xmlns:a16="http://schemas.microsoft.com/office/drawing/2014/main" id="{BFE14658-AC99-48C0-9D46-1D30D9063B3D}"/>
              </a:ext>
            </a:extLst>
          </p:cNvPr>
          <p:cNvSpPr/>
          <p:nvPr/>
        </p:nvSpPr>
        <p:spPr>
          <a:xfrm>
            <a:off x="6236520" y="1612943"/>
            <a:ext cx="1126349" cy="595932"/>
          </a:xfrm>
          <a:prstGeom prst="rect">
            <a:avLst/>
          </a:prstGeom>
        </p:spPr>
        <p:txBody>
          <a:bodyPr wrap="square">
            <a:spAutoFit/>
          </a:bodyPr>
          <a:lstStyle/>
          <a:p>
            <a:pPr algn="ctr">
              <a:lnSpc>
                <a:spcPts val="1333"/>
              </a:lnSpc>
            </a:pPr>
            <a:r>
              <a:rPr lang="en-US" sz="1333" dirty="0">
                <a:solidFill>
                  <a:schemeClr val="tx2">
                    <a:lumMod val="75000"/>
                    <a:lumOff val="25000"/>
                  </a:schemeClr>
                </a:solidFill>
              </a:rPr>
              <a:t>System Integrator Partnership</a:t>
            </a:r>
          </a:p>
        </p:txBody>
      </p:sp>
      <p:sp>
        <p:nvSpPr>
          <p:cNvPr id="108" name="Rectangle 107">
            <a:extLst>
              <a:ext uri="{FF2B5EF4-FFF2-40B4-BE49-F238E27FC236}">
                <a16:creationId xmlns:a16="http://schemas.microsoft.com/office/drawing/2014/main" id="{CAFE0327-DE52-427A-A2BA-5A8EC29E051F}"/>
              </a:ext>
            </a:extLst>
          </p:cNvPr>
          <p:cNvSpPr/>
          <p:nvPr/>
        </p:nvSpPr>
        <p:spPr>
          <a:xfrm>
            <a:off x="7505407" y="1097891"/>
            <a:ext cx="2157312" cy="21827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594" indent="-228594">
              <a:spcAft>
                <a:spcPts val="800"/>
              </a:spcAft>
              <a:buClr>
                <a:srgbClr val="6A64AF"/>
              </a:buClr>
              <a:buFont typeface="Wingdings" panose="05000000000000000000" pitchFamily="2" charset="2"/>
              <a:buChar char="§"/>
              <a:tabLst>
                <a:tab pos="251454" algn="l"/>
              </a:tabLst>
            </a:pPr>
            <a:r>
              <a:rPr lang="en-US" sz="1333" dirty="0">
                <a:solidFill>
                  <a:schemeClr val="tx2">
                    <a:lumMod val="75000"/>
                    <a:lumOff val="25000"/>
                  </a:schemeClr>
                </a:solidFill>
                <a:cs typeface="Calibri" pitchFamily="34" charset="0"/>
              </a:rPr>
              <a:t>Awarded Solution of the Year</a:t>
            </a:r>
          </a:p>
          <a:p>
            <a:pPr marL="228594" indent="-228594">
              <a:spcAft>
                <a:spcPts val="800"/>
              </a:spcAft>
              <a:buClr>
                <a:srgbClr val="6A64AF"/>
              </a:buClr>
              <a:buFont typeface="Wingdings" panose="05000000000000000000" pitchFamily="2" charset="2"/>
              <a:buChar char="§"/>
              <a:tabLst>
                <a:tab pos="251454" algn="l"/>
              </a:tabLst>
            </a:pPr>
            <a:endParaRPr lang="en-US" sz="1333" dirty="0">
              <a:solidFill>
                <a:schemeClr val="tx2">
                  <a:lumMod val="75000"/>
                  <a:lumOff val="25000"/>
                </a:schemeClr>
              </a:solidFill>
              <a:cs typeface="Calibri" pitchFamily="34" charset="0"/>
            </a:endParaRPr>
          </a:p>
        </p:txBody>
      </p:sp>
      <p:sp>
        <p:nvSpPr>
          <p:cNvPr id="109" name="Rectangle 108">
            <a:extLst>
              <a:ext uri="{FF2B5EF4-FFF2-40B4-BE49-F238E27FC236}">
                <a16:creationId xmlns:a16="http://schemas.microsoft.com/office/drawing/2014/main" id="{AAFEC443-D371-4F8C-8300-397BD185806B}"/>
              </a:ext>
            </a:extLst>
          </p:cNvPr>
          <p:cNvSpPr/>
          <p:nvPr/>
        </p:nvSpPr>
        <p:spPr>
          <a:xfrm>
            <a:off x="9915399" y="842799"/>
            <a:ext cx="1940732" cy="2230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594" indent="-228594">
              <a:spcAft>
                <a:spcPts val="800"/>
              </a:spcAft>
              <a:buFont typeface="Wingdings" panose="05000000000000000000" pitchFamily="2" charset="2"/>
              <a:buChar char="§"/>
            </a:pPr>
            <a:endParaRPr lang="en-US" sz="1333" dirty="0">
              <a:solidFill>
                <a:schemeClr val="tx2">
                  <a:lumMod val="75000"/>
                  <a:lumOff val="25000"/>
                </a:schemeClr>
              </a:solidFill>
              <a:cs typeface="Calibri" pitchFamily="34" charset="0"/>
            </a:endParaRPr>
          </a:p>
        </p:txBody>
      </p:sp>
      <p:sp>
        <p:nvSpPr>
          <p:cNvPr id="110" name="Rectangle 109">
            <a:extLst>
              <a:ext uri="{FF2B5EF4-FFF2-40B4-BE49-F238E27FC236}">
                <a16:creationId xmlns:a16="http://schemas.microsoft.com/office/drawing/2014/main" id="{C532F180-49A9-4213-B9D8-42D28069F9D7}"/>
              </a:ext>
            </a:extLst>
          </p:cNvPr>
          <p:cNvSpPr/>
          <p:nvPr/>
        </p:nvSpPr>
        <p:spPr>
          <a:xfrm>
            <a:off x="4059945" y="1291816"/>
            <a:ext cx="1929957" cy="846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Delivery and Execution Services</a:t>
            </a:r>
          </a:p>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Infrastructure service</a:t>
            </a:r>
          </a:p>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Research Services </a:t>
            </a:r>
          </a:p>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Architecture Services</a:t>
            </a:r>
          </a:p>
          <a:p>
            <a:pPr marL="228594" indent="-228594">
              <a:lnSpc>
                <a:spcPts val="1333"/>
              </a:lnSpc>
              <a:buFont typeface="Wingdings" panose="05000000000000000000" pitchFamily="2" charset="2"/>
              <a:buChar char="§"/>
            </a:pPr>
            <a:endParaRPr lang="en-US" sz="1333" dirty="0">
              <a:solidFill>
                <a:schemeClr val="tx2">
                  <a:lumMod val="75000"/>
                  <a:lumOff val="25000"/>
                </a:schemeClr>
              </a:solidFill>
            </a:endParaRPr>
          </a:p>
          <a:p>
            <a:pPr marL="228594" indent="-228594">
              <a:lnSpc>
                <a:spcPts val="1333"/>
              </a:lnSpc>
              <a:buFont typeface="Wingdings" panose="05000000000000000000" pitchFamily="2" charset="2"/>
              <a:buChar char="§"/>
            </a:pPr>
            <a:r>
              <a:rPr lang="en-US" sz="1333" dirty="0">
                <a:solidFill>
                  <a:schemeClr val="tx2">
                    <a:lumMod val="75000"/>
                    <a:lumOff val="25000"/>
                  </a:schemeClr>
                </a:solidFill>
              </a:rPr>
              <a:t>Training Services</a:t>
            </a:r>
          </a:p>
        </p:txBody>
      </p:sp>
      <p:sp>
        <p:nvSpPr>
          <p:cNvPr id="111" name="Rounded Rectangle 89">
            <a:extLst>
              <a:ext uri="{FF2B5EF4-FFF2-40B4-BE49-F238E27FC236}">
                <a16:creationId xmlns:a16="http://schemas.microsoft.com/office/drawing/2014/main" id="{10BDD589-3DB8-4539-8F22-BE45DFD574FA}"/>
              </a:ext>
            </a:extLst>
          </p:cNvPr>
          <p:cNvSpPr/>
          <p:nvPr/>
        </p:nvSpPr>
        <p:spPr>
          <a:xfrm>
            <a:off x="2841821" y="5499890"/>
            <a:ext cx="7540352" cy="1156809"/>
          </a:xfrm>
          <a:prstGeom prst="roundRect">
            <a:avLst/>
          </a:prstGeom>
          <a:noFill/>
          <a:ln w="12700">
            <a:solidFill>
              <a:schemeClr val="bg2">
                <a:lumMod val="65000"/>
              </a:schemeClr>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IN" sz="2400"/>
          </a:p>
        </p:txBody>
      </p:sp>
      <p:sp>
        <p:nvSpPr>
          <p:cNvPr id="112" name="Round Same Side Corner Rectangle 90">
            <a:extLst>
              <a:ext uri="{FF2B5EF4-FFF2-40B4-BE49-F238E27FC236}">
                <a16:creationId xmlns:a16="http://schemas.microsoft.com/office/drawing/2014/main" id="{3ED320E9-C497-4695-B90F-DC896F735727}"/>
              </a:ext>
            </a:extLst>
          </p:cNvPr>
          <p:cNvSpPr/>
          <p:nvPr/>
        </p:nvSpPr>
        <p:spPr>
          <a:xfrm rot="16200000">
            <a:off x="1395321" y="4856154"/>
            <a:ext cx="1156808" cy="2444275"/>
          </a:xfrm>
          <a:prstGeom prst="round2SameRect">
            <a:avLst/>
          </a:prstGeom>
          <a:solidFill>
            <a:srgbClr val="153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113" name="Rounded Rectangle 91">
            <a:extLst>
              <a:ext uri="{FF2B5EF4-FFF2-40B4-BE49-F238E27FC236}">
                <a16:creationId xmlns:a16="http://schemas.microsoft.com/office/drawing/2014/main" id="{AC473A5A-AB8B-41FD-9E62-6DF1F5EF76FE}"/>
              </a:ext>
            </a:extLst>
          </p:cNvPr>
          <p:cNvSpPr/>
          <p:nvPr/>
        </p:nvSpPr>
        <p:spPr>
          <a:xfrm>
            <a:off x="3017974" y="5912886"/>
            <a:ext cx="4831325" cy="743813"/>
          </a:xfrm>
          <a:prstGeom prst="roundRect">
            <a:avLst>
              <a:gd name="adj" fmla="val 3153"/>
            </a:avLst>
          </a:prstGeom>
          <a:noFill/>
          <a:ln w="12700" cap="flat" cmpd="sng" algn="ctr">
            <a:noFill/>
            <a:prstDash val="solid"/>
          </a:ln>
          <a:effectLst/>
        </p:spPr>
        <p:txBody>
          <a:bodyPr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93128" lvl="1" algn="r" defTabSz="1625519">
              <a:buClr>
                <a:srgbClr val="000000"/>
              </a:buClr>
              <a:defRPr/>
            </a:pPr>
            <a:endParaRPr lang="en-US" sz="1333" dirty="0">
              <a:solidFill>
                <a:srgbClr val="000000"/>
              </a:solidFill>
              <a:ea typeface="MS PGothic" pitchFamily="34" charset="-128"/>
              <a:cs typeface="Calibri" pitchFamily="34" charset="0"/>
            </a:endParaRPr>
          </a:p>
        </p:txBody>
      </p:sp>
      <p:sp>
        <p:nvSpPr>
          <p:cNvPr id="114" name="Round Same Side Corner Rectangle 92">
            <a:extLst>
              <a:ext uri="{FF2B5EF4-FFF2-40B4-BE49-F238E27FC236}">
                <a16:creationId xmlns:a16="http://schemas.microsoft.com/office/drawing/2014/main" id="{289FB96C-0303-4BCA-9342-CBD82D164011}"/>
              </a:ext>
            </a:extLst>
          </p:cNvPr>
          <p:cNvSpPr/>
          <p:nvPr/>
        </p:nvSpPr>
        <p:spPr>
          <a:xfrm>
            <a:off x="3323108" y="5799368"/>
            <a:ext cx="4520187" cy="536343"/>
          </a:xfrm>
          <a:prstGeom prst="round2SameRect">
            <a:avLst/>
          </a:prstGeom>
          <a:noFill/>
          <a:ln w="9525" cap="flat" cmpd="sng" algn="ctr">
            <a:noFill/>
            <a:prstDash val="solid"/>
          </a:ln>
          <a:effectLst/>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1219170">
              <a:defRPr/>
            </a:pPr>
            <a:r>
              <a:rPr lang="en-US" sz="1333" b="1" kern="0" dirty="0">
                <a:solidFill>
                  <a:schemeClr val="accent2"/>
                </a:solidFill>
              </a:rPr>
              <a:t>FCSA(Dubai Government) </a:t>
            </a:r>
          </a:p>
          <a:p>
            <a:pPr defTabSz="1219170">
              <a:defRPr/>
            </a:pPr>
            <a:r>
              <a:rPr lang="en-US" kern="0" dirty="0">
                <a:solidFill>
                  <a:sysClr val="windowText" lastClr="000000"/>
                </a:solidFill>
                <a:cs typeface="Calibri" pitchFamily="34" charset="0"/>
              </a:rPr>
              <a:t>Build Data mart using informatica (DQ&amp;MDM) for PMO office</a:t>
            </a:r>
          </a:p>
        </p:txBody>
      </p:sp>
      <p:sp>
        <p:nvSpPr>
          <p:cNvPr id="116" name="Freeform 101">
            <a:extLst>
              <a:ext uri="{FF2B5EF4-FFF2-40B4-BE49-F238E27FC236}">
                <a16:creationId xmlns:a16="http://schemas.microsoft.com/office/drawing/2014/main" id="{D6D40B8B-FAF2-4FE1-AA8E-15742F71DDFB}"/>
              </a:ext>
            </a:extLst>
          </p:cNvPr>
          <p:cNvSpPr/>
          <p:nvPr/>
        </p:nvSpPr>
        <p:spPr>
          <a:xfrm>
            <a:off x="1116831" y="5725424"/>
            <a:ext cx="1757348" cy="712124"/>
          </a:xfrm>
          <a:custGeom>
            <a:avLst/>
            <a:gdLst>
              <a:gd name="connsiteX0" fmla="*/ 154670 w 1633270"/>
              <a:gd name="connsiteY0" fmla="*/ 0 h 436342"/>
              <a:gd name="connsiteX1" fmla="*/ 552310 w 1633270"/>
              <a:gd name="connsiteY1" fmla="*/ 0 h 436342"/>
              <a:gd name="connsiteX2" fmla="*/ 741807 w 1633270"/>
              <a:gd name="connsiteY2" fmla="*/ 0 h 436342"/>
              <a:gd name="connsiteX3" fmla="*/ 891463 w 1633270"/>
              <a:gd name="connsiteY3" fmla="*/ 0 h 436342"/>
              <a:gd name="connsiteX4" fmla="*/ 1244249 w 1633270"/>
              <a:gd name="connsiteY4" fmla="*/ 0 h 436342"/>
              <a:gd name="connsiteX5" fmla="*/ 1478600 w 1633270"/>
              <a:gd name="connsiteY5" fmla="*/ 0 h 436342"/>
              <a:gd name="connsiteX6" fmla="*/ 1633270 w 1633270"/>
              <a:gd name="connsiteY6" fmla="*/ 218171 h 436342"/>
              <a:gd name="connsiteX7" fmla="*/ 1478600 w 1633270"/>
              <a:gd name="connsiteY7" fmla="*/ 436341 h 436342"/>
              <a:gd name="connsiteX8" fmla="*/ 1244249 w 1633270"/>
              <a:gd name="connsiteY8" fmla="*/ 436341 h 436342"/>
              <a:gd name="connsiteX9" fmla="*/ 1244249 w 1633270"/>
              <a:gd name="connsiteY9" fmla="*/ 436342 h 436342"/>
              <a:gd name="connsiteX10" fmla="*/ 552310 w 1633270"/>
              <a:gd name="connsiteY10" fmla="*/ 436342 h 436342"/>
              <a:gd name="connsiteX11" fmla="*/ 552310 w 1633270"/>
              <a:gd name="connsiteY11" fmla="*/ 436341 h 436342"/>
              <a:gd name="connsiteX12" fmla="*/ 154670 w 1633270"/>
              <a:gd name="connsiteY12" fmla="*/ 436341 h 436342"/>
              <a:gd name="connsiteX13" fmla="*/ 0 w 1633270"/>
              <a:gd name="connsiteY13" fmla="*/ 218170 h 436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3270" h="436342">
                <a:moveTo>
                  <a:pt x="154670" y="0"/>
                </a:moveTo>
                <a:lnTo>
                  <a:pt x="552310" y="0"/>
                </a:lnTo>
                <a:lnTo>
                  <a:pt x="741807" y="0"/>
                </a:lnTo>
                <a:lnTo>
                  <a:pt x="891463" y="0"/>
                </a:lnTo>
                <a:lnTo>
                  <a:pt x="1244249" y="0"/>
                </a:lnTo>
                <a:lnTo>
                  <a:pt x="1478600" y="0"/>
                </a:lnTo>
                <a:lnTo>
                  <a:pt x="1633270" y="218171"/>
                </a:lnTo>
                <a:lnTo>
                  <a:pt x="1478600" y="436341"/>
                </a:lnTo>
                <a:lnTo>
                  <a:pt x="1244249" y="436341"/>
                </a:lnTo>
                <a:lnTo>
                  <a:pt x="1244249" y="436342"/>
                </a:lnTo>
                <a:lnTo>
                  <a:pt x="552310" y="436342"/>
                </a:lnTo>
                <a:lnTo>
                  <a:pt x="552310" y="436341"/>
                </a:lnTo>
                <a:lnTo>
                  <a:pt x="154670" y="436341"/>
                </a:lnTo>
                <a:lnTo>
                  <a:pt x="0" y="218170"/>
                </a:lnTo>
                <a:close/>
              </a:path>
            </a:pathLst>
          </a:cu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1219170">
              <a:defRPr/>
            </a:pPr>
            <a:r>
              <a:rPr lang="en-GB" sz="1600" b="1" kern="0" dirty="0">
                <a:solidFill>
                  <a:srgbClr val="F3F3F3"/>
                </a:solidFill>
                <a:cs typeface="Calibri" pitchFamily="34" charset="0"/>
              </a:rPr>
              <a:t>Representative Experiences</a:t>
            </a:r>
          </a:p>
        </p:txBody>
      </p:sp>
      <p:sp>
        <p:nvSpPr>
          <p:cNvPr id="118" name="Rounded Rectangle 9">
            <a:extLst>
              <a:ext uri="{FF2B5EF4-FFF2-40B4-BE49-F238E27FC236}">
                <a16:creationId xmlns:a16="http://schemas.microsoft.com/office/drawing/2014/main" id="{D0EF9067-A690-49C8-B460-8E64ED25DE01}"/>
              </a:ext>
            </a:extLst>
          </p:cNvPr>
          <p:cNvSpPr/>
          <p:nvPr/>
        </p:nvSpPr>
        <p:spPr>
          <a:xfrm>
            <a:off x="4085425" y="722212"/>
            <a:ext cx="1940731" cy="2058715"/>
          </a:xfrm>
          <a:prstGeom prst="roundRect">
            <a:avLst>
              <a:gd name="adj" fmla="val 9802"/>
            </a:avLst>
          </a:prstGeom>
          <a:noFill/>
          <a:ln w="12700">
            <a:solidFill>
              <a:schemeClr val="accent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cxnSp>
        <p:nvCxnSpPr>
          <p:cNvPr id="119" name="Straight Connector 118">
            <a:extLst>
              <a:ext uri="{FF2B5EF4-FFF2-40B4-BE49-F238E27FC236}">
                <a16:creationId xmlns:a16="http://schemas.microsoft.com/office/drawing/2014/main" id="{1D6888E8-B9B4-4D32-8106-C4F95FA9FF80}"/>
              </a:ext>
            </a:extLst>
          </p:cNvPr>
          <p:cNvCxnSpPr>
            <a:cxnSpLocks/>
            <a:stCxn id="118" idx="2"/>
            <a:endCxn id="87" idx="0"/>
          </p:cNvCxnSpPr>
          <p:nvPr/>
        </p:nvCxnSpPr>
        <p:spPr>
          <a:xfrm flipH="1">
            <a:off x="4996414" y="2780927"/>
            <a:ext cx="0" cy="756551"/>
          </a:xfrm>
          <a:prstGeom prst="line">
            <a:avLst/>
          </a:prstGeom>
          <a:ln w="12700">
            <a:solidFill>
              <a:schemeClr val="accent6"/>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CCD5E343-9E9C-4A70-965F-5F7C5C5892A6}"/>
              </a:ext>
            </a:extLst>
          </p:cNvPr>
          <p:cNvCxnSpPr>
            <a:cxnSpLocks/>
            <a:endCxn id="85" idx="0"/>
          </p:cNvCxnSpPr>
          <p:nvPr/>
        </p:nvCxnSpPr>
        <p:spPr>
          <a:xfrm>
            <a:off x="8569238" y="3073623"/>
            <a:ext cx="0" cy="455459"/>
          </a:xfrm>
          <a:prstGeom prst="line">
            <a:avLst/>
          </a:prstGeom>
          <a:noFill/>
          <a:ln w="12700">
            <a:solidFill>
              <a:schemeClr val="accent2"/>
            </a:solidFill>
            <a:prstDash val="dash"/>
          </a:ln>
          <a:effectLst/>
        </p:spPr>
        <p:style>
          <a:lnRef idx="1">
            <a:schemeClr val="accent1"/>
          </a:lnRef>
          <a:fillRef idx="3">
            <a:schemeClr val="accent1"/>
          </a:fillRef>
          <a:effectRef idx="2">
            <a:schemeClr val="accent1"/>
          </a:effectRef>
          <a:fontRef idx="minor">
            <a:schemeClr val="lt1"/>
          </a:fontRef>
        </p:style>
      </p:cxnSp>
      <p:sp>
        <p:nvSpPr>
          <p:cNvPr id="122" name="Rounded Rectangle 21">
            <a:extLst>
              <a:ext uri="{FF2B5EF4-FFF2-40B4-BE49-F238E27FC236}">
                <a16:creationId xmlns:a16="http://schemas.microsoft.com/office/drawing/2014/main" id="{5969759E-32A6-4815-A5C0-4EF51CE16F66}"/>
              </a:ext>
            </a:extLst>
          </p:cNvPr>
          <p:cNvSpPr/>
          <p:nvPr/>
        </p:nvSpPr>
        <p:spPr>
          <a:xfrm>
            <a:off x="9841253" y="755995"/>
            <a:ext cx="2089024" cy="2280260"/>
          </a:xfrm>
          <a:prstGeom prst="roundRect">
            <a:avLst>
              <a:gd name="adj" fmla="val 9521"/>
            </a:avLst>
          </a:prstGeom>
          <a:noFill/>
          <a:ln w="1270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cxnSp>
        <p:nvCxnSpPr>
          <p:cNvPr id="123" name="Straight Connector 122">
            <a:extLst>
              <a:ext uri="{FF2B5EF4-FFF2-40B4-BE49-F238E27FC236}">
                <a16:creationId xmlns:a16="http://schemas.microsoft.com/office/drawing/2014/main" id="{C5AEEEA0-0B08-48DC-8269-984E0E64FFEE}"/>
              </a:ext>
            </a:extLst>
          </p:cNvPr>
          <p:cNvCxnSpPr>
            <a:cxnSpLocks/>
            <a:stCxn id="122" idx="2"/>
            <a:endCxn id="84" idx="0"/>
          </p:cNvCxnSpPr>
          <p:nvPr/>
        </p:nvCxnSpPr>
        <p:spPr>
          <a:xfrm>
            <a:off x="10885765" y="3036255"/>
            <a:ext cx="0" cy="494922"/>
          </a:xfrm>
          <a:prstGeom prst="line">
            <a:avLst/>
          </a:prstGeom>
          <a:noFill/>
          <a:ln w="1270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cxnSp>
      <p:sp>
        <p:nvSpPr>
          <p:cNvPr id="124" name="Rounded Rectangle 25">
            <a:extLst>
              <a:ext uri="{FF2B5EF4-FFF2-40B4-BE49-F238E27FC236}">
                <a16:creationId xmlns:a16="http://schemas.microsoft.com/office/drawing/2014/main" id="{18BBFE4C-4581-4C8B-8A7A-E91EB8F4B659}"/>
              </a:ext>
            </a:extLst>
          </p:cNvPr>
          <p:cNvSpPr/>
          <p:nvPr/>
        </p:nvSpPr>
        <p:spPr>
          <a:xfrm>
            <a:off x="6131431" y="1428096"/>
            <a:ext cx="1299830" cy="990007"/>
          </a:xfrm>
          <a:prstGeom prst="roundRect">
            <a:avLst>
              <a:gd name="adj" fmla="val 12788"/>
            </a:avLst>
          </a:prstGeom>
          <a:noFill/>
          <a:ln w="12700">
            <a:solidFill>
              <a:schemeClr val="bg2">
                <a:lumMod val="6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cxnSp>
        <p:nvCxnSpPr>
          <p:cNvPr id="125" name="Straight Connector 124">
            <a:extLst>
              <a:ext uri="{FF2B5EF4-FFF2-40B4-BE49-F238E27FC236}">
                <a16:creationId xmlns:a16="http://schemas.microsoft.com/office/drawing/2014/main" id="{3881CF82-2874-4EEC-8986-504754209C50}"/>
              </a:ext>
            </a:extLst>
          </p:cNvPr>
          <p:cNvCxnSpPr>
            <a:cxnSpLocks/>
            <a:stCxn id="124" idx="2"/>
          </p:cNvCxnSpPr>
          <p:nvPr/>
        </p:nvCxnSpPr>
        <p:spPr>
          <a:xfrm>
            <a:off x="6781346" y="2418103"/>
            <a:ext cx="8010" cy="1097518"/>
          </a:xfrm>
          <a:prstGeom prst="line">
            <a:avLst/>
          </a:prstGeom>
          <a:noFill/>
          <a:ln w="12700">
            <a:solidFill>
              <a:schemeClr val="bg2">
                <a:lumMod val="65000"/>
              </a:schemeClr>
            </a:solidFill>
            <a:prstDash val="dash"/>
          </a:ln>
          <a:effectLst/>
        </p:spPr>
        <p:style>
          <a:lnRef idx="1">
            <a:schemeClr val="accent1"/>
          </a:lnRef>
          <a:fillRef idx="3">
            <a:schemeClr val="accent1"/>
          </a:fillRef>
          <a:effectRef idx="2">
            <a:schemeClr val="accent1"/>
          </a:effectRef>
          <a:fontRef idx="minor">
            <a:schemeClr val="lt1"/>
          </a:fontRef>
        </p:style>
      </p:cxnSp>
      <p:sp>
        <p:nvSpPr>
          <p:cNvPr id="81" name="Oval 80">
            <a:extLst>
              <a:ext uri="{FF2B5EF4-FFF2-40B4-BE49-F238E27FC236}">
                <a16:creationId xmlns:a16="http://schemas.microsoft.com/office/drawing/2014/main" id="{5777D6BF-C7FA-46E6-875B-455131E0B6F1}"/>
              </a:ext>
            </a:extLst>
          </p:cNvPr>
          <p:cNvSpPr/>
          <p:nvPr/>
        </p:nvSpPr>
        <p:spPr>
          <a:xfrm>
            <a:off x="8065645" y="3467483"/>
            <a:ext cx="1106424" cy="1106424"/>
          </a:xfrm>
          <a:prstGeom prst="ellipse">
            <a:avLst/>
          </a:prstGeom>
          <a:solidFill>
            <a:schemeClr val="accent2">
              <a:lumMod val="60000"/>
              <a:lumOff val="40000"/>
            </a:schemeClr>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85" name="Oval 84">
            <a:extLst>
              <a:ext uri="{FF2B5EF4-FFF2-40B4-BE49-F238E27FC236}">
                <a16:creationId xmlns:a16="http://schemas.microsoft.com/office/drawing/2014/main" id="{E363BE69-8B06-43D7-A98D-04FD5322414A}"/>
              </a:ext>
            </a:extLst>
          </p:cNvPr>
          <p:cNvSpPr/>
          <p:nvPr/>
        </p:nvSpPr>
        <p:spPr>
          <a:xfrm>
            <a:off x="8139900" y="3529082"/>
            <a:ext cx="978408" cy="978408"/>
          </a:xfrm>
          <a:prstGeom prst="ellipse">
            <a:avLst/>
          </a:prstGeom>
          <a:solidFill>
            <a:schemeClr val="accent2"/>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pic>
        <p:nvPicPr>
          <p:cNvPr id="127" name="Picture 126">
            <a:extLst>
              <a:ext uri="{FF2B5EF4-FFF2-40B4-BE49-F238E27FC236}">
                <a16:creationId xmlns:a16="http://schemas.microsoft.com/office/drawing/2014/main" id="{17AB05E7-69DF-4E84-9E2F-2B3C936DB2F2}"/>
              </a:ext>
            </a:extLst>
          </p:cNvPr>
          <p:cNvPicPr>
            <a:picLocks noChangeAspect="1"/>
          </p:cNvPicPr>
          <p:nvPr/>
        </p:nvPicPr>
        <p:blipFill>
          <a:blip r:embed="rId9" cstate="print">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243603" y="3636118"/>
            <a:ext cx="740077" cy="740077"/>
          </a:xfrm>
          <a:prstGeom prst="rect">
            <a:avLst/>
          </a:prstGeom>
        </p:spPr>
      </p:pic>
      <p:pic>
        <p:nvPicPr>
          <p:cNvPr id="8195" name="Picture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96066" y="3659137"/>
            <a:ext cx="75565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1533" y="1450819"/>
            <a:ext cx="993775"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 name="Rounded Rectangle 18">
            <a:extLst>
              <a:ext uri="{FF2B5EF4-FFF2-40B4-BE49-F238E27FC236}">
                <a16:creationId xmlns:a16="http://schemas.microsoft.com/office/drawing/2014/main" id="{78BE2F12-FB16-3271-9569-720D239401A0}"/>
              </a:ext>
            </a:extLst>
          </p:cNvPr>
          <p:cNvSpPr/>
          <p:nvPr/>
        </p:nvSpPr>
        <p:spPr>
          <a:xfrm>
            <a:off x="7670413" y="1562100"/>
            <a:ext cx="2102449" cy="1663923"/>
          </a:xfrm>
          <a:prstGeom prst="roundRect">
            <a:avLst>
              <a:gd name="adj" fmla="val 8309"/>
            </a:avLst>
          </a:prstGeom>
          <a:noFill/>
          <a:ln w="12700">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70" name="Rectangle 69">
            <a:extLst>
              <a:ext uri="{FF2B5EF4-FFF2-40B4-BE49-F238E27FC236}">
                <a16:creationId xmlns:a16="http://schemas.microsoft.com/office/drawing/2014/main" id="{24993EF2-E2FD-B91D-8E19-ABBEAAEF9441}"/>
              </a:ext>
            </a:extLst>
          </p:cNvPr>
          <p:cNvSpPr/>
          <p:nvPr/>
        </p:nvSpPr>
        <p:spPr>
          <a:xfrm>
            <a:off x="9915399" y="1494654"/>
            <a:ext cx="1940733" cy="759182"/>
          </a:xfrm>
          <a:prstGeom prst="rect">
            <a:avLst/>
          </a:prstGeom>
        </p:spPr>
        <p:txBody>
          <a:bodyPr wrap="square">
            <a:spAutoFit/>
          </a:bodyPr>
          <a:lstStyle/>
          <a:p>
            <a:pPr marL="285750" indent="-285750">
              <a:lnSpc>
                <a:spcPts val="1333"/>
              </a:lnSpc>
              <a:buFont typeface="Wingdings" panose="05000000000000000000" pitchFamily="2" charset="2"/>
              <a:buChar char="§"/>
            </a:pPr>
            <a:r>
              <a:rPr lang="en-US" sz="1333" dirty="0">
                <a:solidFill>
                  <a:schemeClr val="tx2">
                    <a:lumMod val="75000"/>
                    <a:lumOff val="25000"/>
                  </a:schemeClr>
                </a:solidFill>
              </a:rPr>
              <a:t>In house validation rule prepared to validate the feature group data</a:t>
            </a:r>
          </a:p>
        </p:txBody>
      </p:sp>
      <p:grpSp>
        <p:nvGrpSpPr>
          <p:cNvPr id="25" name="Group 24">
            <a:extLst>
              <a:ext uri="{FF2B5EF4-FFF2-40B4-BE49-F238E27FC236}">
                <a16:creationId xmlns:a16="http://schemas.microsoft.com/office/drawing/2014/main" id="{FC2B417B-89D1-3CF4-03F3-82471232F3DB}"/>
              </a:ext>
            </a:extLst>
          </p:cNvPr>
          <p:cNvGrpSpPr/>
          <p:nvPr/>
        </p:nvGrpSpPr>
        <p:grpSpPr>
          <a:xfrm>
            <a:off x="417623" y="753813"/>
            <a:ext cx="3604404" cy="4674360"/>
            <a:chOff x="124778" y="319179"/>
            <a:chExt cx="4235805" cy="5493189"/>
          </a:xfrm>
        </p:grpSpPr>
        <p:grpSp>
          <p:nvGrpSpPr>
            <p:cNvPr id="30" name="Group 29">
              <a:extLst>
                <a:ext uri="{FF2B5EF4-FFF2-40B4-BE49-F238E27FC236}">
                  <a16:creationId xmlns:a16="http://schemas.microsoft.com/office/drawing/2014/main" id="{C994AE54-3176-34D7-7C0A-904F7EBDA550}"/>
                </a:ext>
              </a:extLst>
            </p:cNvPr>
            <p:cNvGrpSpPr/>
            <p:nvPr/>
          </p:nvGrpSpPr>
          <p:grpSpPr>
            <a:xfrm>
              <a:off x="124778" y="896262"/>
              <a:ext cx="4235805" cy="4235807"/>
              <a:chOff x="124778" y="896262"/>
              <a:chExt cx="4235805" cy="4235807"/>
            </a:xfrm>
          </p:grpSpPr>
          <p:grpSp>
            <p:nvGrpSpPr>
              <p:cNvPr id="33" name="Group 32">
                <a:extLst>
                  <a:ext uri="{FF2B5EF4-FFF2-40B4-BE49-F238E27FC236}">
                    <a16:creationId xmlns:a16="http://schemas.microsoft.com/office/drawing/2014/main" id="{40738DFB-71D6-1057-5777-9BD74A110A26}"/>
                  </a:ext>
                </a:extLst>
              </p:cNvPr>
              <p:cNvGrpSpPr>
                <a:grpSpLocks noChangeAspect="1"/>
              </p:cNvGrpSpPr>
              <p:nvPr/>
            </p:nvGrpSpPr>
            <p:grpSpPr>
              <a:xfrm>
                <a:off x="124778" y="896262"/>
                <a:ext cx="4235805" cy="4235807"/>
                <a:chOff x="6469063" y="531813"/>
                <a:chExt cx="2438399" cy="2439988"/>
              </a:xfrm>
            </p:grpSpPr>
            <p:sp>
              <p:nvSpPr>
                <p:cNvPr id="40" name="Freeform 10">
                  <a:extLst>
                    <a:ext uri="{FF2B5EF4-FFF2-40B4-BE49-F238E27FC236}">
                      <a16:creationId xmlns:a16="http://schemas.microsoft.com/office/drawing/2014/main" id="{D34A70EA-298B-14F5-2743-45E12003A974}"/>
                    </a:ext>
                  </a:extLst>
                </p:cNvPr>
                <p:cNvSpPr>
                  <a:spLocks/>
                </p:cNvSpPr>
                <p:nvPr/>
              </p:nvSpPr>
              <p:spPr bwMode="auto">
                <a:xfrm>
                  <a:off x="7753349" y="534988"/>
                  <a:ext cx="1154113" cy="1395413"/>
                </a:xfrm>
                <a:custGeom>
                  <a:avLst/>
                  <a:gdLst>
                    <a:gd name="T0" fmla="*/ 0 w 2909"/>
                    <a:gd name="T1" fmla="*/ 1735 h 3516"/>
                    <a:gd name="T2" fmla="*/ 62 w 2909"/>
                    <a:gd name="T3" fmla="*/ 1743 h 3516"/>
                    <a:gd name="T4" fmla="*/ 182 w 2909"/>
                    <a:gd name="T5" fmla="*/ 1769 h 3516"/>
                    <a:gd name="T6" fmla="*/ 297 w 2909"/>
                    <a:gd name="T7" fmla="*/ 1805 h 3516"/>
                    <a:gd name="T8" fmla="*/ 407 w 2909"/>
                    <a:gd name="T9" fmla="*/ 1852 h 3516"/>
                    <a:gd name="T10" fmla="*/ 512 w 2909"/>
                    <a:gd name="T11" fmla="*/ 1908 h 3516"/>
                    <a:gd name="T12" fmla="*/ 612 w 2909"/>
                    <a:gd name="T13" fmla="*/ 1971 h 3516"/>
                    <a:gd name="T14" fmla="*/ 704 w 2909"/>
                    <a:gd name="T15" fmla="*/ 2044 h 3516"/>
                    <a:gd name="T16" fmla="*/ 791 w 2909"/>
                    <a:gd name="T17" fmla="*/ 2124 h 3516"/>
                    <a:gd name="T18" fmla="*/ 870 w 2909"/>
                    <a:gd name="T19" fmla="*/ 2211 h 3516"/>
                    <a:gd name="T20" fmla="*/ 941 w 2909"/>
                    <a:gd name="T21" fmla="*/ 2305 h 3516"/>
                    <a:gd name="T22" fmla="*/ 1003 w 2909"/>
                    <a:gd name="T23" fmla="*/ 2405 h 3516"/>
                    <a:gd name="T24" fmla="*/ 1058 w 2909"/>
                    <a:gd name="T25" fmla="*/ 2512 h 3516"/>
                    <a:gd name="T26" fmla="*/ 1103 w 2909"/>
                    <a:gd name="T27" fmla="*/ 2622 h 3516"/>
                    <a:gd name="T28" fmla="*/ 1138 w 2909"/>
                    <a:gd name="T29" fmla="*/ 2738 h 3516"/>
                    <a:gd name="T30" fmla="*/ 1161 w 2909"/>
                    <a:gd name="T31" fmla="*/ 2858 h 3516"/>
                    <a:gd name="T32" fmla="*/ 1176 w 2909"/>
                    <a:gd name="T33" fmla="*/ 2981 h 3516"/>
                    <a:gd name="T34" fmla="*/ 1178 w 2909"/>
                    <a:gd name="T35" fmla="*/ 3044 h 3516"/>
                    <a:gd name="T36" fmla="*/ 2049 w 2909"/>
                    <a:gd name="T37" fmla="*/ 3516 h 3516"/>
                    <a:gd name="T38" fmla="*/ 2909 w 2909"/>
                    <a:gd name="T39" fmla="*/ 3046 h 3516"/>
                    <a:gd name="T40" fmla="*/ 2907 w 2909"/>
                    <a:gd name="T41" fmla="*/ 2969 h 3516"/>
                    <a:gd name="T42" fmla="*/ 2898 w 2909"/>
                    <a:gd name="T43" fmla="*/ 2819 h 3516"/>
                    <a:gd name="T44" fmla="*/ 2883 w 2909"/>
                    <a:gd name="T45" fmla="*/ 2670 h 3516"/>
                    <a:gd name="T46" fmla="*/ 2861 w 2909"/>
                    <a:gd name="T47" fmla="*/ 2523 h 3516"/>
                    <a:gd name="T48" fmla="*/ 2831 w 2909"/>
                    <a:gd name="T49" fmla="*/ 2378 h 3516"/>
                    <a:gd name="T50" fmla="*/ 2795 w 2909"/>
                    <a:gd name="T51" fmla="*/ 2237 h 3516"/>
                    <a:gd name="T52" fmla="*/ 2752 w 2909"/>
                    <a:gd name="T53" fmla="*/ 2098 h 3516"/>
                    <a:gd name="T54" fmla="*/ 2704 w 2909"/>
                    <a:gd name="T55" fmla="*/ 1962 h 3516"/>
                    <a:gd name="T56" fmla="*/ 2648 w 2909"/>
                    <a:gd name="T57" fmla="*/ 1829 h 3516"/>
                    <a:gd name="T58" fmla="*/ 2587 w 2909"/>
                    <a:gd name="T59" fmla="*/ 1699 h 3516"/>
                    <a:gd name="T60" fmla="*/ 2521 w 2909"/>
                    <a:gd name="T61" fmla="*/ 1573 h 3516"/>
                    <a:gd name="T62" fmla="*/ 2449 w 2909"/>
                    <a:gd name="T63" fmla="*/ 1450 h 3516"/>
                    <a:gd name="T64" fmla="*/ 2371 w 2909"/>
                    <a:gd name="T65" fmla="*/ 1331 h 3516"/>
                    <a:gd name="T66" fmla="*/ 2288 w 2909"/>
                    <a:gd name="T67" fmla="*/ 1215 h 3516"/>
                    <a:gd name="T68" fmla="*/ 2200 w 2909"/>
                    <a:gd name="T69" fmla="*/ 1104 h 3516"/>
                    <a:gd name="T70" fmla="*/ 2106 w 2909"/>
                    <a:gd name="T71" fmla="*/ 998 h 3516"/>
                    <a:gd name="T72" fmla="*/ 2009 w 2909"/>
                    <a:gd name="T73" fmla="*/ 895 h 3516"/>
                    <a:gd name="T74" fmla="*/ 1907 w 2909"/>
                    <a:gd name="T75" fmla="*/ 797 h 3516"/>
                    <a:gd name="T76" fmla="*/ 1799 w 2909"/>
                    <a:gd name="T77" fmla="*/ 703 h 3516"/>
                    <a:gd name="T78" fmla="*/ 1688 w 2909"/>
                    <a:gd name="T79" fmla="*/ 615 h 3516"/>
                    <a:gd name="T80" fmla="*/ 1574 w 2909"/>
                    <a:gd name="T81" fmla="*/ 532 h 3516"/>
                    <a:gd name="T82" fmla="*/ 1454 w 2909"/>
                    <a:gd name="T83" fmla="*/ 455 h 3516"/>
                    <a:gd name="T84" fmla="*/ 1331 w 2909"/>
                    <a:gd name="T85" fmla="*/ 382 h 3516"/>
                    <a:gd name="T86" fmla="*/ 1204 w 2909"/>
                    <a:gd name="T87" fmla="*/ 316 h 3516"/>
                    <a:gd name="T88" fmla="*/ 1075 w 2909"/>
                    <a:gd name="T89" fmla="*/ 255 h 3516"/>
                    <a:gd name="T90" fmla="*/ 942 w 2909"/>
                    <a:gd name="T91" fmla="*/ 199 h 3516"/>
                    <a:gd name="T92" fmla="*/ 806 w 2909"/>
                    <a:gd name="T93" fmla="*/ 150 h 3516"/>
                    <a:gd name="T94" fmla="*/ 666 w 2909"/>
                    <a:gd name="T95" fmla="*/ 109 h 3516"/>
                    <a:gd name="T96" fmla="*/ 525 w 2909"/>
                    <a:gd name="T97" fmla="*/ 72 h 3516"/>
                    <a:gd name="T98" fmla="*/ 381 w 2909"/>
                    <a:gd name="T99" fmla="*/ 42 h 3516"/>
                    <a:gd name="T100" fmla="*/ 235 w 2909"/>
                    <a:gd name="T101" fmla="*/ 20 h 3516"/>
                    <a:gd name="T102" fmla="*/ 86 w 2909"/>
                    <a:gd name="T103" fmla="*/ 5 h 3516"/>
                    <a:gd name="T104" fmla="*/ 10 w 2909"/>
                    <a:gd name="T105" fmla="*/ 0 h 3516"/>
                    <a:gd name="T106" fmla="*/ 478 w 2909"/>
                    <a:gd name="T107" fmla="*/ 854 h 3516"/>
                    <a:gd name="T108" fmla="*/ 0 w 2909"/>
                    <a:gd name="T109" fmla="*/ 1735 h 3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09" h="3516">
                      <a:moveTo>
                        <a:pt x="0" y="1735"/>
                      </a:moveTo>
                      <a:lnTo>
                        <a:pt x="62" y="1743"/>
                      </a:lnTo>
                      <a:lnTo>
                        <a:pt x="182" y="1769"/>
                      </a:lnTo>
                      <a:lnTo>
                        <a:pt x="297" y="1805"/>
                      </a:lnTo>
                      <a:lnTo>
                        <a:pt x="407" y="1852"/>
                      </a:lnTo>
                      <a:lnTo>
                        <a:pt x="512" y="1908"/>
                      </a:lnTo>
                      <a:lnTo>
                        <a:pt x="612" y="1971"/>
                      </a:lnTo>
                      <a:lnTo>
                        <a:pt x="704" y="2044"/>
                      </a:lnTo>
                      <a:lnTo>
                        <a:pt x="791" y="2124"/>
                      </a:lnTo>
                      <a:lnTo>
                        <a:pt x="870" y="2211"/>
                      </a:lnTo>
                      <a:lnTo>
                        <a:pt x="941" y="2305"/>
                      </a:lnTo>
                      <a:lnTo>
                        <a:pt x="1003" y="2405"/>
                      </a:lnTo>
                      <a:lnTo>
                        <a:pt x="1058" y="2512"/>
                      </a:lnTo>
                      <a:lnTo>
                        <a:pt x="1103" y="2622"/>
                      </a:lnTo>
                      <a:lnTo>
                        <a:pt x="1138" y="2738"/>
                      </a:lnTo>
                      <a:lnTo>
                        <a:pt x="1161" y="2858"/>
                      </a:lnTo>
                      <a:lnTo>
                        <a:pt x="1176" y="2981"/>
                      </a:lnTo>
                      <a:lnTo>
                        <a:pt x="1178" y="3044"/>
                      </a:lnTo>
                      <a:lnTo>
                        <a:pt x="2049" y="3516"/>
                      </a:lnTo>
                      <a:lnTo>
                        <a:pt x="2909" y="3046"/>
                      </a:lnTo>
                      <a:lnTo>
                        <a:pt x="2907" y="2969"/>
                      </a:lnTo>
                      <a:lnTo>
                        <a:pt x="2898" y="2819"/>
                      </a:lnTo>
                      <a:lnTo>
                        <a:pt x="2883" y="2670"/>
                      </a:lnTo>
                      <a:lnTo>
                        <a:pt x="2861" y="2523"/>
                      </a:lnTo>
                      <a:lnTo>
                        <a:pt x="2831" y="2378"/>
                      </a:lnTo>
                      <a:lnTo>
                        <a:pt x="2795" y="2237"/>
                      </a:lnTo>
                      <a:lnTo>
                        <a:pt x="2752" y="2098"/>
                      </a:lnTo>
                      <a:lnTo>
                        <a:pt x="2704" y="1962"/>
                      </a:lnTo>
                      <a:lnTo>
                        <a:pt x="2648" y="1829"/>
                      </a:lnTo>
                      <a:lnTo>
                        <a:pt x="2587" y="1699"/>
                      </a:lnTo>
                      <a:lnTo>
                        <a:pt x="2521" y="1573"/>
                      </a:lnTo>
                      <a:lnTo>
                        <a:pt x="2449" y="1450"/>
                      </a:lnTo>
                      <a:lnTo>
                        <a:pt x="2371" y="1331"/>
                      </a:lnTo>
                      <a:lnTo>
                        <a:pt x="2288" y="1215"/>
                      </a:lnTo>
                      <a:lnTo>
                        <a:pt x="2200" y="1104"/>
                      </a:lnTo>
                      <a:lnTo>
                        <a:pt x="2106" y="998"/>
                      </a:lnTo>
                      <a:lnTo>
                        <a:pt x="2009" y="895"/>
                      </a:lnTo>
                      <a:lnTo>
                        <a:pt x="1907" y="797"/>
                      </a:lnTo>
                      <a:lnTo>
                        <a:pt x="1799" y="703"/>
                      </a:lnTo>
                      <a:lnTo>
                        <a:pt x="1688" y="615"/>
                      </a:lnTo>
                      <a:lnTo>
                        <a:pt x="1574" y="532"/>
                      </a:lnTo>
                      <a:lnTo>
                        <a:pt x="1454" y="455"/>
                      </a:lnTo>
                      <a:lnTo>
                        <a:pt x="1331" y="382"/>
                      </a:lnTo>
                      <a:lnTo>
                        <a:pt x="1204" y="316"/>
                      </a:lnTo>
                      <a:lnTo>
                        <a:pt x="1075" y="255"/>
                      </a:lnTo>
                      <a:lnTo>
                        <a:pt x="942" y="199"/>
                      </a:lnTo>
                      <a:lnTo>
                        <a:pt x="806" y="150"/>
                      </a:lnTo>
                      <a:lnTo>
                        <a:pt x="666" y="109"/>
                      </a:lnTo>
                      <a:lnTo>
                        <a:pt x="525" y="72"/>
                      </a:lnTo>
                      <a:lnTo>
                        <a:pt x="381" y="42"/>
                      </a:lnTo>
                      <a:lnTo>
                        <a:pt x="235" y="20"/>
                      </a:lnTo>
                      <a:lnTo>
                        <a:pt x="86" y="5"/>
                      </a:lnTo>
                      <a:lnTo>
                        <a:pt x="10" y="0"/>
                      </a:lnTo>
                      <a:lnTo>
                        <a:pt x="478" y="854"/>
                      </a:lnTo>
                      <a:lnTo>
                        <a:pt x="0" y="1735"/>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endParaRPr lang="en-US" sz="1400" dirty="0">
                    <a:solidFill>
                      <a:schemeClr val="bg1"/>
                    </a:solidFill>
                  </a:endParaRPr>
                </a:p>
              </p:txBody>
            </p:sp>
            <p:sp>
              <p:nvSpPr>
                <p:cNvPr id="41" name="Freeform 11">
                  <a:extLst>
                    <a:ext uri="{FF2B5EF4-FFF2-40B4-BE49-F238E27FC236}">
                      <a16:creationId xmlns:a16="http://schemas.microsoft.com/office/drawing/2014/main" id="{74E0F76A-BA1A-CA30-263E-D666D3F53BDF}"/>
                    </a:ext>
                  </a:extLst>
                </p:cNvPr>
                <p:cNvSpPr>
                  <a:spLocks/>
                </p:cNvSpPr>
                <p:nvPr/>
              </p:nvSpPr>
              <p:spPr bwMode="auto">
                <a:xfrm>
                  <a:off x="6470651" y="531813"/>
                  <a:ext cx="1395413" cy="1154113"/>
                </a:xfrm>
                <a:custGeom>
                  <a:avLst/>
                  <a:gdLst>
                    <a:gd name="T0" fmla="*/ 1735 w 3516"/>
                    <a:gd name="T1" fmla="*/ 2908 h 2908"/>
                    <a:gd name="T2" fmla="*/ 1743 w 3516"/>
                    <a:gd name="T3" fmla="*/ 2847 h 2908"/>
                    <a:gd name="T4" fmla="*/ 1769 w 3516"/>
                    <a:gd name="T5" fmla="*/ 2728 h 2908"/>
                    <a:gd name="T6" fmla="*/ 1805 w 3516"/>
                    <a:gd name="T7" fmla="*/ 2612 h 2908"/>
                    <a:gd name="T8" fmla="*/ 1852 w 3516"/>
                    <a:gd name="T9" fmla="*/ 2502 h 2908"/>
                    <a:gd name="T10" fmla="*/ 1906 w 3516"/>
                    <a:gd name="T11" fmla="*/ 2397 h 2908"/>
                    <a:gd name="T12" fmla="*/ 1971 w 3516"/>
                    <a:gd name="T13" fmla="*/ 2297 h 2908"/>
                    <a:gd name="T14" fmla="*/ 2044 w 3516"/>
                    <a:gd name="T15" fmla="*/ 2204 h 2908"/>
                    <a:gd name="T16" fmla="*/ 2123 w 3516"/>
                    <a:gd name="T17" fmla="*/ 2118 h 2908"/>
                    <a:gd name="T18" fmla="*/ 2211 w 3516"/>
                    <a:gd name="T19" fmla="*/ 2039 h 2908"/>
                    <a:gd name="T20" fmla="*/ 2304 w 3516"/>
                    <a:gd name="T21" fmla="*/ 1968 h 2908"/>
                    <a:gd name="T22" fmla="*/ 2405 w 3516"/>
                    <a:gd name="T23" fmla="*/ 1905 h 2908"/>
                    <a:gd name="T24" fmla="*/ 2510 w 3516"/>
                    <a:gd name="T25" fmla="*/ 1850 h 2908"/>
                    <a:gd name="T26" fmla="*/ 2622 w 3516"/>
                    <a:gd name="T27" fmla="*/ 1806 h 2908"/>
                    <a:gd name="T28" fmla="*/ 2737 w 3516"/>
                    <a:gd name="T29" fmla="*/ 1771 h 2908"/>
                    <a:gd name="T30" fmla="*/ 2858 w 3516"/>
                    <a:gd name="T31" fmla="*/ 1746 h 2908"/>
                    <a:gd name="T32" fmla="*/ 2981 w 3516"/>
                    <a:gd name="T33" fmla="*/ 1733 h 2908"/>
                    <a:gd name="T34" fmla="*/ 3044 w 3516"/>
                    <a:gd name="T35" fmla="*/ 1731 h 2908"/>
                    <a:gd name="T36" fmla="*/ 3516 w 3516"/>
                    <a:gd name="T37" fmla="*/ 860 h 2908"/>
                    <a:gd name="T38" fmla="*/ 3045 w 3516"/>
                    <a:gd name="T39" fmla="*/ 0 h 2908"/>
                    <a:gd name="T40" fmla="*/ 2969 w 3516"/>
                    <a:gd name="T41" fmla="*/ 2 h 2908"/>
                    <a:gd name="T42" fmla="*/ 2817 w 3516"/>
                    <a:gd name="T43" fmla="*/ 10 h 2908"/>
                    <a:gd name="T44" fmla="*/ 2670 w 3516"/>
                    <a:gd name="T45" fmla="*/ 26 h 2908"/>
                    <a:gd name="T46" fmla="*/ 2523 w 3516"/>
                    <a:gd name="T47" fmla="*/ 48 h 2908"/>
                    <a:gd name="T48" fmla="*/ 2378 w 3516"/>
                    <a:gd name="T49" fmla="*/ 78 h 2908"/>
                    <a:gd name="T50" fmla="*/ 2237 w 3516"/>
                    <a:gd name="T51" fmla="*/ 113 h 2908"/>
                    <a:gd name="T52" fmla="*/ 2098 w 3516"/>
                    <a:gd name="T53" fmla="*/ 156 h 2908"/>
                    <a:gd name="T54" fmla="*/ 1962 w 3516"/>
                    <a:gd name="T55" fmla="*/ 205 h 2908"/>
                    <a:gd name="T56" fmla="*/ 1828 w 3516"/>
                    <a:gd name="T57" fmla="*/ 260 h 2908"/>
                    <a:gd name="T58" fmla="*/ 1699 w 3516"/>
                    <a:gd name="T59" fmla="*/ 321 h 2908"/>
                    <a:gd name="T60" fmla="*/ 1572 w 3516"/>
                    <a:gd name="T61" fmla="*/ 388 h 2908"/>
                    <a:gd name="T62" fmla="*/ 1450 w 3516"/>
                    <a:gd name="T63" fmla="*/ 461 h 2908"/>
                    <a:gd name="T64" fmla="*/ 1331 w 3516"/>
                    <a:gd name="T65" fmla="*/ 538 h 2908"/>
                    <a:gd name="T66" fmla="*/ 1215 w 3516"/>
                    <a:gd name="T67" fmla="*/ 621 h 2908"/>
                    <a:gd name="T68" fmla="*/ 1104 w 3516"/>
                    <a:gd name="T69" fmla="*/ 709 h 2908"/>
                    <a:gd name="T70" fmla="*/ 996 w 3516"/>
                    <a:gd name="T71" fmla="*/ 803 h 2908"/>
                    <a:gd name="T72" fmla="*/ 894 w 3516"/>
                    <a:gd name="T73" fmla="*/ 900 h 2908"/>
                    <a:gd name="T74" fmla="*/ 797 w 3516"/>
                    <a:gd name="T75" fmla="*/ 1002 h 2908"/>
                    <a:gd name="T76" fmla="*/ 703 w 3516"/>
                    <a:gd name="T77" fmla="*/ 1110 h 2908"/>
                    <a:gd name="T78" fmla="*/ 615 w 3516"/>
                    <a:gd name="T79" fmla="*/ 1220 h 2908"/>
                    <a:gd name="T80" fmla="*/ 532 w 3516"/>
                    <a:gd name="T81" fmla="*/ 1336 h 2908"/>
                    <a:gd name="T82" fmla="*/ 455 w 3516"/>
                    <a:gd name="T83" fmla="*/ 1455 h 2908"/>
                    <a:gd name="T84" fmla="*/ 382 w 3516"/>
                    <a:gd name="T85" fmla="*/ 1578 h 2908"/>
                    <a:gd name="T86" fmla="*/ 315 w 3516"/>
                    <a:gd name="T87" fmla="*/ 1704 h 2908"/>
                    <a:gd name="T88" fmla="*/ 254 w 3516"/>
                    <a:gd name="T89" fmla="*/ 1835 h 2908"/>
                    <a:gd name="T90" fmla="*/ 199 w 3516"/>
                    <a:gd name="T91" fmla="*/ 1967 h 2908"/>
                    <a:gd name="T92" fmla="*/ 150 w 3516"/>
                    <a:gd name="T93" fmla="*/ 2103 h 2908"/>
                    <a:gd name="T94" fmla="*/ 107 w 3516"/>
                    <a:gd name="T95" fmla="*/ 2242 h 2908"/>
                    <a:gd name="T96" fmla="*/ 72 w 3516"/>
                    <a:gd name="T97" fmla="*/ 2384 h 2908"/>
                    <a:gd name="T98" fmla="*/ 42 w 3516"/>
                    <a:gd name="T99" fmla="*/ 2528 h 2908"/>
                    <a:gd name="T100" fmla="*/ 19 w 3516"/>
                    <a:gd name="T101" fmla="*/ 2674 h 2908"/>
                    <a:gd name="T102" fmla="*/ 3 w 3516"/>
                    <a:gd name="T103" fmla="*/ 2823 h 2908"/>
                    <a:gd name="T104" fmla="*/ 0 w 3516"/>
                    <a:gd name="T105" fmla="*/ 2899 h 2908"/>
                    <a:gd name="T106" fmla="*/ 854 w 3516"/>
                    <a:gd name="T107" fmla="*/ 2429 h 2908"/>
                    <a:gd name="T108" fmla="*/ 1735 w 3516"/>
                    <a:gd name="T109" fmla="*/ 2908 h 2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516" h="2908">
                      <a:moveTo>
                        <a:pt x="1735" y="2908"/>
                      </a:moveTo>
                      <a:lnTo>
                        <a:pt x="1743" y="2847"/>
                      </a:lnTo>
                      <a:lnTo>
                        <a:pt x="1769" y="2728"/>
                      </a:lnTo>
                      <a:lnTo>
                        <a:pt x="1805" y="2612"/>
                      </a:lnTo>
                      <a:lnTo>
                        <a:pt x="1852" y="2502"/>
                      </a:lnTo>
                      <a:lnTo>
                        <a:pt x="1906" y="2397"/>
                      </a:lnTo>
                      <a:lnTo>
                        <a:pt x="1971" y="2297"/>
                      </a:lnTo>
                      <a:lnTo>
                        <a:pt x="2044" y="2204"/>
                      </a:lnTo>
                      <a:lnTo>
                        <a:pt x="2123" y="2118"/>
                      </a:lnTo>
                      <a:lnTo>
                        <a:pt x="2211" y="2039"/>
                      </a:lnTo>
                      <a:lnTo>
                        <a:pt x="2304" y="1968"/>
                      </a:lnTo>
                      <a:lnTo>
                        <a:pt x="2405" y="1905"/>
                      </a:lnTo>
                      <a:lnTo>
                        <a:pt x="2510" y="1850"/>
                      </a:lnTo>
                      <a:lnTo>
                        <a:pt x="2622" y="1806"/>
                      </a:lnTo>
                      <a:lnTo>
                        <a:pt x="2737" y="1771"/>
                      </a:lnTo>
                      <a:lnTo>
                        <a:pt x="2858" y="1746"/>
                      </a:lnTo>
                      <a:lnTo>
                        <a:pt x="2981" y="1733"/>
                      </a:lnTo>
                      <a:lnTo>
                        <a:pt x="3044" y="1731"/>
                      </a:lnTo>
                      <a:lnTo>
                        <a:pt x="3516" y="860"/>
                      </a:lnTo>
                      <a:lnTo>
                        <a:pt x="3045" y="0"/>
                      </a:lnTo>
                      <a:lnTo>
                        <a:pt x="2969" y="2"/>
                      </a:lnTo>
                      <a:lnTo>
                        <a:pt x="2817" y="10"/>
                      </a:lnTo>
                      <a:lnTo>
                        <a:pt x="2670" y="26"/>
                      </a:lnTo>
                      <a:lnTo>
                        <a:pt x="2523" y="48"/>
                      </a:lnTo>
                      <a:lnTo>
                        <a:pt x="2378" y="78"/>
                      </a:lnTo>
                      <a:lnTo>
                        <a:pt x="2237" y="113"/>
                      </a:lnTo>
                      <a:lnTo>
                        <a:pt x="2098" y="156"/>
                      </a:lnTo>
                      <a:lnTo>
                        <a:pt x="1962" y="205"/>
                      </a:lnTo>
                      <a:lnTo>
                        <a:pt x="1828" y="260"/>
                      </a:lnTo>
                      <a:lnTo>
                        <a:pt x="1699" y="321"/>
                      </a:lnTo>
                      <a:lnTo>
                        <a:pt x="1572" y="388"/>
                      </a:lnTo>
                      <a:lnTo>
                        <a:pt x="1450" y="461"/>
                      </a:lnTo>
                      <a:lnTo>
                        <a:pt x="1331" y="538"/>
                      </a:lnTo>
                      <a:lnTo>
                        <a:pt x="1215" y="621"/>
                      </a:lnTo>
                      <a:lnTo>
                        <a:pt x="1104" y="709"/>
                      </a:lnTo>
                      <a:lnTo>
                        <a:pt x="996" y="803"/>
                      </a:lnTo>
                      <a:lnTo>
                        <a:pt x="894" y="900"/>
                      </a:lnTo>
                      <a:lnTo>
                        <a:pt x="797" y="1002"/>
                      </a:lnTo>
                      <a:lnTo>
                        <a:pt x="703" y="1110"/>
                      </a:lnTo>
                      <a:lnTo>
                        <a:pt x="615" y="1220"/>
                      </a:lnTo>
                      <a:lnTo>
                        <a:pt x="532" y="1336"/>
                      </a:lnTo>
                      <a:lnTo>
                        <a:pt x="455" y="1455"/>
                      </a:lnTo>
                      <a:lnTo>
                        <a:pt x="382" y="1578"/>
                      </a:lnTo>
                      <a:lnTo>
                        <a:pt x="315" y="1704"/>
                      </a:lnTo>
                      <a:lnTo>
                        <a:pt x="254" y="1835"/>
                      </a:lnTo>
                      <a:lnTo>
                        <a:pt x="199" y="1967"/>
                      </a:lnTo>
                      <a:lnTo>
                        <a:pt x="150" y="2103"/>
                      </a:lnTo>
                      <a:lnTo>
                        <a:pt x="107" y="2242"/>
                      </a:lnTo>
                      <a:lnTo>
                        <a:pt x="72" y="2384"/>
                      </a:lnTo>
                      <a:lnTo>
                        <a:pt x="42" y="2528"/>
                      </a:lnTo>
                      <a:lnTo>
                        <a:pt x="19" y="2674"/>
                      </a:lnTo>
                      <a:lnTo>
                        <a:pt x="3" y="2823"/>
                      </a:lnTo>
                      <a:lnTo>
                        <a:pt x="0" y="2899"/>
                      </a:lnTo>
                      <a:lnTo>
                        <a:pt x="854" y="2429"/>
                      </a:lnTo>
                      <a:lnTo>
                        <a:pt x="1735" y="2908"/>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endParaRPr lang="en-US" b="1" dirty="0">
                    <a:solidFill>
                      <a:schemeClr val="bg1"/>
                    </a:solidFill>
                  </a:endParaRPr>
                </a:p>
              </p:txBody>
            </p:sp>
            <p:sp>
              <p:nvSpPr>
                <p:cNvPr id="42" name="Freeform 12">
                  <a:extLst>
                    <a:ext uri="{FF2B5EF4-FFF2-40B4-BE49-F238E27FC236}">
                      <a16:creationId xmlns:a16="http://schemas.microsoft.com/office/drawing/2014/main" id="{AF0282AF-D4CD-54CD-7101-1FA13A0D2DDB}"/>
                    </a:ext>
                  </a:extLst>
                </p:cNvPr>
                <p:cNvSpPr>
                  <a:spLocks/>
                </p:cNvSpPr>
                <p:nvPr/>
              </p:nvSpPr>
              <p:spPr bwMode="auto">
                <a:xfrm>
                  <a:off x="7508875" y="1817688"/>
                  <a:ext cx="1397000" cy="1154113"/>
                </a:xfrm>
                <a:custGeom>
                  <a:avLst/>
                  <a:gdLst>
                    <a:gd name="T0" fmla="*/ 3517 w 3517"/>
                    <a:gd name="T1" fmla="*/ 9 h 2907"/>
                    <a:gd name="T2" fmla="*/ 2663 w 3517"/>
                    <a:gd name="T3" fmla="*/ 476 h 2907"/>
                    <a:gd name="T4" fmla="*/ 1782 w 3517"/>
                    <a:gd name="T5" fmla="*/ 0 h 2907"/>
                    <a:gd name="T6" fmla="*/ 1773 w 3517"/>
                    <a:gd name="T7" fmla="*/ 60 h 2907"/>
                    <a:gd name="T8" fmla="*/ 1747 w 3517"/>
                    <a:gd name="T9" fmla="*/ 180 h 2907"/>
                    <a:gd name="T10" fmla="*/ 1711 w 3517"/>
                    <a:gd name="T11" fmla="*/ 295 h 2907"/>
                    <a:gd name="T12" fmla="*/ 1665 w 3517"/>
                    <a:gd name="T13" fmla="*/ 405 h 2907"/>
                    <a:gd name="T14" fmla="*/ 1610 w 3517"/>
                    <a:gd name="T15" fmla="*/ 510 h 2907"/>
                    <a:gd name="T16" fmla="*/ 1546 w 3517"/>
                    <a:gd name="T17" fmla="*/ 610 h 2907"/>
                    <a:gd name="T18" fmla="*/ 1473 w 3517"/>
                    <a:gd name="T19" fmla="*/ 703 h 2907"/>
                    <a:gd name="T20" fmla="*/ 1393 w 3517"/>
                    <a:gd name="T21" fmla="*/ 789 h 2907"/>
                    <a:gd name="T22" fmla="*/ 1306 w 3517"/>
                    <a:gd name="T23" fmla="*/ 868 h 2907"/>
                    <a:gd name="T24" fmla="*/ 1212 w 3517"/>
                    <a:gd name="T25" fmla="*/ 939 h 2907"/>
                    <a:gd name="T26" fmla="*/ 1112 w 3517"/>
                    <a:gd name="T27" fmla="*/ 1003 h 2907"/>
                    <a:gd name="T28" fmla="*/ 1006 w 3517"/>
                    <a:gd name="T29" fmla="*/ 1056 h 2907"/>
                    <a:gd name="T30" fmla="*/ 894 w 3517"/>
                    <a:gd name="T31" fmla="*/ 1101 h 2907"/>
                    <a:gd name="T32" fmla="*/ 779 w 3517"/>
                    <a:gd name="T33" fmla="*/ 1136 h 2907"/>
                    <a:gd name="T34" fmla="*/ 659 w 3517"/>
                    <a:gd name="T35" fmla="*/ 1161 h 2907"/>
                    <a:gd name="T36" fmla="*/ 535 w 3517"/>
                    <a:gd name="T37" fmla="*/ 1174 h 2907"/>
                    <a:gd name="T38" fmla="*/ 473 w 3517"/>
                    <a:gd name="T39" fmla="*/ 1176 h 2907"/>
                    <a:gd name="T40" fmla="*/ 0 w 3517"/>
                    <a:gd name="T41" fmla="*/ 2047 h 2907"/>
                    <a:gd name="T42" fmla="*/ 472 w 3517"/>
                    <a:gd name="T43" fmla="*/ 2907 h 2907"/>
                    <a:gd name="T44" fmla="*/ 548 w 3517"/>
                    <a:gd name="T45" fmla="*/ 2905 h 2907"/>
                    <a:gd name="T46" fmla="*/ 698 w 3517"/>
                    <a:gd name="T47" fmla="*/ 2896 h 2907"/>
                    <a:gd name="T48" fmla="*/ 847 w 3517"/>
                    <a:gd name="T49" fmla="*/ 2881 h 2907"/>
                    <a:gd name="T50" fmla="*/ 994 w 3517"/>
                    <a:gd name="T51" fmla="*/ 2859 h 2907"/>
                    <a:gd name="T52" fmla="*/ 1138 w 3517"/>
                    <a:gd name="T53" fmla="*/ 2829 h 2907"/>
                    <a:gd name="T54" fmla="*/ 1280 w 3517"/>
                    <a:gd name="T55" fmla="*/ 2793 h 2907"/>
                    <a:gd name="T56" fmla="*/ 1419 w 3517"/>
                    <a:gd name="T57" fmla="*/ 2751 h 2907"/>
                    <a:gd name="T58" fmla="*/ 1555 w 3517"/>
                    <a:gd name="T59" fmla="*/ 2702 h 2907"/>
                    <a:gd name="T60" fmla="*/ 1687 w 3517"/>
                    <a:gd name="T61" fmla="*/ 2648 h 2907"/>
                    <a:gd name="T62" fmla="*/ 1818 w 3517"/>
                    <a:gd name="T63" fmla="*/ 2587 h 2907"/>
                    <a:gd name="T64" fmla="*/ 1944 w 3517"/>
                    <a:gd name="T65" fmla="*/ 2519 h 2907"/>
                    <a:gd name="T66" fmla="*/ 2067 w 3517"/>
                    <a:gd name="T67" fmla="*/ 2447 h 2907"/>
                    <a:gd name="T68" fmla="*/ 2186 w 3517"/>
                    <a:gd name="T69" fmla="*/ 2369 h 2907"/>
                    <a:gd name="T70" fmla="*/ 2302 w 3517"/>
                    <a:gd name="T71" fmla="*/ 2286 h 2907"/>
                    <a:gd name="T72" fmla="*/ 2413 w 3517"/>
                    <a:gd name="T73" fmla="*/ 2198 h 2907"/>
                    <a:gd name="T74" fmla="*/ 2519 w 3517"/>
                    <a:gd name="T75" fmla="*/ 2104 h 2907"/>
                    <a:gd name="T76" fmla="*/ 2622 w 3517"/>
                    <a:gd name="T77" fmla="*/ 2007 h 2907"/>
                    <a:gd name="T78" fmla="*/ 2720 w 3517"/>
                    <a:gd name="T79" fmla="*/ 1905 h 2907"/>
                    <a:gd name="T80" fmla="*/ 2814 w 3517"/>
                    <a:gd name="T81" fmla="*/ 1797 h 2907"/>
                    <a:gd name="T82" fmla="*/ 2902 w 3517"/>
                    <a:gd name="T83" fmla="*/ 1687 h 2907"/>
                    <a:gd name="T84" fmla="*/ 2985 w 3517"/>
                    <a:gd name="T85" fmla="*/ 1572 h 2907"/>
                    <a:gd name="T86" fmla="*/ 3063 w 3517"/>
                    <a:gd name="T87" fmla="*/ 1452 h 2907"/>
                    <a:gd name="T88" fmla="*/ 3135 w 3517"/>
                    <a:gd name="T89" fmla="*/ 1329 h 2907"/>
                    <a:gd name="T90" fmla="*/ 3201 w 3517"/>
                    <a:gd name="T91" fmla="*/ 1202 h 2907"/>
                    <a:gd name="T92" fmla="*/ 3262 w 3517"/>
                    <a:gd name="T93" fmla="*/ 1073 h 2907"/>
                    <a:gd name="T94" fmla="*/ 3318 w 3517"/>
                    <a:gd name="T95" fmla="*/ 941 h 2907"/>
                    <a:gd name="T96" fmla="*/ 3366 w 3517"/>
                    <a:gd name="T97" fmla="*/ 804 h 2907"/>
                    <a:gd name="T98" fmla="*/ 3409 w 3517"/>
                    <a:gd name="T99" fmla="*/ 664 h 2907"/>
                    <a:gd name="T100" fmla="*/ 3445 w 3517"/>
                    <a:gd name="T101" fmla="*/ 523 h 2907"/>
                    <a:gd name="T102" fmla="*/ 3475 w 3517"/>
                    <a:gd name="T103" fmla="*/ 379 h 2907"/>
                    <a:gd name="T104" fmla="*/ 3497 w 3517"/>
                    <a:gd name="T105" fmla="*/ 233 h 2907"/>
                    <a:gd name="T106" fmla="*/ 3512 w 3517"/>
                    <a:gd name="T107" fmla="*/ 84 h 2907"/>
                    <a:gd name="T108" fmla="*/ 3517 w 3517"/>
                    <a:gd name="T109" fmla="*/ 9 h 2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517" h="2907">
                      <a:moveTo>
                        <a:pt x="3517" y="9"/>
                      </a:moveTo>
                      <a:lnTo>
                        <a:pt x="2663" y="476"/>
                      </a:lnTo>
                      <a:lnTo>
                        <a:pt x="1782" y="0"/>
                      </a:lnTo>
                      <a:lnTo>
                        <a:pt x="1773" y="60"/>
                      </a:lnTo>
                      <a:lnTo>
                        <a:pt x="1747" y="180"/>
                      </a:lnTo>
                      <a:lnTo>
                        <a:pt x="1711" y="295"/>
                      </a:lnTo>
                      <a:lnTo>
                        <a:pt x="1665" y="405"/>
                      </a:lnTo>
                      <a:lnTo>
                        <a:pt x="1610" y="510"/>
                      </a:lnTo>
                      <a:lnTo>
                        <a:pt x="1546" y="610"/>
                      </a:lnTo>
                      <a:lnTo>
                        <a:pt x="1473" y="703"/>
                      </a:lnTo>
                      <a:lnTo>
                        <a:pt x="1393" y="789"/>
                      </a:lnTo>
                      <a:lnTo>
                        <a:pt x="1306" y="868"/>
                      </a:lnTo>
                      <a:lnTo>
                        <a:pt x="1212" y="939"/>
                      </a:lnTo>
                      <a:lnTo>
                        <a:pt x="1112" y="1003"/>
                      </a:lnTo>
                      <a:lnTo>
                        <a:pt x="1006" y="1056"/>
                      </a:lnTo>
                      <a:lnTo>
                        <a:pt x="894" y="1101"/>
                      </a:lnTo>
                      <a:lnTo>
                        <a:pt x="779" y="1136"/>
                      </a:lnTo>
                      <a:lnTo>
                        <a:pt x="659" y="1161"/>
                      </a:lnTo>
                      <a:lnTo>
                        <a:pt x="535" y="1174"/>
                      </a:lnTo>
                      <a:lnTo>
                        <a:pt x="473" y="1176"/>
                      </a:lnTo>
                      <a:lnTo>
                        <a:pt x="0" y="2047"/>
                      </a:lnTo>
                      <a:lnTo>
                        <a:pt x="472" y="2907"/>
                      </a:lnTo>
                      <a:lnTo>
                        <a:pt x="548" y="2905"/>
                      </a:lnTo>
                      <a:lnTo>
                        <a:pt x="698" y="2896"/>
                      </a:lnTo>
                      <a:lnTo>
                        <a:pt x="847" y="2881"/>
                      </a:lnTo>
                      <a:lnTo>
                        <a:pt x="994" y="2859"/>
                      </a:lnTo>
                      <a:lnTo>
                        <a:pt x="1138" y="2829"/>
                      </a:lnTo>
                      <a:lnTo>
                        <a:pt x="1280" y="2793"/>
                      </a:lnTo>
                      <a:lnTo>
                        <a:pt x="1419" y="2751"/>
                      </a:lnTo>
                      <a:lnTo>
                        <a:pt x="1555" y="2702"/>
                      </a:lnTo>
                      <a:lnTo>
                        <a:pt x="1687" y="2648"/>
                      </a:lnTo>
                      <a:lnTo>
                        <a:pt x="1818" y="2587"/>
                      </a:lnTo>
                      <a:lnTo>
                        <a:pt x="1944" y="2519"/>
                      </a:lnTo>
                      <a:lnTo>
                        <a:pt x="2067" y="2447"/>
                      </a:lnTo>
                      <a:lnTo>
                        <a:pt x="2186" y="2369"/>
                      </a:lnTo>
                      <a:lnTo>
                        <a:pt x="2302" y="2286"/>
                      </a:lnTo>
                      <a:lnTo>
                        <a:pt x="2413" y="2198"/>
                      </a:lnTo>
                      <a:lnTo>
                        <a:pt x="2519" y="2104"/>
                      </a:lnTo>
                      <a:lnTo>
                        <a:pt x="2622" y="2007"/>
                      </a:lnTo>
                      <a:lnTo>
                        <a:pt x="2720" y="1905"/>
                      </a:lnTo>
                      <a:lnTo>
                        <a:pt x="2814" y="1797"/>
                      </a:lnTo>
                      <a:lnTo>
                        <a:pt x="2902" y="1687"/>
                      </a:lnTo>
                      <a:lnTo>
                        <a:pt x="2985" y="1572"/>
                      </a:lnTo>
                      <a:lnTo>
                        <a:pt x="3063" y="1452"/>
                      </a:lnTo>
                      <a:lnTo>
                        <a:pt x="3135" y="1329"/>
                      </a:lnTo>
                      <a:lnTo>
                        <a:pt x="3201" y="1202"/>
                      </a:lnTo>
                      <a:lnTo>
                        <a:pt x="3262" y="1073"/>
                      </a:lnTo>
                      <a:lnTo>
                        <a:pt x="3318" y="941"/>
                      </a:lnTo>
                      <a:lnTo>
                        <a:pt x="3366" y="804"/>
                      </a:lnTo>
                      <a:lnTo>
                        <a:pt x="3409" y="664"/>
                      </a:lnTo>
                      <a:lnTo>
                        <a:pt x="3445" y="523"/>
                      </a:lnTo>
                      <a:lnTo>
                        <a:pt x="3475" y="379"/>
                      </a:lnTo>
                      <a:lnTo>
                        <a:pt x="3497" y="233"/>
                      </a:lnTo>
                      <a:lnTo>
                        <a:pt x="3512" y="84"/>
                      </a:lnTo>
                      <a:lnTo>
                        <a:pt x="3517" y="9"/>
                      </a:lnTo>
                      <a:close/>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endParaRPr lang="en-US" sz="1400" dirty="0">
                    <a:solidFill>
                      <a:schemeClr val="bg1"/>
                    </a:solidFill>
                  </a:endParaRPr>
                </a:p>
              </p:txBody>
            </p:sp>
            <p:sp>
              <p:nvSpPr>
                <p:cNvPr id="43" name="Freeform 13">
                  <a:extLst>
                    <a:ext uri="{FF2B5EF4-FFF2-40B4-BE49-F238E27FC236}">
                      <a16:creationId xmlns:a16="http://schemas.microsoft.com/office/drawing/2014/main" id="{DBDD8C85-63FE-BD02-D966-1E6D2236EA48}"/>
                    </a:ext>
                  </a:extLst>
                </p:cNvPr>
                <p:cNvSpPr>
                  <a:spLocks/>
                </p:cNvSpPr>
                <p:nvPr/>
              </p:nvSpPr>
              <p:spPr bwMode="auto">
                <a:xfrm>
                  <a:off x="6469063" y="1573213"/>
                  <a:ext cx="1152525" cy="1397000"/>
                </a:xfrm>
                <a:custGeom>
                  <a:avLst/>
                  <a:gdLst>
                    <a:gd name="T0" fmla="*/ 2908 w 2908"/>
                    <a:gd name="T1" fmla="*/ 1782 h 3518"/>
                    <a:gd name="T2" fmla="*/ 2847 w 2908"/>
                    <a:gd name="T3" fmla="*/ 1773 h 3518"/>
                    <a:gd name="T4" fmla="*/ 2727 w 2908"/>
                    <a:gd name="T5" fmla="*/ 1747 h 3518"/>
                    <a:gd name="T6" fmla="*/ 2612 w 2908"/>
                    <a:gd name="T7" fmla="*/ 1711 h 3518"/>
                    <a:gd name="T8" fmla="*/ 2502 w 2908"/>
                    <a:gd name="T9" fmla="*/ 1665 h 3518"/>
                    <a:gd name="T10" fmla="*/ 2397 w 2908"/>
                    <a:gd name="T11" fmla="*/ 1610 h 3518"/>
                    <a:gd name="T12" fmla="*/ 2297 w 2908"/>
                    <a:gd name="T13" fmla="*/ 1546 h 3518"/>
                    <a:gd name="T14" fmla="*/ 2204 w 2908"/>
                    <a:gd name="T15" fmla="*/ 1474 h 3518"/>
                    <a:gd name="T16" fmla="*/ 2118 w 2908"/>
                    <a:gd name="T17" fmla="*/ 1393 h 3518"/>
                    <a:gd name="T18" fmla="*/ 2039 w 2908"/>
                    <a:gd name="T19" fmla="*/ 1306 h 3518"/>
                    <a:gd name="T20" fmla="*/ 1968 w 2908"/>
                    <a:gd name="T21" fmla="*/ 1212 h 3518"/>
                    <a:gd name="T22" fmla="*/ 1904 w 2908"/>
                    <a:gd name="T23" fmla="*/ 1112 h 3518"/>
                    <a:gd name="T24" fmla="*/ 1850 w 2908"/>
                    <a:gd name="T25" fmla="*/ 1006 h 3518"/>
                    <a:gd name="T26" fmla="*/ 1806 w 2908"/>
                    <a:gd name="T27" fmla="*/ 895 h 3518"/>
                    <a:gd name="T28" fmla="*/ 1771 w 2908"/>
                    <a:gd name="T29" fmla="*/ 779 h 3518"/>
                    <a:gd name="T30" fmla="*/ 1746 w 2908"/>
                    <a:gd name="T31" fmla="*/ 660 h 3518"/>
                    <a:gd name="T32" fmla="*/ 1733 w 2908"/>
                    <a:gd name="T33" fmla="*/ 536 h 3518"/>
                    <a:gd name="T34" fmla="*/ 1731 w 2908"/>
                    <a:gd name="T35" fmla="*/ 473 h 3518"/>
                    <a:gd name="T36" fmla="*/ 860 w 2908"/>
                    <a:gd name="T37" fmla="*/ 0 h 3518"/>
                    <a:gd name="T38" fmla="*/ 0 w 2908"/>
                    <a:gd name="T39" fmla="*/ 472 h 3518"/>
                    <a:gd name="T40" fmla="*/ 2 w 2908"/>
                    <a:gd name="T41" fmla="*/ 548 h 3518"/>
                    <a:gd name="T42" fmla="*/ 9 w 2908"/>
                    <a:gd name="T43" fmla="*/ 698 h 3518"/>
                    <a:gd name="T44" fmla="*/ 25 w 2908"/>
                    <a:gd name="T45" fmla="*/ 848 h 3518"/>
                    <a:gd name="T46" fmla="*/ 48 w 2908"/>
                    <a:gd name="T47" fmla="*/ 994 h 3518"/>
                    <a:gd name="T48" fmla="*/ 77 w 2908"/>
                    <a:gd name="T49" fmla="*/ 1138 h 3518"/>
                    <a:gd name="T50" fmla="*/ 113 w 2908"/>
                    <a:gd name="T51" fmla="*/ 1280 h 3518"/>
                    <a:gd name="T52" fmla="*/ 156 w 2908"/>
                    <a:gd name="T53" fmla="*/ 1419 h 3518"/>
                    <a:gd name="T54" fmla="*/ 205 w 2908"/>
                    <a:gd name="T55" fmla="*/ 1555 h 3518"/>
                    <a:gd name="T56" fmla="*/ 260 w 2908"/>
                    <a:gd name="T57" fmla="*/ 1689 h 3518"/>
                    <a:gd name="T58" fmla="*/ 321 w 2908"/>
                    <a:gd name="T59" fmla="*/ 1818 h 3518"/>
                    <a:gd name="T60" fmla="*/ 388 w 2908"/>
                    <a:gd name="T61" fmla="*/ 1944 h 3518"/>
                    <a:gd name="T62" fmla="*/ 459 w 2908"/>
                    <a:gd name="T63" fmla="*/ 2067 h 3518"/>
                    <a:gd name="T64" fmla="*/ 537 w 2908"/>
                    <a:gd name="T65" fmla="*/ 2186 h 3518"/>
                    <a:gd name="T66" fmla="*/ 621 w 2908"/>
                    <a:gd name="T67" fmla="*/ 2302 h 3518"/>
                    <a:gd name="T68" fmla="*/ 709 w 2908"/>
                    <a:gd name="T69" fmla="*/ 2413 h 3518"/>
                    <a:gd name="T70" fmla="*/ 801 w 2908"/>
                    <a:gd name="T71" fmla="*/ 2520 h 3518"/>
                    <a:gd name="T72" fmla="*/ 900 w 2908"/>
                    <a:gd name="T73" fmla="*/ 2622 h 3518"/>
                    <a:gd name="T74" fmla="*/ 1002 w 2908"/>
                    <a:gd name="T75" fmla="*/ 2720 h 3518"/>
                    <a:gd name="T76" fmla="*/ 1109 w 2908"/>
                    <a:gd name="T77" fmla="*/ 2814 h 3518"/>
                    <a:gd name="T78" fmla="*/ 1220 w 2908"/>
                    <a:gd name="T79" fmla="*/ 2902 h 3518"/>
                    <a:gd name="T80" fmla="*/ 1335 w 2908"/>
                    <a:gd name="T81" fmla="*/ 2985 h 3518"/>
                    <a:gd name="T82" fmla="*/ 1455 w 2908"/>
                    <a:gd name="T83" fmla="*/ 3063 h 3518"/>
                    <a:gd name="T84" fmla="*/ 1578 w 2908"/>
                    <a:gd name="T85" fmla="*/ 3135 h 3518"/>
                    <a:gd name="T86" fmla="*/ 1704 w 2908"/>
                    <a:gd name="T87" fmla="*/ 3201 h 3518"/>
                    <a:gd name="T88" fmla="*/ 1833 w 2908"/>
                    <a:gd name="T89" fmla="*/ 3262 h 3518"/>
                    <a:gd name="T90" fmla="*/ 1967 w 2908"/>
                    <a:gd name="T91" fmla="*/ 3318 h 3518"/>
                    <a:gd name="T92" fmla="*/ 2103 w 2908"/>
                    <a:gd name="T93" fmla="*/ 3366 h 3518"/>
                    <a:gd name="T94" fmla="*/ 2241 w 2908"/>
                    <a:gd name="T95" fmla="*/ 3409 h 3518"/>
                    <a:gd name="T96" fmla="*/ 2384 w 2908"/>
                    <a:gd name="T97" fmla="*/ 3445 h 3518"/>
                    <a:gd name="T98" fmla="*/ 2528 w 2908"/>
                    <a:gd name="T99" fmla="*/ 3475 h 3518"/>
                    <a:gd name="T100" fmla="*/ 2674 w 2908"/>
                    <a:gd name="T101" fmla="*/ 3497 h 3518"/>
                    <a:gd name="T102" fmla="*/ 2823 w 2908"/>
                    <a:gd name="T103" fmla="*/ 3512 h 3518"/>
                    <a:gd name="T104" fmla="*/ 2899 w 2908"/>
                    <a:gd name="T105" fmla="*/ 3518 h 3518"/>
                    <a:gd name="T106" fmla="*/ 2429 w 2908"/>
                    <a:gd name="T107" fmla="*/ 2663 h 3518"/>
                    <a:gd name="T108" fmla="*/ 2908 w 2908"/>
                    <a:gd name="T109" fmla="*/ 1782 h 3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08" h="3518">
                      <a:moveTo>
                        <a:pt x="2908" y="1782"/>
                      </a:moveTo>
                      <a:lnTo>
                        <a:pt x="2847" y="1773"/>
                      </a:lnTo>
                      <a:lnTo>
                        <a:pt x="2727" y="1747"/>
                      </a:lnTo>
                      <a:lnTo>
                        <a:pt x="2612" y="1711"/>
                      </a:lnTo>
                      <a:lnTo>
                        <a:pt x="2502" y="1665"/>
                      </a:lnTo>
                      <a:lnTo>
                        <a:pt x="2397" y="1610"/>
                      </a:lnTo>
                      <a:lnTo>
                        <a:pt x="2297" y="1546"/>
                      </a:lnTo>
                      <a:lnTo>
                        <a:pt x="2204" y="1474"/>
                      </a:lnTo>
                      <a:lnTo>
                        <a:pt x="2118" y="1393"/>
                      </a:lnTo>
                      <a:lnTo>
                        <a:pt x="2039" y="1306"/>
                      </a:lnTo>
                      <a:lnTo>
                        <a:pt x="1968" y="1212"/>
                      </a:lnTo>
                      <a:lnTo>
                        <a:pt x="1904" y="1112"/>
                      </a:lnTo>
                      <a:lnTo>
                        <a:pt x="1850" y="1006"/>
                      </a:lnTo>
                      <a:lnTo>
                        <a:pt x="1806" y="895"/>
                      </a:lnTo>
                      <a:lnTo>
                        <a:pt x="1771" y="779"/>
                      </a:lnTo>
                      <a:lnTo>
                        <a:pt x="1746" y="660"/>
                      </a:lnTo>
                      <a:lnTo>
                        <a:pt x="1733" y="536"/>
                      </a:lnTo>
                      <a:lnTo>
                        <a:pt x="1731" y="473"/>
                      </a:lnTo>
                      <a:lnTo>
                        <a:pt x="860" y="0"/>
                      </a:lnTo>
                      <a:lnTo>
                        <a:pt x="0" y="472"/>
                      </a:lnTo>
                      <a:lnTo>
                        <a:pt x="2" y="548"/>
                      </a:lnTo>
                      <a:lnTo>
                        <a:pt x="9" y="698"/>
                      </a:lnTo>
                      <a:lnTo>
                        <a:pt x="25" y="848"/>
                      </a:lnTo>
                      <a:lnTo>
                        <a:pt x="48" y="994"/>
                      </a:lnTo>
                      <a:lnTo>
                        <a:pt x="77" y="1138"/>
                      </a:lnTo>
                      <a:lnTo>
                        <a:pt x="113" y="1280"/>
                      </a:lnTo>
                      <a:lnTo>
                        <a:pt x="156" y="1419"/>
                      </a:lnTo>
                      <a:lnTo>
                        <a:pt x="205" y="1555"/>
                      </a:lnTo>
                      <a:lnTo>
                        <a:pt x="260" y="1689"/>
                      </a:lnTo>
                      <a:lnTo>
                        <a:pt x="321" y="1818"/>
                      </a:lnTo>
                      <a:lnTo>
                        <a:pt x="388" y="1944"/>
                      </a:lnTo>
                      <a:lnTo>
                        <a:pt x="459" y="2067"/>
                      </a:lnTo>
                      <a:lnTo>
                        <a:pt x="537" y="2186"/>
                      </a:lnTo>
                      <a:lnTo>
                        <a:pt x="621" y="2302"/>
                      </a:lnTo>
                      <a:lnTo>
                        <a:pt x="709" y="2413"/>
                      </a:lnTo>
                      <a:lnTo>
                        <a:pt x="801" y="2520"/>
                      </a:lnTo>
                      <a:lnTo>
                        <a:pt x="900" y="2622"/>
                      </a:lnTo>
                      <a:lnTo>
                        <a:pt x="1002" y="2720"/>
                      </a:lnTo>
                      <a:lnTo>
                        <a:pt x="1109" y="2814"/>
                      </a:lnTo>
                      <a:lnTo>
                        <a:pt x="1220" y="2902"/>
                      </a:lnTo>
                      <a:lnTo>
                        <a:pt x="1335" y="2985"/>
                      </a:lnTo>
                      <a:lnTo>
                        <a:pt x="1455" y="3063"/>
                      </a:lnTo>
                      <a:lnTo>
                        <a:pt x="1578" y="3135"/>
                      </a:lnTo>
                      <a:lnTo>
                        <a:pt x="1704" y="3201"/>
                      </a:lnTo>
                      <a:lnTo>
                        <a:pt x="1833" y="3262"/>
                      </a:lnTo>
                      <a:lnTo>
                        <a:pt x="1967" y="3318"/>
                      </a:lnTo>
                      <a:lnTo>
                        <a:pt x="2103" y="3366"/>
                      </a:lnTo>
                      <a:lnTo>
                        <a:pt x="2241" y="3409"/>
                      </a:lnTo>
                      <a:lnTo>
                        <a:pt x="2384" y="3445"/>
                      </a:lnTo>
                      <a:lnTo>
                        <a:pt x="2528" y="3475"/>
                      </a:lnTo>
                      <a:lnTo>
                        <a:pt x="2674" y="3497"/>
                      </a:lnTo>
                      <a:lnTo>
                        <a:pt x="2823" y="3512"/>
                      </a:lnTo>
                      <a:lnTo>
                        <a:pt x="2899" y="3518"/>
                      </a:lnTo>
                      <a:lnTo>
                        <a:pt x="2429" y="2663"/>
                      </a:lnTo>
                      <a:lnTo>
                        <a:pt x="2908" y="1782"/>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endParaRPr lang="en-US" sz="1400" b="1" dirty="0">
                    <a:solidFill>
                      <a:schemeClr val="bg1"/>
                    </a:solidFill>
                  </a:endParaRPr>
                </a:p>
              </p:txBody>
            </p:sp>
          </p:grpSp>
          <p:sp>
            <p:nvSpPr>
              <p:cNvPr id="34" name="TextBox 33">
                <a:extLst>
                  <a:ext uri="{FF2B5EF4-FFF2-40B4-BE49-F238E27FC236}">
                    <a16:creationId xmlns:a16="http://schemas.microsoft.com/office/drawing/2014/main" id="{353501C5-90BA-558A-F6F1-324E8D9C52E6}"/>
                  </a:ext>
                </a:extLst>
              </p:cNvPr>
              <p:cNvSpPr txBox="1"/>
              <p:nvPr/>
            </p:nvSpPr>
            <p:spPr>
              <a:xfrm>
                <a:off x="1545151" y="2340976"/>
                <a:ext cx="1444896" cy="281991"/>
              </a:xfrm>
              <a:prstGeom prst="rect">
                <a:avLst/>
              </a:prstGeom>
              <a:noFill/>
            </p:spPr>
            <p:txBody>
              <a:bodyPr wrap="square" rtlCol="0">
                <a:spAutoFit/>
              </a:bodyPr>
              <a:lstStyle/>
              <a:p>
                <a:r>
                  <a:rPr lang="en-GB" sz="1200" b="1" dirty="0">
                    <a:solidFill>
                      <a:schemeClr val="tx1">
                        <a:lumMod val="95000"/>
                        <a:lumOff val="5000"/>
                      </a:schemeClr>
                    </a:solidFill>
                  </a:rPr>
                  <a:t>COMPETENCY</a:t>
                </a:r>
                <a:endParaRPr lang="en-US" sz="1200" dirty="0">
                  <a:solidFill>
                    <a:schemeClr val="tx1">
                      <a:lumMod val="95000"/>
                      <a:lumOff val="5000"/>
                    </a:schemeClr>
                  </a:solidFill>
                </a:endParaRPr>
              </a:p>
            </p:txBody>
          </p:sp>
          <p:sp>
            <p:nvSpPr>
              <p:cNvPr id="35" name="TextBox 34">
                <a:extLst>
                  <a:ext uri="{FF2B5EF4-FFF2-40B4-BE49-F238E27FC236}">
                    <a16:creationId xmlns:a16="http://schemas.microsoft.com/office/drawing/2014/main" id="{4FABD905-9D1C-0A1E-D064-AB8A33846137}"/>
                  </a:ext>
                </a:extLst>
              </p:cNvPr>
              <p:cNvSpPr txBox="1"/>
              <p:nvPr/>
            </p:nvSpPr>
            <p:spPr>
              <a:xfrm>
                <a:off x="1344756" y="2640991"/>
                <a:ext cx="1803581" cy="1085074"/>
              </a:xfrm>
              <a:prstGeom prst="rect">
                <a:avLst/>
              </a:prstGeom>
              <a:noFill/>
            </p:spPr>
            <p:txBody>
              <a:bodyPr wrap="square" rtlCol="0">
                <a:spAutoFit/>
              </a:bodyPr>
              <a:lstStyle/>
              <a:p>
                <a:pPr algn="ctr"/>
                <a:r>
                  <a:rPr lang="en-US" sz="900" b="0" i="0" dirty="0">
                    <a:effectLst/>
                    <a:ea typeface="Roboto" panose="02000000000000000000" pitchFamily="2" charset="0"/>
                    <a:cs typeface="Roboto" panose="02000000000000000000" pitchFamily="2" charset="0"/>
                  </a:rPr>
                  <a:t>Connect data across the enterprise for a contextual 360-degree view and insights with intelligent master data management (MDM)</a:t>
                </a:r>
                <a:endParaRPr lang="en-US" sz="900" dirty="0">
                  <a:ea typeface="Roboto" panose="02000000000000000000" pitchFamily="2" charset="0"/>
                  <a:cs typeface="Roboto" panose="02000000000000000000" pitchFamily="2" charset="0"/>
                </a:endParaRPr>
              </a:p>
            </p:txBody>
          </p:sp>
          <p:sp>
            <p:nvSpPr>
              <p:cNvPr id="36" name="TextBox 35">
                <a:extLst>
                  <a:ext uri="{FF2B5EF4-FFF2-40B4-BE49-F238E27FC236}">
                    <a16:creationId xmlns:a16="http://schemas.microsoft.com/office/drawing/2014/main" id="{C0664585-6543-6308-D33F-ECD1B33AB874}"/>
                  </a:ext>
                </a:extLst>
              </p:cNvPr>
              <p:cNvSpPr txBox="1"/>
              <p:nvPr/>
            </p:nvSpPr>
            <p:spPr>
              <a:xfrm>
                <a:off x="2547690" y="1243691"/>
                <a:ext cx="1723771" cy="1390327"/>
              </a:xfrm>
              <a:prstGeom prst="rect">
                <a:avLst/>
              </a:prstGeom>
              <a:noFill/>
            </p:spPr>
            <p:txBody>
              <a:bodyPr wrap="square" rtlCol="0">
                <a:spAutoFit/>
              </a:bodyPr>
              <a:lstStyle/>
              <a:p>
                <a:pPr algn="ctr"/>
                <a:r>
                  <a:rPr lang="en-US" sz="2400" b="1" dirty="0">
                    <a:solidFill>
                      <a:schemeClr val="bg1"/>
                    </a:solidFill>
                  </a:rPr>
                  <a:t>20+</a:t>
                </a:r>
              </a:p>
              <a:p>
                <a:pPr algn="ctr"/>
                <a:r>
                  <a:rPr lang="en-US" b="1" dirty="0">
                    <a:solidFill>
                      <a:schemeClr val="bg1"/>
                    </a:solidFill>
                  </a:rPr>
                  <a:t>Total </a:t>
                </a:r>
              </a:p>
              <a:p>
                <a:pPr algn="ctr"/>
                <a:r>
                  <a:rPr lang="en-US" b="1" dirty="0">
                    <a:solidFill>
                      <a:schemeClr val="bg1"/>
                    </a:solidFill>
                  </a:rPr>
                  <a:t>Associates </a:t>
                </a:r>
              </a:p>
              <a:p>
                <a:endParaRPr lang="en-US" dirty="0"/>
              </a:p>
            </p:txBody>
          </p:sp>
          <p:sp>
            <p:nvSpPr>
              <p:cNvPr id="37" name="TextBox 36">
                <a:extLst>
                  <a:ext uri="{FF2B5EF4-FFF2-40B4-BE49-F238E27FC236}">
                    <a16:creationId xmlns:a16="http://schemas.microsoft.com/office/drawing/2014/main" id="{BEB618FA-5BBA-D6BC-B74F-4DA9A51E50C8}"/>
                  </a:ext>
                </a:extLst>
              </p:cNvPr>
              <p:cNvSpPr txBox="1"/>
              <p:nvPr/>
            </p:nvSpPr>
            <p:spPr>
              <a:xfrm>
                <a:off x="2340198" y="3469174"/>
                <a:ext cx="1480593" cy="1125502"/>
              </a:xfrm>
              <a:prstGeom prst="rect">
                <a:avLst/>
              </a:prstGeom>
              <a:noFill/>
            </p:spPr>
            <p:txBody>
              <a:bodyPr wrap="square" rtlCol="0">
                <a:spAutoFit/>
              </a:bodyPr>
              <a:lstStyle/>
              <a:p>
                <a:pPr algn="ctr"/>
                <a:r>
                  <a:rPr lang="en-US" sz="2400" b="1" dirty="0">
                    <a:solidFill>
                      <a:schemeClr val="bg1"/>
                    </a:solidFill>
                  </a:rPr>
                  <a:t>    10+ </a:t>
                </a:r>
                <a:r>
                  <a:rPr lang="en-US" sz="2800" b="1" dirty="0">
                    <a:solidFill>
                      <a:schemeClr val="bg1"/>
                    </a:solidFill>
                  </a:rPr>
                  <a:t> </a:t>
                </a:r>
              </a:p>
              <a:p>
                <a:pPr algn="ctr"/>
                <a:r>
                  <a:rPr lang="en-US" sz="1800" dirty="0">
                    <a:solidFill>
                      <a:schemeClr val="bg1"/>
                    </a:solidFill>
                  </a:rPr>
                  <a:t>     </a:t>
                </a:r>
                <a:r>
                  <a:rPr lang="en-US" sz="1600" b="1" dirty="0">
                    <a:solidFill>
                      <a:schemeClr val="bg1"/>
                    </a:solidFill>
                  </a:rPr>
                  <a:t>Total </a:t>
                </a:r>
              </a:p>
              <a:p>
                <a:pPr algn="ctr"/>
                <a:r>
                  <a:rPr lang="en-US" sz="1600" b="1" dirty="0">
                    <a:solidFill>
                      <a:schemeClr val="bg1"/>
                    </a:solidFill>
                  </a:rPr>
                  <a:t>Associates </a:t>
                </a:r>
              </a:p>
            </p:txBody>
          </p:sp>
          <p:sp>
            <p:nvSpPr>
              <p:cNvPr id="38" name="TextBox 37">
                <a:extLst>
                  <a:ext uri="{FF2B5EF4-FFF2-40B4-BE49-F238E27FC236}">
                    <a16:creationId xmlns:a16="http://schemas.microsoft.com/office/drawing/2014/main" id="{E472EDEC-0FA6-D1CA-DDDA-22DFB9D20984}"/>
                  </a:ext>
                </a:extLst>
              </p:cNvPr>
              <p:cNvSpPr txBox="1"/>
              <p:nvPr/>
            </p:nvSpPr>
            <p:spPr>
              <a:xfrm>
                <a:off x="566040" y="1392655"/>
                <a:ext cx="1466292" cy="1092400"/>
              </a:xfrm>
              <a:prstGeom prst="rect">
                <a:avLst/>
              </a:prstGeom>
              <a:noFill/>
            </p:spPr>
            <p:txBody>
              <a:bodyPr wrap="square" rtlCol="0">
                <a:spAutoFit/>
              </a:bodyPr>
              <a:lstStyle/>
              <a:p>
                <a:pPr algn="ctr"/>
                <a:r>
                  <a:rPr lang="en-US" sz="2400" b="1" dirty="0">
                    <a:solidFill>
                      <a:schemeClr val="bg1"/>
                    </a:solidFill>
                  </a:rPr>
                  <a:t>10+</a:t>
                </a:r>
              </a:p>
              <a:p>
                <a:pPr algn="ctr"/>
                <a:r>
                  <a:rPr lang="en-US" sz="1800" b="1" dirty="0">
                    <a:solidFill>
                      <a:schemeClr val="bg1"/>
                    </a:solidFill>
                  </a:rPr>
                  <a:t>Clients</a:t>
                </a:r>
              </a:p>
              <a:p>
                <a:endParaRPr lang="en-US" dirty="0"/>
              </a:p>
            </p:txBody>
          </p:sp>
          <p:sp>
            <p:nvSpPr>
              <p:cNvPr id="39" name="TextBox 38">
                <a:extLst>
                  <a:ext uri="{FF2B5EF4-FFF2-40B4-BE49-F238E27FC236}">
                    <a16:creationId xmlns:a16="http://schemas.microsoft.com/office/drawing/2014/main" id="{9A922C6D-788D-4494-86D6-32E4C5CFDD48}"/>
                  </a:ext>
                </a:extLst>
              </p:cNvPr>
              <p:cNvSpPr txBox="1"/>
              <p:nvPr/>
            </p:nvSpPr>
            <p:spPr>
              <a:xfrm>
                <a:off x="426647" y="3438647"/>
                <a:ext cx="1293799" cy="1092400"/>
              </a:xfrm>
              <a:prstGeom prst="rect">
                <a:avLst/>
              </a:prstGeom>
              <a:noFill/>
            </p:spPr>
            <p:txBody>
              <a:bodyPr wrap="square" rtlCol="0">
                <a:spAutoFit/>
              </a:bodyPr>
              <a:lstStyle/>
              <a:p>
                <a:pPr algn="ctr"/>
                <a:r>
                  <a:rPr lang="en-US" sz="2400" b="1" dirty="0">
                    <a:solidFill>
                      <a:schemeClr val="bg1"/>
                    </a:solidFill>
                  </a:rPr>
                  <a:t>2+</a:t>
                </a:r>
              </a:p>
              <a:p>
                <a:pPr algn="ctr"/>
                <a:r>
                  <a:rPr lang="en-US" sz="1800" dirty="0">
                    <a:solidFill>
                      <a:schemeClr val="bg1"/>
                    </a:solidFill>
                  </a:rPr>
                  <a:t>Clients</a:t>
                </a:r>
              </a:p>
              <a:p>
                <a:endParaRPr lang="en-US" dirty="0"/>
              </a:p>
            </p:txBody>
          </p:sp>
        </p:grpSp>
        <p:sp>
          <p:nvSpPr>
            <p:cNvPr id="31" name="TextBox 30">
              <a:extLst>
                <a:ext uri="{FF2B5EF4-FFF2-40B4-BE49-F238E27FC236}">
                  <a16:creationId xmlns:a16="http://schemas.microsoft.com/office/drawing/2014/main" id="{CF5CC85C-5DF4-4B60-4237-694BECC4A2BE}"/>
                </a:ext>
              </a:extLst>
            </p:cNvPr>
            <p:cNvSpPr txBox="1"/>
            <p:nvPr/>
          </p:nvSpPr>
          <p:spPr>
            <a:xfrm>
              <a:off x="1417689" y="5414508"/>
              <a:ext cx="1779645" cy="397860"/>
            </a:xfrm>
            <a:prstGeom prst="rect">
              <a:avLst/>
            </a:prstGeom>
            <a:noFill/>
          </p:spPr>
          <p:txBody>
            <a:bodyPr wrap="square" rtlCol="0">
              <a:spAutoFit/>
            </a:bodyPr>
            <a:lstStyle/>
            <a:p>
              <a:pPr algn="ctr"/>
              <a:r>
                <a:rPr lang="en-US" sz="1600" b="1" dirty="0"/>
                <a:t>MDM &amp;IICS</a:t>
              </a:r>
            </a:p>
          </p:txBody>
        </p:sp>
        <p:sp>
          <p:nvSpPr>
            <p:cNvPr id="32" name="TextBox 31">
              <a:extLst>
                <a:ext uri="{FF2B5EF4-FFF2-40B4-BE49-F238E27FC236}">
                  <a16:creationId xmlns:a16="http://schemas.microsoft.com/office/drawing/2014/main" id="{2628105D-5DAF-25C3-600D-02348E377EF1}"/>
                </a:ext>
              </a:extLst>
            </p:cNvPr>
            <p:cNvSpPr txBox="1"/>
            <p:nvPr/>
          </p:nvSpPr>
          <p:spPr>
            <a:xfrm>
              <a:off x="1473778" y="319179"/>
              <a:ext cx="1587642" cy="397860"/>
            </a:xfrm>
            <a:prstGeom prst="rect">
              <a:avLst/>
            </a:prstGeom>
            <a:noFill/>
          </p:spPr>
          <p:txBody>
            <a:bodyPr wrap="square" rtlCol="0">
              <a:spAutoFit/>
            </a:bodyPr>
            <a:lstStyle/>
            <a:p>
              <a:pPr algn="ctr"/>
              <a:r>
                <a:rPr lang="en-US" sz="1600" b="1" dirty="0"/>
                <a:t>Informatica</a:t>
              </a:r>
            </a:p>
          </p:txBody>
        </p:sp>
      </p:grpSp>
      <p:sp>
        <p:nvSpPr>
          <p:cNvPr id="9" name="Arrow: Right 8">
            <a:extLst>
              <a:ext uri="{FF2B5EF4-FFF2-40B4-BE49-F238E27FC236}">
                <a16:creationId xmlns:a16="http://schemas.microsoft.com/office/drawing/2014/main" id="{AD640B43-23BA-B4DA-DACA-77B5B04C15DA}"/>
              </a:ext>
            </a:extLst>
          </p:cNvPr>
          <p:cNvSpPr/>
          <p:nvPr/>
        </p:nvSpPr>
        <p:spPr>
          <a:xfrm rot="5400000">
            <a:off x="1418144" y="4676822"/>
            <a:ext cx="484877" cy="279047"/>
          </a:xfrm>
          <a:prstGeom prst="rightArrow">
            <a:avLst/>
          </a:prstGeom>
          <a:solidFill>
            <a:srgbClr val="2533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98161B2F-4B3B-F71F-960B-EC11DEDF190A}"/>
              </a:ext>
            </a:extLst>
          </p:cNvPr>
          <p:cNvSpPr/>
          <p:nvPr/>
        </p:nvSpPr>
        <p:spPr>
          <a:xfrm rot="5400000">
            <a:off x="2444945" y="4681592"/>
            <a:ext cx="484877" cy="279047"/>
          </a:xfrm>
          <a:prstGeom prst="rightArrow">
            <a:avLst/>
          </a:prstGeom>
          <a:solidFill>
            <a:srgbClr val="B5C1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98D94AD0-1B76-379D-F85B-6B9F55D7BC07}"/>
              </a:ext>
            </a:extLst>
          </p:cNvPr>
          <p:cNvSpPr/>
          <p:nvPr/>
        </p:nvSpPr>
        <p:spPr>
          <a:xfrm rot="16200000">
            <a:off x="1471933" y="1170593"/>
            <a:ext cx="511088" cy="279047"/>
          </a:xfrm>
          <a:prstGeom prst="rightArrow">
            <a:avLst/>
          </a:prstGeom>
          <a:solidFill>
            <a:srgbClr val="374D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270701D1-1DC4-E62C-2A85-BDE14AB37FFB}"/>
              </a:ext>
            </a:extLst>
          </p:cNvPr>
          <p:cNvSpPr/>
          <p:nvPr/>
        </p:nvSpPr>
        <p:spPr>
          <a:xfrm rot="16200000">
            <a:off x="2417072" y="1225185"/>
            <a:ext cx="606292" cy="279047"/>
          </a:xfrm>
          <a:prstGeom prst="rightArrow">
            <a:avLst/>
          </a:prstGeom>
          <a:solidFill>
            <a:srgbClr val="90A2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7824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a:xfrm>
            <a:off x="273446" y="57227"/>
            <a:ext cx="11306174" cy="854075"/>
          </a:xfrm>
        </p:spPr>
        <p:txBody>
          <a:bodyPr>
            <a:normAutofit/>
          </a:bodyPr>
          <a:lstStyle/>
          <a:p>
            <a:r>
              <a:rPr lang="en-IN" altLang="en-US" sz="3200" dirty="0">
                <a:latin typeface="Trebuchet MS" panose="020B0603020202020204" pitchFamily="34" charset="0"/>
              </a:rPr>
              <a:t>Data Modernisation &gt; Microsoft/Azure </a:t>
            </a:r>
            <a:r>
              <a:rPr lang="en-US" sz="3200" dirty="0">
                <a:solidFill>
                  <a:prstClr val="black"/>
                </a:solidFill>
                <a:latin typeface="Trebuchet MS" panose="020B0603020202020204" pitchFamily="34" charset="0"/>
              </a:rPr>
              <a:t>Competency</a:t>
            </a:r>
            <a:endParaRPr lang="en-US" sz="3200" dirty="0">
              <a:latin typeface="Trebuchet MS" panose="020B0603020202020204" pitchFamily="34" charset="0"/>
            </a:endParaRPr>
          </a:p>
        </p:txBody>
      </p:sp>
      <p:grpSp>
        <p:nvGrpSpPr>
          <p:cNvPr id="101" name="Group 100">
            <a:extLst>
              <a:ext uri="{FF2B5EF4-FFF2-40B4-BE49-F238E27FC236}">
                <a16:creationId xmlns:a16="http://schemas.microsoft.com/office/drawing/2014/main" id="{241D7662-4BDB-DDC9-25FF-4AA5A68BEC36}"/>
              </a:ext>
            </a:extLst>
          </p:cNvPr>
          <p:cNvGrpSpPr/>
          <p:nvPr/>
        </p:nvGrpSpPr>
        <p:grpSpPr>
          <a:xfrm>
            <a:off x="4057575" y="4945724"/>
            <a:ext cx="3056005" cy="1718806"/>
            <a:chOff x="8426380" y="4527832"/>
            <a:chExt cx="3056005" cy="1718806"/>
          </a:xfrm>
        </p:grpSpPr>
        <p:grpSp>
          <p:nvGrpSpPr>
            <p:cNvPr id="54" name="Group 53">
              <a:extLst>
                <a:ext uri="{FF2B5EF4-FFF2-40B4-BE49-F238E27FC236}">
                  <a16:creationId xmlns:a16="http://schemas.microsoft.com/office/drawing/2014/main" id="{03E274B2-A9EB-2B98-D218-54E5A5223C0A}"/>
                </a:ext>
              </a:extLst>
            </p:cNvPr>
            <p:cNvGrpSpPr/>
            <p:nvPr/>
          </p:nvGrpSpPr>
          <p:grpSpPr>
            <a:xfrm>
              <a:off x="8426380" y="4885253"/>
              <a:ext cx="980659" cy="957251"/>
              <a:chOff x="7235235" y="3519283"/>
              <a:chExt cx="1127715" cy="1127178"/>
            </a:xfrm>
          </p:grpSpPr>
          <p:sp>
            <p:nvSpPr>
              <p:cNvPr id="56" name="Oval 182">
                <a:extLst>
                  <a:ext uri="{FF2B5EF4-FFF2-40B4-BE49-F238E27FC236}">
                    <a16:creationId xmlns:a16="http://schemas.microsoft.com/office/drawing/2014/main" id="{DC7A602A-020E-3804-4FB4-B264FCF26783}"/>
                  </a:ext>
                </a:extLst>
              </p:cNvPr>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accent2">
                  <a:lumMod val="75000"/>
                </a:schemeClr>
              </a:solidFill>
              <a:ln w="3175" cap="flat" cmpd="sng" algn="ctr">
                <a:solidFill>
                  <a:srgbClr val="50B3CF">
                    <a:lumMod val="60000"/>
                    <a:lumOff val="40000"/>
                  </a:srgbClr>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57" name="Pie 248">
                <a:extLst>
                  <a:ext uri="{FF2B5EF4-FFF2-40B4-BE49-F238E27FC236}">
                    <a16:creationId xmlns:a16="http://schemas.microsoft.com/office/drawing/2014/main" id="{5F6341C7-821A-6B6E-2C8D-3DBB769C697F}"/>
                  </a:ext>
                </a:extLst>
              </p:cNvPr>
              <p:cNvSpPr/>
              <p:nvPr/>
            </p:nvSpPr>
            <p:spPr>
              <a:xfrm>
                <a:off x="7235235" y="3519283"/>
                <a:ext cx="1126118" cy="1126118"/>
              </a:xfrm>
              <a:prstGeom prst="pie">
                <a:avLst>
                  <a:gd name="adj1" fmla="val 3948139"/>
                  <a:gd name="adj2" fmla="val 10698159"/>
                </a:avLst>
              </a:prstGeom>
              <a:solidFill>
                <a:schemeClr val="accent2">
                  <a:lumMod val="75000"/>
                </a:schemeClr>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58" name="Pie 249">
                <a:extLst>
                  <a:ext uri="{FF2B5EF4-FFF2-40B4-BE49-F238E27FC236}">
                    <a16:creationId xmlns:a16="http://schemas.microsoft.com/office/drawing/2014/main" id="{3C5AA4C4-4D27-EE4E-7404-98DD0B36C782}"/>
                  </a:ext>
                </a:extLst>
              </p:cNvPr>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72" name="Oval 71">
                <a:extLst>
                  <a:ext uri="{FF2B5EF4-FFF2-40B4-BE49-F238E27FC236}">
                    <a16:creationId xmlns:a16="http://schemas.microsoft.com/office/drawing/2014/main" id="{6A1FDF47-F354-D304-E5E2-B5586E72FBB3}"/>
                  </a:ext>
                </a:extLst>
              </p:cNvPr>
              <p:cNvSpPr/>
              <p:nvPr/>
            </p:nvSpPr>
            <p:spPr>
              <a:xfrm>
                <a:off x="7325539" y="3609051"/>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73" name="Oval 72">
                <a:extLst>
                  <a:ext uri="{FF2B5EF4-FFF2-40B4-BE49-F238E27FC236}">
                    <a16:creationId xmlns:a16="http://schemas.microsoft.com/office/drawing/2014/main" id="{4628A6CF-7B50-8811-34E4-6FF16A374AB7}"/>
                  </a:ext>
                </a:extLst>
              </p:cNvPr>
              <p:cNvSpPr/>
              <p:nvPr/>
            </p:nvSpPr>
            <p:spPr>
              <a:xfrm>
                <a:off x="7406657"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74" name="Rektangel 76">
              <a:extLst>
                <a:ext uri="{FF2B5EF4-FFF2-40B4-BE49-F238E27FC236}">
                  <a16:creationId xmlns:a16="http://schemas.microsoft.com/office/drawing/2014/main" id="{C1E38B1A-8049-EB5F-12AB-6DC01AB38626}"/>
                </a:ext>
              </a:extLst>
            </p:cNvPr>
            <p:cNvSpPr>
              <a:spLocks noChangeArrowheads="1"/>
            </p:cNvSpPr>
            <p:nvPr/>
          </p:nvSpPr>
          <p:spPr bwMode="auto">
            <a:xfrm>
              <a:off x="8449615" y="5825882"/>
              <a:ext cx="1123829" cy="420756"/>
            </a:xfrm>
            <a:prstGeom prst="rect">
              <a:avLst/>
            </a:prstGeom>
            <a:noFill/>
            <a:ln w="9525">
              <a:noFill/>
              <a:miter lim="800000"/>
              <a:headEnd/>
              <a:tailEnd/>
            </a:ln>
          </p:spPr>
          <p:txBody>
            <a:bodyPr wrap="square" lIns="0" rIns="0">
              <a:spAutoFit/>
            </a:bodyPr>
            <a:lstStyle/>
            <a:p>
              <a:pPr algn="ctr" defTabSz="1300170">
                <a:defRPr/>
              </a:pPr>
              <a:r>
                <a:rPr lang="en-US" sz="1067" b="1" kern="0" noProof="1">
                  <a:solidFill>
                    <a:schemeClr val="tx2"/>
                  </a:solidFill>
                  <a:cs typeface="Calibri" panose="020F0502020204030204" pitchFamily="34" charset="0"/>
                </a:rPr>
                <a:t>Trained Practitioners</a:t>
              </a:r>
              <a:endParaRPr lang="da-DK" sz="1067" b="1" kern="0" dirty="0">
                <a:solidFill>
                  <a:schemeClr val="tx2"/>
                </a:solidFill>
                <a:cs typeface="Calibri" panose="020F0502020204030204" pitchFamily="34" charset="0"/>
              </a:endParaRPr>
            </a:p>
          </p:txBody>
        </p:sp>
        <p:sp>
          <p:nvSpPr>
            <p:cNvPr id="75" name="Rektangel 76">
              <a:extLst>
                <a:ext uri="{FF2B5EF4-FFF2-40B4-BE49-F238E27FC236}">
                  <a16:creationId xmlns:a16="http://schemas.microsoft.com/office/drawing/2014/main" id="{0CE6CEF1-0E3B-8002-97EA-E375FB882CF4}"/>
                </a:ext>
              </a:extLst>
            </p:cNvPr>
            <p:cNvSpPr>
              <a:spLocks noChangeArrowheads="1"/>
            </p:cNvSpPr>
            <p:nvPr/>
          </p:nvSpPr>
          <p:spPr bwMode="auto">
            <a:xfrm>
              <a:off x="9583090" y="5916747"/>
              <a:ext cx="788887" cy="284183"/>
            </a:xfrm>
            <a:prstGeom prst="rect">
              <a:avLst/>
            </a:prstGeom>
            <a:noFill/>
            <a:ln w="9525">
              <a:noFill/>
              <a:miter lim="800000"/>
              <a:headEnd/>
              <a:tailEnd/>
            </a:ln>
          </p:spPr>
          <p:txBody>
            <a:bodyPr wrap="square" lIns="0" tIns="0" rIns="0" bIns="0">
              <a:noAutofit/>
            </a:bodyPr>
            <a:lstStyle/>
            <a:p>
              <a:pPr algn="ctr" defTabSz="1300170">
                <a:lnSpc>
                  <a:spcPts val="1200"/>
                </a:lnSpc>
                <a:defRPr/>
              </a:pPr>
              <a:r>
                <a:rPr lang="en-US" sz="1067" b="1" kern="0" noProof="1">
                  <a:solidFill>
                    <a:schemeClr val="tx2"/>
                  </a:solidFill>
                  <a:cs typeface="Calibri" panose="020F0502020204030204" pitchFamily="34" charset="0"/>
                </a:rPr>
                <a:t>Projects</a:t>
              </a:r>
              <a:endParaRPr lang="da-DK" sz="1067" b="1" kern="0" dirty="0">
                <a:solidFill>
                  <a:schemeClr val="tx2"/>
                </a:solidFill>
                <a:cs typeface="Calibri" panose="020F0502020204030204" pitchFamily="34" charset="0"/>
              </a:endParaRPr>
            </a:p>
          </p:txBody>
        </p:sp>
        <p:pic>
          <p:nvPicPr>
            <p:cNvPr id="76" name="Picture 75">
              <a:extLst>
                <a:ext uri="{FF2B5EF4-FFF2-40B4-BE49-F238E27FC236}">
                  <a16:creationId xmlns:a16="http://schemas.microsoft.com/office/drawing/2014/main" id="{9552E4E0-5386-CCF4-3BC8-FFB7446E2462}"/>
                </a:ext>
              </a:extLst>
            </p:cNvPr>
            <p:cNvPicPr>
              <a:picLocks noChangeAspect="1"/>
            </p:cNvPicPr>
            <p:nvPr/>
          </p:nvPicPr>
          <p:blipFill>
            <a:blip r:embed="rId3" cstate="email">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8449615" y="4569349"/>
              <a:ext cx="393336" cy="301816"/>
            </a:xfrm>
            <a:prstGeom prst="rect">
              <a:avLst/>
            </a:prstGeom>
          </p:spPr>
        </p:pic>
        <p:pic>
          <p:nvPicPr>
            <p:cNvPr id="77" name="Picture 76">
              <a:extLst>
                <a:ext uri="{FF2B5EF4-FFF2-40B4-BE49-F238E27FC236}">
                  <a16:creationId xmlns:a16="http://schemas.microsoft.com/office/drawing/2014/main" id="{CA33C556-EEDC-5B09-B593-0561C5CF0F7B}"/>
                </a:ext>
              </a:extLst>
            </p:cNvPr>
            <p:cNvPicPr>
              <a:picLocks noChangeAspect="1"/>
            </p:cNvPicPr>
            <p:nvPr/>
          </p:nvPicPr>
          <p:blipFill>
            <a:blip r:embed="rId4" cstate="email">
              <a:duotone>
                <a:prstClr val="black"/>
                <a:schemeClr val="accent2">
                  <a:tint val="45000"/>
                  <a:satMod val="400000"/>
                </a:scheme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9511298" y="4527832"/>
              <a:ext cx="355195" cy="372387"/>
            </a:xfrm>
            <a:prstGeom prst="rect">
              <a:avLst/>
            </a:prstGeom>
          </p:spPr>
        </p:pic>
        <p:grpSp>
          <p:nvGrpSpPr>
            <p:cNvPr id="78" name="Group 77">
              <a:extLst>
                <a:ext uri="{FF2B5EF4-FFF2-40B4-BE49-F238E27FC236}">
                  <a16:creationId xmlns:a16="http://schemas.microsoft.com/office/drawing/2014/main" id="{924BA212-5C95-EB05-C4DE-B5DF27FC07FC}"/>
                </a:ext>
              </a:extLst>
            </p:cNvPr>
            <p:cNvGrpSpPr/>
            <p:nvPr/>
          </p:nvGrpSpPr>
          <p:grpSpPr>
            <a:xfrm>
              <a:off x="9448990" y="4885253"/>
              <a:ext cx="980659" cy="957251"/>
              <a:chOff x="7235235" y="3519283"/>
              <a:chExt cx="1127715" cy="1127178"/>
            </a:xfrm>
          </p:grpSpPr>
          <p:sp>
            <p:nvSpPr>
              <p:cNvPr id="79" name="Oval 182">
                <a:extLst>
                  <a:ext uri="{FF2B5EF4-FFF2-40B4-BE49-F238E27FC236}">
                    <a16:creationId xmlns:a16="http://schemas.microsoft.com/office/drawing/2014/main" id="{05E0172B-22B7-5A91-6F20-343959F85ABA}"/>
                  </a:ext>
                </a:extLst>
              </p:cNvPr>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tx2"/>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80" name="Pie 243">
                <a:extLst>
                  <a:ext uri="{FF2B5EF4-FFF2-40B4-BE49-F238E27FC236}">
                    <a16:creationId xmlns:a16="http://schemas.microsoft.com/office/drawing/2014/main" id="{48B42AAF-951E-7F42-A3F7-02D22973D33C}"/>
                  </a:ext>
                </a:extLst>
              </p:cNvPr>
              <p:cNvSpPr/>
              <p:nvPr/>
            </p:nvSpPr>
            <p:spPr>
              <a:xfrm>
                <a:off x="7235235" y="3519283"/>
                <a:ext cx="1126118" cy="1126118"/>
              </a:xfrm>
              <a:prstGeom prst="pie">
                <a:avLst>
                  <a:gd name="adj1" fmla="val 3948139"/>
                  <a:gd name="adj2" fmla="val 1069815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81" name="Pie 244">
                <a:extLst>
                  <a:ext uri="{FF2B5EF4-FFF2-40B4-BE49-F238E27FC236}">
                    <a16:creationId xmlns:a16="http://schemas.microsoft.com/office/drawing/2014/main" id="{1BC24660-326A-DB8D-0ADA-29EB46A4A82C}"/>
                  </a:ext>
                </a:extLst>
              </p:cNvPr>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82" name="Oval 81">
                <a:extLst>
                  <a:ext uri="{FF2B5EF4-FFF2-40B4-BE49-F238E27FC236}">
                    <a16:creationId xmlns:a16="http://schemas.microsoft.com/office/drawing/2014/main" id="{5D605181-9E3D-07C1-E628-B25772431007}"/>
                  </a:ext>
                </a:extLst>
              </p:cNvPr>
              <p:cNvSpPr/>
              <p:nvPr/>
            </p:nvSpPr>
            <p:spPr>
              <a:xfrm>
                <a:off x="7326107" y="3592568"/>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83" name="Oval 82">
                <a:extLst>
                  <a:ext uri="{FF2B5EF4-FFF2-40B4-BE49-F238E27FC236}">
                    <a16:creationId xmlns:a16="http://schemas.microsoft.com/office/drawing/2014/main" id="{9FF8A6A9-E3A4-8126-97CD-9913BD55AC5C}"/>
                  </a:ext>
                </a:extLst>
              </p:cNvPr>
              <p:cNvSpPr/>
              <p:nvPr/>
            </p:nvSpPr>
            <p:spPr>
              <a:xfrm>
                <a:off x="7422032"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84" name="Rectangle 83">
              <a:extLst>
                <a:ext uri="{FF2B5EF4-FFF2-40B4-BE49-F238E27FC236}">
                  <a16:creationId xmlns:a16="http://schemas.microsoft.com/office/drawing/2014/main" id="{224DF803-ACBC-0A43-15E1-E8F1A397BC02}"/>
                </a:ext>
              </a:extLst>
            </p:cNvPr>
            <p:cNvSpPr/>
            <p:nvPr/>
          </p:nvSpPr>
          <p:spPr>
            <a:xfrm>
              <a:off x="8720022" y="5229927"/>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50+  </a:t>
              </a:r>
            </a:p>
          </p:txBody>
        </p:sp>
        <p:sp>
          <p:nvSpPr>
            <p:cNvPr id="85" name="Rektangel 76">
              <a:extLst>
                <a:ext uri="{FF2B5EF4-FFF2-40B4-BE49-F238E27FC236}">
                  <a16:creationId xmlns:a16="http://schemas.microsoft.com/office/drawing/2014/main" id="{25AB702F-C7F4-BB51-1C69-524B512E47A4}"/>
                </a:ext>
              </a:extLst>
            </p:cNvPr>
            <p:cNvSpPr>
              <a:spLocks noChangeArrowheads="1"/>
            </p:cNvSpPr>
            <p:nvPr/>
          </p:nvSpPr>
          <p:spPr bwMode="auto">
            <a:xfrm>
              <a:off x="10428260" y="5898125"/>
              <a:ext cx="989210" cy="314237"/>
            </a:xfrm>
            <a:prstGeom prst="rect">
              <a:avLst/>
            </a:prstGeom>
            <a:noFill/>
            <a:ln w="9525">
              <a:noFill/>
              <a:miter lim="800000"/>
              <a:headEnd/>
              <a:tailEnd/>
            </a:ln>
          </p:spPr>
          <p:txBody>
            <a:bodyPr wrap="square" lIns="0" tIns="0" rIns="0" bIns="0">
              <a:noAutofit/>
            </a:bodyPr>
            <a:lstStyle/>
            <a:p>
              <a:pPr algn="ctr" defTabSz="1300170">
                <a:lnSpc>
                  <a:spcPts val="1200"/>
                </a:lnSpc>
                <a:defRPr/>
              </a:pPr>
              <a:r>
                <a:rPr lang="en-US" sz="1067" b="1" kern="0" noProof="1">
                  <a:solidFill>
                    <a:schemeClr val="tx2"/>
                  </a:solidFill>
                  <a:cs typeface="Calibri" panose="020F0502020204030204" pitchFamily="34" charset="0"/>
                </a:rPr>
                <a:t>Certified</a:t>
              </a:r>
            </a:p>
            <a:p>
              <a:pPr algn="ctr" defTabSz="1300170">
                <a:lnSpc>
                  <a:spcPts val="1200"/>
                </a:lnSpc>
                <a:defRPr/>
              </a:pPr>
              <a:r>
                <a:rPr lang="en-US" sz="1067" b="1" kern="0" noProof="1">
                  <a:solidFill>
                    <a:schemeClr val="tx2"/>
                  </a:solidFill>
                  <a:cs typeface="Calibri" panose="020F0502020204030204" pitchFamily="34" charset="0"/>
                </a:rPr>
                <a:t>Professionals</a:t>
              </a:r>
            </a:p>
          </p:txBody>
        </p:sp>
        <p:sp>
          <p:nvSpPr>
            <p:cNvPr id="86" name="Rectangle 85">
              <a:extLst>
                <a:ext uri="{FF2B5EF4-FFF2-40B4-BE49-F238E27FC236}">
                  <a16:creationId xmlns:a16="http://schemas.microsoft.com/office/drawing/2014/main" id="{C39A76E7-2F94-C596-D5F8-55310B6B0C8C}"/>
                </a:ext>
              </a:extLst>
            </p:cNvPr>
            <p:cNvSpPr/>
            <p:nvPr/>
          </p:nvSpPr>
          <p:spPr>
            <a:xfrm>
              <a:off x="9704401" y="5164266"/>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9 </a:t>
              </a:r>
            </a:p>
          </p:txBody>
        </p:sp>
        <p:pic>
          <p:nvPicPr>
            <p:cNvPr id="87" name="Picture 86">
              <a:extLst>
                <a:ext uri="{FF2B5EF4-FFF2-40B4-BE49-F238E27FC236}">
                  <a16:creationId xmlns:a16="http://schemas.microsoft.com/office/drawing/2014/main" id="{C6BADEDF-B446-899E-1860-9CB76B912C5B}"/>
                </a:ext>
              </a:extLst>
            </p:cNvPr>
            <p:cNvPicPr>
              <a:picLocks noChangeAspect="1"/>
            </p:cNvPicPr>
            <p:nvPr/>
          </p:nvPicPr>
          <p:blipFill>
            <a:blip r:embed="rId3" cstate="email">
              <a:clrChange>
                <a:clrFrom>
                  <a:srgbClr val="FFFFFF"/>
                </a:clrFrom>
                <a:clrTo>
                  <a:srgbClr val="FFFFFF">
                    <a:alpha val="0"/>
                  </a:srgbClr>
                </a:clrTo>
              </a:clrChange>
              <a:biLevel thresh="75000"/>
              <a:extLst>
                <a:ext uri="{28A0092B-C50C-407E-A947-70E740481C1C}">
                  <a14:useLocalDpi xmlns:a14="http://schemas.microsoft.com/office/drawing/2010/main"/>
                </a:ext>
              </a:extLst>
            </a:blip>
            <a:stretch>
              <a:fillRect/>
            </a:stretch>
          </p:blipFill>
          <p:spPr>
            <a:xfrm>
              <a:off x="10539060" y="4571302"/>
              <a:ext cx="393336" cy="301816"/>
            </a:xfrm>
            <a:prstGeom prst="rect">
              <a:avLst/>
            </a:prstGeom>
          </p:spPr>
        </p:pic>
        <p:grpSp>
          <p:nvGrpSpPr>
            <p:cNvPr id="88" name="Group 87">
              <a:extLst>
                <a:ext uri="{FF2B5EF4-FFF2-40B4-BE49-F238E27FC236}">
                  <a16:creationId xmlns:a16="http://schemas.microsoft.com/office/drawing/2014/main" id="{B646B074-7A66-6F9C-63FA-865251336B2C}"/>
                </a:ext>
              </a:extLst>
            </p:cNvPr>
            <p:cNvGrpSpPr/>
            <p:nvPr/>
          </p:nvGrpSpPr>
          <p:grpSpPr>
            <a:xfrm>
              <a:off x="10501726" y="4868483"/>
              <a:ext cx="980659" cy="957251"/>
              <a:chOff x="7235235" y="3519283"/>
              <a:chExt cx="1127715" cy="1127178"/>
            </a:xfrm>
          </p:grpSpPr>
          <p:sp>
            <p:nvSpPr>
              <p:cNvPr id="89" name="Oval 182">
                <a:extLst>
                  <a:ext uri="{FF2B5EF4-FFF2-40B4-BE49-F238E27FC236}">
                    <a16:creationId xmlns:a16="http://schemas.microsoft.com/office/drawing/2014/main" id="{CEFFE42A-55F3-6C41-E152-297FAA47054B}"/>
                  </a:ext>
                </a:extLst>
              </p:cNvPr>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tx2"/>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0" name="Pie 90">
                <a:extLst>
                  <a:ext uri="{FF2B5EF4-FFF2-40B4-BE49-F238E27FC236}">
                    <a16:creationId xmlns:a16="http://schemas.microsoft.com/office/drawing/2014/main" id="{DE5EC2EB-8564-49A2-8F2F-760744DB328F}"/>
                  </a:ext>
                </a:extLst>
              </p:cNvPr>
              <p:cNvSpPr/>
              <p:nvPr/>
            </p:nvSpPr>
            <p:spPr>
              <a:xfrm>
                <a:off x="7235235" y="3519283"/>
                <a:ext cx="1126118" cy="1126118"/>
              </a:xfrm>
              <a:prstGeom prst="pie">
                <a:avLst>
                  <a:gd name="adj1" fmla="val 3948139"/>
                  <a:gd name="adj2" fmla="val 1069815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1" name="Pie 91">
                <a:extLst>
                  <a:ext uri="{FF2B5EF4-FFF2-40B4-BE49-F238E27FC236}">
                    <a16:creationId xmlns:a16="http://schemas.microsoft.com/office/drawing/2014/main" id="{A8E9F99B-1FEF-5925-7870-65B06B496724}"/>
                  </a:ext>
                </a:extLst>
              </p:cNvPr>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2" name="Oval 91">
                <a:extLst>
                  <a:ext uri="{FF2B5EF4-FFF2-40B4-BE49-F238E27FC236}">
                    <a16:creationId xmlns:a16="http://schemas.microsoft.com/office/drawing/2014/main" id="{C0E2084F-2198-381E-FAD6-8E403AECE924}"/>
                  </a:ext>
                </a:extLst>
              </p:cNvPr>
              <p:cNvSpPr/>
              <p:nvPr/>
            </p:nvSpPr>
            <p:spPr>
              <a:xfrm>
                <a:off x="7326107" y="3592568"/>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3" name="Oval 92">
                <a:extLst>
                  <a:ext uri="{FF2B5EF4-FFF2-40B4-BE49-F238E27FC236}">
                    <a16:creationId xmlns:a16="http://schemas.microsoft.com/office/drawing/2014/main" id="{3CD3173E-A962-CDEE-C3CC-D9247E17ABD2}"/>
                  </a:ext>
                </a:extLst>
              </p:cNvPr>
              <p:cNvSpPr/>
              <p:nvPr/>
            </p:nvSpPr>
            <p:spPr>
              <a:xfrm>
                <a:off x="7422032"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94" name="Rectangle 93">
              <a:extLst>
                <a:ext uri="{FF2B5EF4-FFF2-40B4-BE49-F238E27FC236}">
                  <a16:creationId xmlns:a16="http://schemas.microsoft.com/office/drawing/2014/main" id="{86088545-6C93-82D8-5DD5-77D225E74795}"/>
                </a:ext>
              </a:extLst>
            </p:cNvPr>
            <p:cNvSpPr/>
            <p:nvPr/>
          </p:nvSpPr>
          <p:spPr>
            <a:xfrm>
              <a:off x="10746990" y="5188147"/>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7</a:t>
              </a:r>
            </a:p>
          </p:txBody>
        </p:sp>
      </p:grpSp>
      <p:grpSp>
        <p:nvGrpSpPr>
          <p:cNvPr id="4" name="Group 3">
            <a:extLst>
              <a:ext uri="{FF2B5EF4-FFF2-40B4-BE49-F238E27FC236}">
                <a16:creationId xmlns:a16="http://schemas.microsoft.com/office/drawing/2014/main" id="{78E0FBBC-F25D-CEA8-D9D4-9EC09EA585DB}"/>
              </a:ext>
            </a:extLst>
          </p:cNvPr>
          <p:cNvGrpSpPr/>
          <p:nvPr/>
        </p:nvGrpSpPr>
        <p:grpSpPr>
          <a:xfrm>
            <a:off x="7382313" y="2197192"/>
            <a:ext cx="3850916" cy="736155"/>
            <a:chOff x="8921976" y="1651391"/>
            <a:chExt cx="4200165" cy="736155"/>
          </a:xfrm>
        </p:grpSpPr>
        <p:sp>
          <p:nvSpPr>
            <p:cNvPr id="5" name="TextBox 4">
              <a:extLst>
                <a:ext uri="{FF2B5EF4-FFF2-40B4-BE49-F238E27FC236}">
                  <a16:creationId xmlns:a16="http://schemas.microsoft.com/office/drawing/2014/main" id="{D32CD196-C557-ADB9-87A5-5CACCD97DD62}"/>
                </a:ext>
              </a:extLst>
            </p:cNvPr>
            <p:cNvSpPr txBox="1"/>
            <p:nvPr/>
          </p:nvSpPr>
          <p:spPr>
            <a:xfrm>
              <a:off x="8921977" y="1651391"/>
              <a:ext cx="2926080" cy="276999"/>
            </a:xfrm>
            <a:prstGeom prst="rect">
              <a:avLst/>
            </a:prstGeom>
            <a:noFill/>
          </p:spPr>
          <p:txBody>
            <a:bodyPr wrap="square" lIns="0" rIns="0" rtlCol="0" anchor="b">
              <a:spAutoFit/>
            </a:bodyPr>
            <a:lstStyle/>
            <a:p>
              <a:r>
                <a:rPr lang="en-US" sz="1200" b="1" noProof="1">
                  <a:solidFill>
                    <a:srgbClr val="5B9BD5"/>
                  </a:solidFill>
                </a:rPr>
                <a:t>Data Modelling</a:t>
              </a:r>
            </a:p>
          </p:txBody>
        </p:sp>
        <p:sp>
          <p:nvSpPr>
            <p:cNvPr id="6" name="TextBox 5">
              <a:extLst>
                <a:ext uri="{FF2B5EF4-FFF2-40B4-BE49-F238E27FC236}">
                  <a16:creationId xmlns:a16="http://schemas.microsoft.com/office/drawing/2014/main" id="{B9383CE3-D2B6-6A06-AEDE-655DF9F8F775}"/>
                </a:ext>
              </a:extLst>
            </p:cNvPr>
            <p:cNvSpPr txBox="1"/>
            <p:nvPr/>
          </p:nvSpPr>
          <p:spPr>
            <a:xfrm>
              <a:off x="8921976" y="1925881"/>
              <a:ext cx="4200165" cy="461665"/>
            </a:xfrm>
            <a:prstGeom prst="rect">
              <a:avLst/>
            </a:prstGeom>
            <a:noFill/>
          </p:spPr>
          <p:txBody>
            <a:bodyPr wrap="square" lIns="0" rIns="0" rtlCol="0" anchor="t">
              <a:spAutoFit/>
            </a:bodyPr>
            <a:lstStyle/>
            <a:p>
              <a:pPr algn="just"/>
              <a:r>
                <a:rPr lang="en-US" sz="1200" noProof="1">
                  <a:solidFill>
                    <a:schemeClr val="tx1">
                      <a:lumMod val="65000"/>
                      <a:lumOff val="35000"/>
                    </a:schemeClr>
                  </a:solidFill>
                </a:rPr>
                <a:t>Conceptual, Logical and physical data modeling(Azure SQL/Synapse), Data dictionary DW, ODS,OLAP and DM design</a:t>
              </a:r>
            </a:p>
          </p:txBody>
        </p:sp>
      </p:grpSp>
      <p:grpSp>
        <p:nvGrpSpPr>
          <p:cNvPr id="7" name="Group 6">
            <a:extLst>
              <a:ext uri="{FF2B5EF4-FFF2-40B4-BE49-F238E27FC236}">
                <a16:creationId xmlns:a16="http://schemas.microsoft.com/office/drawing/2014/main" id="{20DF6C5D-6B8C-6271-B641-4FC77332D3FF}"/>
              </a:ext>
            </a:extLst>
          </p:cNvPr>
          <p:cNvGrpSpPr/>
          <p:nvPr/>
        </p:nvGrpSpPr>
        <p:grpSpPr>
          <a:xfrm>
            <a:off x="7382313" y="4040042"/>
            <a:ext cx="2926080" cy="551489"/>
            <a:chOff x="8921977" y="4258052"/>
            <a:chExt cx="2926080" cy="551489"/>
          </a:xfrm>
        </p:grpSpPr>
        <p:sp>
          <p:nvSpPr>
            <p:cNvPr id="8" name="TextBox 7">
              <a:extLst>
                <a:ext uri="{FF2B5EF4-FFF2-40B4-BE49-F238E27FC236}">
                  <a16:creationId xmlns:a16="http://schemas.microsoft.com/office/drawing/2014/main" id="{F8E37412-003B-76D8-36AE-B30DF78CD57C}"/>
                </a:ext>
              </a:extLst>
            </p:cNvPr>
            <p:cNvSpPr txBox="1"/>
            <p:nvPr/>
          </p:nvSpPr>
          <p:spPr>
            <a:xfrm>
              <a:off x="8921977" y="4258052"/>
              <a:ext cx="2926080" cy="276999"/>
            </a:xfrm>
            <a:prstGeom prst="rect">
              <a:avLst/>
            </a:prstGeom>
            <a:noFill/>
          </p:spPr>
          <p:txBody>
            <a:bodyPr wrap="square" lIns="0" rIns="0" rtlCol="0" anchor="b">
              <a:spAutoFit/>
            </a:bodyPr>
            <a:lstStyle/>
            <a:p>
              <a:r>
                <a:rPr lang="en-US" sz="1200" b="1" noProof="1">
                  <a:solidFill>
                    <a:srgbClr val="333F50"/>
                  </a:solidFill>
                </a:rPr>
                <a:t>Azure Data Bricks</a:t>
              </a:r>
            </a:p>
          </p:txBody>
        </p:sp>
        <p:sp>
          <p:nvSpPr>
            <p:cNvPr id="9" name="TextBox 8">
              <a:extLst>
                <a:ext uri="{FF2B5EF4-FFF2-40B4-BE49-F238E27FC236}">
                  <a16:creationId xmlns:a16="http://schemas.microsoft.com/office/drawing/2014/main" id="{6396A471-D39E-B908-7D2C-26A408E383F2}"/>
                </a:ext>
              </a:extLst>
            </p:cNvPr>
            <p:cNvSpPr txBox="1"/>
            <p:nvPr/>
          </p:nvSpPr>
          <p:spPr>
            <a:xfrm>
              <a:off x="8921977" y="4532542"/>
              <a:ext cx="2926080" cy="276999"/>
            </a:xfrm>
            <a:prstGeom prst="rect">
              <a:avLst/>
            </a:prstGeom>
            <a:noFill/>
          </p:spPr>
          <p:txBody>
            <a:bodyPr wrap="square" lIns="0" rIns="0" rtlCol="0" anchor="t">
              <a:spAutoFit/>
            </a:bodyPr>
            <a:lstStyle/>
            <a:p>
              <a:pPr algn="just"/>
              <a:r>
                <a:rPr lang="da-DK" sz="1200" noProof="1">
                  <a:solidFill>
                    <a:schemeClr val="tx1">
                      <a:lumMod val="65000"/>
                      <a:lumOff val="35000"/>
                    </a:schemeClr>
                  </a:solidFill>
                </a:rPr>
                <a:t>Synapse, BLOB, PolyBase** &amp; ADW,AAS </a:t>
              </a:r>
            </a:p>
          </p:txBody>
        </p:sp>
      </p:grpSp>
      <p:grpSp>
        <p:nvGrpSpPr>
          <p:cNvPr id="13" name="Group 12">
            <a:extLst>
              <a:ext uri="{FF2B5EF4-FFF2-40B4-BE49-F238E27FC236}">
                <a16:creationId xmlns:a16="http://schemas.microsoft.com/office/drawing/2014/main" id="{D286F84C-71FE-83DC-DE4A-C703EDB26C95}"/>
              </a:ext>
            </a:extLst>
          </p:cNvPr>
          <p:cNvGrpSpPr/>
          <p:nvPr/>
        </p:nvGrpSpPr>
        <p:grpSpPr>
          <a:xfrm>
            <a:off x="482600" y="2197192"/>
            <a:ext cx="3306245" cy="749331"/>
            <a:chOff x="-134457" y="2974342"/>
            <a:chExt cx="3397165" cy="749331"/>
          </a:xfrm>
        </p:grpSpPr>
        <p:sp>
          <p:nvSpPr>
            <p:cNvPr id="14" name="TextBox 13">
              <a:extLst>
                <a:ext uri="{FF2B5EF4-FFF2-40B4-BE49-F238E27FC236}">
                  <a16:creationId xmlns:a16="http://schemas.microsoft.com/office/drawing/2014/main" id="{E5DCD011-08B9-D5C8-CB48-85838C3D0BB9}"/>
                </a:ext>
              </a:extLst>
            </p:cNvPr>
            <p:cNvSpPr txBox="1"/>
            <p:nvPr/>
          </p:nvSpPr>
          <p:spPr>
            <a:xfrm>
              <a:off x="281619" y="2974342"/>
              <a:ext cx="2926080" cy="276999"/>
            </a:xfrm>
            <a:prstGeom prst="rect">
              <a:avLst/>
            </a:prstGeom>
            <a:noFill/>
          </p:spPr>
          <p:txBody>
            <a:bodyPr wrap="square" lIns="0" rIns="0" rtlCol="0" anchor="b">
              <a:spAutoFit/>
            </a:bodyPr>
            <a:lstStyle/>
            <a:p>
              <a:pPr algn="r"/>
              <a:r>
                <a:rPr lang="en-US" sz="1200" b="1" noProof="1">
                  <a:solidFill>
                    <a:srgbClr val="5B9BD5"/>
                  </a:solidFill>
                </a:rPr>
                <a:t>Data Modelling</a:t>
              </a:r>
            </a:p>
          </p:txBody>
        </p:sp>
        <p:sp>
          <p:nvSpPr>
            <p:cNvPr id="15" name="TextBox 14">
              <a:extLst>
                <a:ext uri="{FF2B5EF4-FFF2-40B4-BE49-F238E27FC236}">
                  <a16:creationId xmlns:a16="http://schemas.microsoft.com/office/drawing/2014/main" id="{73165572-2759-CFE0-4A9B-14AEE2B39ACB}"/>
                </a:ext>
              </a:extLst>
            </p:cNvPr>
            <p:cNvSpPr txBox="1"/>
            <p:nvPr/>
          </p:nvSpPr>
          <p:spPr>
            <a:xfrm>
              <a:off x="-134457" y="3262008"/>
              <a:ext cx="3397165" cy="461665"/>
            </a:xfrm>
            <a:prstGeom prst="rect">
              <a:avLst/>
            </a:prstGeom>
            <a:noFill/>
          </p:spPr>
          <p:txBody>
            <a:bodyPr wrap="square" lIns="0" rIns="0" rtlCol="0" anchor="t">
              <a:spAutoFit/>
            </a:bodyPr>
            <a:lstStyle/>
            <a:p>
              <a:pPr algn="r"/>
              <a:r>
                <a:rPr lang="en-US" sz="1200" noProof="1">
                  <a:solidFill>
                    <a:schemeClr val="tx1">
                      <a:lumMod val="65000"/>
                      <a:lumOff val="35000"/>
                    </a:schemeClr>
                  </a:solidFill>
                </a:rPr>
                <a:t>Conceptual, Logical and Physical data modeling (SQL), Data dictionary, DW,ODS, OLAP and DM design</a:t>
              </a:r>
            </a:p>
          </p:txBody>
        </p:sp>
      </p:grpSp>
      <p:grpSp>
        <p:nvGrpSpPr>
          <p:cNvPr id="16" name="Group 15">
            <a:extLst>
              <a:ext uri="{FF2B5EF4-FFF2-40B4-BE49-F238E27FC236}">
                <a16:creationId xmlns:a16="http://schemas.microsoft.com/office/drawing/2014/main" id="{BEAE45D1-6496-83AF-0B3B-5E2A1CFC8B1A}"/>
              </a:ext>
            </a:extLst>
          </p:cNvPr>
          <p:cNvGrpSpPr/>
          <p:nvPr/>
        </p:nvGrpSpPr>
        <p:grpSpPr>
          <a:xfrm>
            <a:off x="480416" y="4040042"/>
            <a:ext cx="3306244" cy="551489"/>
            <a:chOff x="332936" y="4837004"/>
            <a:chExt cx="2926080" cy="551489"/>
          </a:xfrm>
        </p:grpSpPr>
        <p:sp>
          <p:nvSpPr>
            <p:cNvPr id="17" name="TextBox 16">
              <a:extLst>
                <a:ext uri="{FF2B5EF4-FFF2-40B4-BE49-F238E27FC236}">
                  <a16:creationId xmlns:a16="http://schemas.microsoft.com/office/drawing/2014/main" id="{92667C4C-741A-2F6C-03FC-F18DF11C7AEA}"/>
                </a:ext>
              </a:extLst>
            </p:cNvPr>
            <p:cNvSpPr txBox="1"/>
            <p:nvPr/>
          </p:nvSpPr>
          <p:spPr>
            <a:xfrm>
              <a:off x="332936" y="4837004"/>
              <a:ext cx="2926080" cy="276999"/>
            </a:xfrm>
            <a:prstGeom prst="rect">
              <a:avLst/>
            </a:prstGeom>
            <a:noFill/>
          </p:spPr>
          <p:txBody>
            <a:bodyPr wrap="square" lIns="0" rIns="0" rtlCol="0" anchor="b">
              <a:spAutoFit/>
            </a:bodyPr>
            <a:lstStyle/>
            <a:p>
              <a:pPr algn="r"/>
              <a:r>
                <a:rPr lang="en-US" sz="1200" b="1" noProof="1">
                  <a:solidFill>
                    <a:srgbClr val="4472C4"/>
                  </a:solidFill>
                </a:rPr>
                <a:t>L1,L2 &amp; L3 support</a:t>
              </a:r>
            </a:p>
          </p:txBody>
        </p:sp>
        <p:sp>
          <p:nvSpPr>
            <p:cNvPr id="18" name="TextBox 17">
              <a:extLst>
                <a:ext uri="{FF2B5EF4-FFF2-40B4-BE49-F238E27FC236}">
                  <a16:creationId xmlns:a16="http://schemas.microsoft.com/office/drawing/2014/main" id="{23EF0369-8E97-64D4-3C46-13BE5C095768}"/>
                </a:ext>
              </a:extLst>
            </p:cNvPr>
            <p:cNvSpPr txBox="1"/>
            <p:nvPr/>
          </p:nvSpPr>
          <p:spPr>
            <a:xfrm>
              <a:off x="332936" y="5111494"/>
              <a:ext cx="2926080" cy="276999"/>
            </a:xfrm>
            <a:prstGeom prst="rect">
              <a:avLst/>
            </a:prstGeom>
            <a:noFill/>
          </p:spPr>
          <p:txBody>
            <a:bodyPr wrap="square" lIns="0" rIns="0" rtlCol="0" anchor="t">
              <a:spAutoFit/>
            </a:bodyPr>
            <a:lstStyle/>
            <a:p>
              <a:pPr algn="r"/>
              <a:r>
                <a:rPr lang="en-US" sz="1200" noProof="1">
                  <a:solidFill>
                    <a:schemeClr val="tx1">
                      <a:lumMod val="65000"/>
                      <a:lumOff val="35000"/>
                    </a:schemeClr>
                  </a:solidFill>
                </a:rPr>
                <a:t>SSIS,SSRS, Control-M, SQL Agent &amp; DBA</a:t>
              </a:r>
            </a:p>
          </p:txBody>
        </p:sp>
      </p:grpSp>
      <p:grpSp>
        <p:nvGrpSpPr>
          <p:cNvPr id="19" name="Group 18">
            <a:extLst>
              <a:ext uri="{FF2B5EF4-FFF2-40B4-BE49-F238E27FC236}">
                <a16:creationId xmlns:a16="http://schemas.microsoft.com/office/drawing/2014/main" id="{B8BB8706-DF6D-34D6-3ADE-1B9CBFB9CBCC}"/>
              </a:ext>
            </a:extLst>
          </p:cNvPr>
          <p:cNvGrpSpPr/>
          <p:nvPr/>
        </p:nvGrpSpPr>
        <p:grpSpPr>
          <a:xfrm>
            <a:off x="7382313" y="1305888"/>
            <a:ext cx="3540995" cy="736827"/>
            <a:chOff x="8921977" y="1550031"/>
            <a:chExt cx="2926080" cy="1006447"/>
          </a:xfrm>
        </p:grpSpPr>
        <p:sp>
          <p:nvSpPr>
            <p:cNvPr id="20" name="TextBox 19">
              <a:extLst>
                <a:ext uri="{FF2B5EF4-FFF2-40B4-BE49-F238E27FC236}">
                  <a16:creationId xmlns:a16="http://schemas.microsoft.com/office/drawing/2014/main" id="{ADC073A6-8474-2809-EA33-5C4F90D619EA}"/>
                </a:ext>
              </a:extLst>
            </p:cNvPr>
            <p:cNvSpPr txBox="1"/>
            <p:nvPr/>
          </p:nvSpPr>
          <p:spPr>
            <a:xfrm>
              <a:off x="8921977" y="1550031"/>
              <a:ext cx="2926080" cy="378359"/>
            </a:xfrm>
            <a:prstGeom prst="rect">
              <a:avLst/>
            </a:prstGeom>
            <a:noFill/>
          </p:spPr>
          <p:txBody>
            <a:bodyPr wrap="square" lIns="0" rIns="0" rtlCol="0" anchor="b">
              <a:spAutoFit/>
            </a:bodyPr>
            <a:lstStyle/>
            <a:p>
              <a:r>
                <a:rPr lang="en-US" sz="1200" b="1" noProof="1">
                  <a:solidFill>
                    <a:srgbClr val="8FAADC"/>
                  </a:solidFill>
                </a:rPr>
                <a:t>Data Integration</a:t>
              </a:r>
            </a:p>
          </p:txBody>
        </p:sp>
        <p:sp>
          <p:nvSpPr>
            <p:cNvPr id="21" name="TextBox 20">
              <a:extLst>
                <a:ext uri="{FF2B5EF4-FFF2-40B4-BE49-F238E27FC236}">
                  <a16:creationId xmlns:a16="http://schemas.microsoft.com/office/drawing/2014/main" id="{FB11D5FE-A08A-68BF-8EF4-4E1182D4CA9C}"/>
                </a:ext>
              </a:extLst>
            </p:cNvPr>
            <p:cNvSpPr txBox="1"/>
            <p:nvPr/>
          </p:nvSpPr>
          <p:spPr>
            <a:xfrm>
              <a:off x="8921977" y="1925880"/>
              <a:ext cx="2926080" cy="630598"/>
            </a:xfrm>
            <a:prstGeom prst="rect">
              <a:avLst/>
            </a:prstGeom>
            <a:noFill/>
          </p:spPr>
          <p:txBody>
            <a:bodyPr wrap="square" lIns="0" rIns="0" rtlCol="0" anchor="t">
              <a:spAutoFit/>
            </a:bodyPr>
            <a:lstStyle/>
            <a:p>
              <a:pPr algn="just"/>
              <a:r>
                <a:rPr lang="en-US" sz="1200" noProof="1">
                  <a:solidFill>
                    <a:schemeClr val="tx1">
                      <a:lumMod val="65000"/>
                      <a:lumOff val="35000"/>
                    </a:schemeClr>
                  </a:solidFill>
                </a:rPr>
                <a:t>ETL or ELT, ADF  V2, USQL, ADL &amp; Blob,Azure DB &amp; Azure WH</a:t>
              </a:r>
            </a:p>
          </p:txBody>
        </p:sp>
      </p:grpSp>
      <p:grpSp>
        <p:nvGrpSpPr>
          <p:cNvPr id="22" name="Group 21">
            <a:extLst>
              <a:ext uri="{FF2B5EF4-FFF2-40B4-BE49-F238E27FC236}">
                <a16:creationId xmlns:a16="http://schemas.microsoft.com/office/drawing/2014/main" id="{54B85354-5445-F438-03B9-3FF2545292C9}"/>
              </a:ext>
            </a:extLst>
          </p:cNvPr>
          <p:cNvGrpSpPr/>
          <p:nvPr/>
        </p:nvGrpSpPr>
        <p:grpSpPr>
          <a:xfrm>
            <a:off x="440854" y="1305888"/>
            <a:ext cx="3306245" cy="640595"/>
            <a:chOff x="215238" y="2812432"/>
            <a:chExt cx="3043778" cy="640595"/>
          </a:xfrm>
        </p:grpSpPr>
        <p:sp>
          <p:nvSpPr>
            <p:cNvPr id="23" name="TextBox 22">
              <a:extLst>
                <a:ext uri="{FF2B5EF4-FFF2-40B4-BE49-F238E27FC236}">
                  <a16:creationId xmlns:a16="http://schemas.microsoft.com/office/drawing/2014/main" id="{477AC262-D4CB-12D1-87C5-AC3FB219E5A9}"/>
                </a:ext>
              </a:extLst>
            </p:cNvPr>
            <p:cNvSpPr txBox="1"/>
            <p:nvPr/>
          </p:nvSpPr>
          <p:spPr>
            <a:xfrm>
              <a:off x="332936" y="2812432"/>
              <a:ext cx="2926080" cy="276999"/>
            </a:xfrm>
            <a:prstGeom prst="rect">
              <a:avLst/>
            </a:prstGeom>
            <a:noFill/>
          </p:spPr>
          <p:txBody>
            <a:bodyPr wrap="square" lIns="0" rIns="0" rtlCol="0" anchor="b">
              <a:spAutoFit/>
            </a:bodyPr>
            <a:lstStyle/>
            <a:p>
              <a:pPr algn="r"/>
              <a:r>
                <a:rPr lang="en-US" sz="1200" b="1" noProof="1">
                  <a:solidFill>
                    <a:srgbClr val="8497B0"/>
                  </a:solidFill>
                </a:rPr>
                <a:t>Data Integration</a:t>
              </a:r>
            </a:p>
          </p:txBody>
        </p:sp>
        <p:sp>
          <p:nvSpPr>
            <p:cNvPr id="24" name="TextBox 23">
              <a:extLst>
                <a:ext uri="{FF2B5EF4-FFF2-40B4-BE49-F238E27FC236}">
                  <a16:creationId xmlns:a16="http://schemas.microsoft.com/office/drawing/2014/main" id="{4D6FFBCD-E0AF-008E-3C73-5C6D72054B56}"/>
                </a:ext>
              </a:extLst>
            </p:cNvPr>
            <p:cNvSpPr txBox="1"/>
            <p:nvPr/>
          </p:nvSpPr>
          <p:spPr>
            <a:xfrm>
              <a:off x="215238" y="2991362"/>
              <a:ext cx="3043778" cy="461665"/>
            </a:xfrm>
            <a:prstGeom prst="rect">
              <a:avLst/>
            </a:prstGeom>
            <a:noFill/>
          </p:spPr>
          <p:txBody>
            <a:bodyPr wrap="square" lIns="0" rIns="0" rtlCol="0" anchor="t">
              <a:spAutoFit/>
            </a:bodyPr>
            <a:lstStyle/>
            <a:p>
              <a:pPr algn="r"/>
              <a:r>
                <a:rPr lang="en-US" sz="1200" noProof="1">
                  <a:solidFill>
                    <a:schemeClr val="tx1">
                      <a:lumMod val="65000"/>
                      <a:lumOff val="35000"/>
                    </a:schemeClr>
                  </a:solidFill>
                </a:rPr>
                <a:t>ETL or ELT, SSIS,SQL, Real-time Deployment &amp; Scheduling (Agent Control-M)</a:t>
              </a:r>
            </a:p>
          </p:txBody>
        </p:sp>
      </p:grpSp>
      <p:grpSp>
        <p:nvGrpSpPr>
          <p:cNvPr id="25" name="Group 24">
            <a:extLst>
              <a:ext uri="{FF2B5EF4-FFF2-40B4-BE49-F238E27FC236}">
                <a16:creationId xmlns:a16="http://schemas.microsoft.com/office/drawing/2014/main" id="{BC4E18C1-83CE-54F7-5511-3F8EB1AE3014}"/>
              </a:ext>
            </a:extLst>
          </p:cNvPr>
          <p:cNvGrpSpPr/>
          <p:nvPr/>
        </p:nvGrpSpPr>
        <p:grpSpPr>
          <a:xfrm>
            <a:off x="439923" y="3203256"/>
            <a:ext cx="3306245" cy="551489"/>
            <a:chOff x="332936" y="4837004"/>
            <a:chExt cx="2926080" cy="551489"/>
          </a:xfrm>
        </p:grpSpPr>
        <p:sp>
          <p:nvSpPr>
            <p:cNvPr id="26" name="TextBox 25">
              <a:extLst>
                <a:ext uri="{FF2B5EF4-FFF2-40B4-BE49-F238E27FC236}">
                  <a16:creationId xmlns:a16="http://schemas.microsoft.com/office/drawing/2014/main" id="{79D12AEA-B4AA-F2F1-68DE-260B9B7B4055}"/>
                </a:ext>
              </a:extLst>
            </p:cNvPr>
            <p:cNvSpPr txBox="1"/>
            <p:nvPr/>
          </p:nvSpPr>
          <p:spPr>
            <a:xfrm>
              <a:off x="332936" y="4837004"/>
              <a:ext cx="2926080" cy="276999"/>
            </a:xfrm>
            <a:prstGeom prst="rect">
              <a:avLst/>
            </a:prstGeom>
            <a:noFill/>
          </p:spPr>
          <p:txBody>
            <a:bodyPr wrap="square" lIns="0" rIns="0" rtlCol="0" anchor="b">
              <a:spAutoFit/>
            </a:bodyPr>
            <a:lstStyle/>
            <a:p>
              <a:pPr algn="r"/>
              <a:r>
                <a:rPr lang="en-US" sz="1200" b="1" noProof="1">
                  <a:solidFill>
                    <a:srgbClr val="2F5597"/>
                  </a:solidFill>
                </a:rPr>
                <a:t>BI &amp; Analytics</a:t>
              </a:r>
            </a:p>
          </p:txBody>
        </p:sp>
        <p:sp>
          <p:nvSpPr>
            <p:cNvPr id="27" name="TextBox 26">
              <a:extLst>
                <a:ext uri="{FF2B5EF4-FFF2-40B4-BE49-F238E27FC236}">
                  <a16:creationId xmlns:a16="http://schemas.microsoft.com/office/drawing/2014/main" id="{6AD94181-453E-DC11-3821-65C975EAF7E8}"/>
                </a:ext>
              </a:extLst>
            </p:cNvPr>
            <p:cNvSpPr txBox="1"/>
            <p:nvPr/>
          </p:nvSpPr>
          <p:spPr>
            <a:xfrm>
              <a:off x="332936" y="5111494"/>
              <a:ext cx="2926080" cy="276999"/>
            </a:xfrm>
            <a:prstGeom prst="rect">
              <a:avLst/>
            </a:prstGeom>
            <a:noFill/>
          </p:spPr>
          <p:txBody>
            <a:bodyPr wrap="square" lIns="0" rIns="0" rtlCol="0" anchor="t">
              <a:spAutoFit/>
            </a:bodyPr>
            <a:lstStyle/>
            <a:p>
              <a:pPr algn="r"/>
              <a:r>
                <a:rPr lang="en-US" sz="1200" noProof="1">
                  <a:solidFill>
                    <a:schemeClr val="tx1">
                      <a:lumMod val="65000"/>
                      <a:lumOff val="35000"/>
                    </a:schemeClr>
                  </a:solidFill>
                </a:rPr>
                <a:t>SSRS, SSAS, Power –Bi &amp; DAX &amp; MDX</a:t>
              </a:r>
            </a:p>
          </p:txBody>
        </p:sp>
      </p:grpSp>
      <p:grpSp>
        <p:nvGrpSpPr>
          <p:cNvPr id="29" name="Group 28">
            <a:extLst>
              <a:ext uri="{FF2B5EF4-FFF2-40B4-BE49-F238E27FC236}">
                <a16:creationId xmlns:a16="http://schemas.microsoft.com/office/drawing/2014/main" id="{DFB39420-4777-0A19-3B51-3FFA54A3875D}"/>
              </a:ext>
            </a:extLst>
          </p:cNvPr>
          <p:cNvGrpSpPr/>
          <p:nvPr/>
        </p:nvGrpSpPr>
        <p:grpSpPr>
          <a:xfrm>
            <a:off x="7382313" y="3203256"/>
            <a:ext cx="2926080" cy="551489"/>
            <a:chOff x="8921977" y="4258052"/>
            <a:chExt cx="2926080" cy="551489"/>
          </a:xfrm>
        </p:grpSpPr>
        <p:sp>
          <p:nvSpPr>
            <p:cNvPr id="30" name="TextBox 29">
              <a:extLst>
                <a:ext uri="{FF2B5EF4-FFF2-40B4-BE49-F238E27FC236}">
                  <a16:creationId xmlns:a16="http://schemas.microsoft.com/office/drawing/2014/main" id="{78DA8000-CCB7-800A-6CB2-B7B8DF172324}"/>
                </a:ext>
              </a:extLst>
            </p:cNvPr>
            <p:cNvSpPr txBox="1"/>
            <p:nvPr/>
          </p:nvSpPr>
          <p:spPr>
            <a:xfrm>
              <a:off x="8921977" y="4258052"/>
              <a:ext cx="2926080" cy="276999"/>
            </a:xfrm>
            <a:prstGeom prst="rect">
              <a:avLst/>
            </a:prstGeom>
            <a:noFill/>
          </p:spPr>
          <p:txBody>
            <a:bodyPr wrap="square" lIns="0" rIns="0" rtlCol="0" anchor="b">
              <a:spAutoFit/>
            </a:bodyPr>
            <a:lstStyle/>
            <a:p>
              <a:r>
                <a:rPr lang="en-US" sz="1200" b="1" noProof="1">
                  <a:solidFill>
                    <a:srgbClr val="A5A5A5"/>
                  </a:solidFill>
                </a:rPr>
                <a:t>BI &amp; Analytics</a:t>
              </a:r>
            </a:p>
          </p:txBody>
        </p:sp>
        <p:sp>
          <p:nvSpPr>
            <p:cNvPr id="31" name="TextBox 30">
              <a:extLst>
                <a:ext uri="{FF2B5EF4-FFF2-40B4-BE49-F238E27FC236}">
                  <a16:creationId xmlns:a16="http://schemas.microsoft.com/office/drawing/2014/main" id="{C8E60395-E060-67E6-EB87-F675A84B1679}"/>
                </a:ext>
              </a:extLst>
            </p:cNvPr>
            <p:cNvSpPr txBox="1"/>
            <p:nvPr/>
          </p:nvSpPr>
          <p:spPr>
            <a:xfrm>
              <a:off x="8921977" y="4532542"/>
              <a:ext cx="2926080" cy="276999"/>
            </a:xfrm>
            <a:prstGeom prst="rect">
              <a:avLst/>
            </a:prstGeom>
            <a:noFill/>
          </p:spPr>
          <p:txBody>
            <a:bodyPr wrap="square" lIns="0" rIns="0" rtlCol="0" anchor="t">
              <a:spAutoFit/>
            </a:bodyPr>
            <a:lstStyle/>
            <a:p>
              <a:pPr algn="just"/>
              <a:r>
                <a:rPr lang="en-US" sz="1200" noProof="1">
                  <a:solidFill>
                    <a:schemeClr val="tx1">
                      <a:lumMod val="65000"/>
                      <a:lumOff val="35000"/>
                    </a:schemeClr>
                  </a:solidFill>
                </a:rPr>
                <a:t>AAS, ADF, ADLA, Power-Bi &amp; DAX &amp; USQL</a:t>
              </a:r>
            </a:p>
          </p:txBody>
        </p:sp>
      </p:grpSp>
      <p:grpSp>
        <p:nvGrpSpPr>
          <p:cNvPr id="104" name="Group 103">
            <a:extLst>
              <a:ext uri="{FF2B5EF4-FFF2-40B4-BE49-F238E27FC236}">
                <a16:creationId xmlns:a16="http://schemas.microsoft.com/office/drawing/2014/main" id="{8F9977AF-507B-6652-5294-363C4EF38E5D}"/>
              </a:ext>
            </a:extLst>
          </p:cNvPr>
          <p:cNvGrpSpPr/>
          <p:nvPr/>
        </p:nvGrpSpPr>
        <p:grpSpPr>
          <a:xfrm>
            <a:off x="3938393" y="1355700"/>
            <a:ext cx="3294373" cy="3290723"/>
            <a:chOff x="3938393" y="1355700"/>
            <a:chExt cx="3294373" cy="3290723"/>
          </a:xfrm>
        </p:grpSpPr>
        <p:grpSp>
          <p:nvGrpSpPr>
            <p:cNvPr id="36" name="Group 35">
              <a:extLst>
                <a:ext uri="{FF2B5EF4-FFF2-40B4-BE49-F238E27FC236}">
                  <a16:creationId xmlns:a16="http://schemas.microsoft.com/office/drawing/2014/main" id="{C21E073B-6EC4-6244-9F5B-1036DD9877FC}"/>
                </a:ext>
              </a:extLst>
            </p:cNvPr>
            <p:cNvGrpSpPr/>
            <p:nvPr/>
          </p:nvGrpSpPr>
          <p:grpSpPr>
            <a:xfrm>
              <a:off x="3938393" y="1355700"/>
              <a:ext cx="3294373" cy="3290723"/>
              <a:chOff x="3596665" y="995527"/>
              <a:chExt cx="4998670" cy="4993133"/>
            </a:xfrm>
          </p:grpSpPr>
          <p:sp>
            <p:nvSpPr>
              <p:cNvPr id="3" name="Circle">
                <a:extLst>
                  <a:ext uri="{FF2B5EF4-FFF2-40B4-BE49-F238E27FC236}">
                    <a16:creationId xmlns:a16="http://schemas.microsoft.com/office/drawing/2014/main" id="{A7B8AE55-889F-889B-D622-04F919796E19}"/>
                  </a:ext>
                </a:extLst>
              </p:cNvPr>
              <p:cNvSpPr/>
              <p:nvPr/>
            </p:nvSpPr>
            <p:spPr>
              <a:xfrm>
                <a:off x="4508078" y="1886446"/>
                <a:ext cx="3205479" cy="3205480"/>
              </a:xfrm>
              <a:prstGeom prst="ellipse">
                <a:avLst/>
              </a:prstGeom>
              <a:solidFill>
                <a:schemeClr val="bg1"/>
              </a:solidFill>
              <a:ln w="12700">
                <a:miter lim="400000"/>
              </a:ln>
              <a:effectLst>
                <a:outerShdw blurRad="50800" dist="38100" dir="2700000" algn="tl" rotWithShape="0">
                  <a:prstClr val="black">
                    <a:alpha val="40000"/>
                  </a:prstClr>
                </a:outerShdw>
              </a:effectLst>
            </p:spPr>
            <p:txBody>
              <a:bodyPr lIns="38100" tIns="38100" rIns="38100" bIns="38100" anchor="ctr"/>
              <a:lstStyle/>
              <a:p>
                <a:pPr>
                  <a:defRPr sz="3000">
                    <a:solidFill>
                      <a:srgbClr val="FFFFFF"/>
                    </a:solidFill>
                  </a:defRPr>
                </a:pPr>
                <a:endParaRPr/>
              </a:p>
            </p:txBody>
          </p:sp>
          <p:sp>
            <p:nvSpPr>
              <p:cNvPr id="10" name="Shape">
                <a:extLst>
                  <a:ext uri="{FF2B5EF4-FFF2-40B4-BE49-F238E27FC236}">
                    <a16:creationId xmlns:a16="http://schemas.microsoft.com/office/drawing/2014/main" id="{5F289C6E-F8BA-30B8-9BCE-040054A80B92}"/>
                  </a:ext>
                </a:extLst>
              </p:cNvPr>
              <p:cNvSpPr/>
              <p:nvPr/>
            </p:nvSpPr>
            <p:spPr>
              <a:xfrm>
                <a:off x="6938322" y="1301275"/>
                <a:ext cx="1351280" cy="1352551"/>
              </a:xfrm>
              <a:custGeom>
                <a:avLst/>
                <a:gdLst/>
                <a:ahLst/>
                <a:cxnLst>
                  <a:cxn ang="0">
                    <a:pos x="wd2" y="hd2"/>
                  </a:cxn>
                  <a:cxn ang="5400000">
                    <a:pos x="wd2" y="hd2"/>
                  </a:cxn>
                  <a:cxn ang="10800000">
                    <a:pos x="wd2" y="hd2"/>
                  </a:cxn>
                  <a:cxn ang="16200000">
                    <a:pos x="wd2" y="hd2"/>
                  </a:cxn>
                </a:cxnLst>
                <a:rect l="0" t="0" r="r" b="b"/>
                <a:pathLst>
                  <a:path w="21600" h="21600" extrusionOk="0">
                    <a:moveTo>
                      <a:pt x="0" y="9390"/>
                    </a:moveTo>
                    <a:cubicBezTo>
                      <a:pt x="1868" y="10364"/>
                      <a:pt x="3614" y="11540"/>
                      <a:pt x="5217" y="12879"/>
                    </a:cubicBezTo>
                    <a:cubicBezTo>
                      <a:pt x="6496" y="13954"/>
                      <a:pt x="7653" y="15130"/>
                      <a:pt x="8729" y="16388"/>
                    </a:cubicBezTo>
                    <a:cubicBezTo>
                      <a:pt x="10069" y="17990"/>
                      <a:pt x="11247" y="19734"/>
                      <a:pt x="12221" y="21600"/>
                    </a:cubicBezTo>
                    <a:lnTo>
                      <a:pt x="17459" y="18091"/>
                    </a:lnTo>
                    <a:lnTo>
                      <a:pt x="21600" y="15333"/>
                    </a:lnTo>
                    <a:cubicBezTo>
                      <a:pt x="20565" y="13508"/>
                      <a:pt x="19408" y="11763"/>
                      <a:pt x="18108" y="10121"/>
                    </a:cubicBezTo>
                    <a:lnTo>
                      <a:pt x="13967" y="12879"/>
                    </a:lnTo>
                    <a:cubicBezTo>
                      <a:pt x="12404" y="10952"/>
                      <a:pt x="10638" y="9188"/>
                      <a:pt x="8709" y="7626"/>
                    </a:cubicBezTo>
                    <a:lnTo>
                      <a:pt x="11470" y="3488"/>
                    </a:lnTo>
                    <a:cubicBezTo>
                      <a:pt x="9826" y="2190"/>
                      <a:pt x="8080" y="1034"/>
                      <a:pt x="6253" y="0"/>
                    </a:cubicBezTo>
                    <a:lnTo>
                      <a:pt x="3492" y="4137"/>
                    </a:lnTo>
                    <a:lnTo>
                      <a:pt x="0" y="9390"/>
                    </a:lnTo>
                    <a:close/>
                  </a:path>
                </a:pathLst>
              </a:cu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dirty="0"/>
              </a:p>
            </p:txBody>
          </p:sp>
          <p:sp>
            <p:nvSpPr>
              <p:cNvPr id="11" name="Shape">
                <a:extLst>
                  <a:ext uri="{FF2B5EF4-FFF2-40B4-BE49-F238E27FC236}">
                    <a16:creationId xmlns:a16="http://schemas.microsoft.com/office/drawing/2014/main" id="{79839D7A-21F7-394E-95C6-6DD3D7090E25}"/>
                  </a:ext>
                </a:extLst>
              </p:cNvPr>
              <p:cNvSpPr/>
              <p:nvPr/>
            </p:nvSpPr>
            <p:spPr>
              <a:xfrm>
                <a:off x="7826983" y="2811006"/>
                <a:ext cx="768352" cy="1356361"/>
              </a:xfrm>
              <a:custGeom>
                <a:avLst/>
                <a:gdLst/>
                <a:ahLst/>
                <a:cxnLst>
                  <a:cxn ang="0">
                    <a:pos x="wd2" y="hd2"/>
                  </a:cxn>
                  <a:cxn ang="5400000">
                    <a:pos x="wd2" y="hd2"/>
                  </a:cxn>
                  <a:cxn ang="10800000">
                    <a:pos x="wd2" y="hd2"/>
                  </a:cxn>
                  <a:cxn ang="16200000">
                    <a:pos x="wd2" y="hd2"/>
                  </a:cxn>
                </a:cxnLst>
                <a:rect l="0" t="0" r="r" b="b"/>
                <a:pathLst>
                  <a:path w="21600" h="21600" extrusionOk="0">
                    <a:moveTo>
                      <a:pt x="13031" y="14521"/>
                    </a:moveTo>
                    <a:cubicBezTo>
                      <a:pt x="13246" y="13308"/>
                      <a:pt x="13388" y="12074"/>
                      <a:pt x="13388" y="10820"/>
                    </a:cubicBezTo>
                    <a:cubicBezTo>
                      <a:pt x="13388" y="9566"/>
                      <a:pt x="13281" y="8333"/>
                      <a:pt x="13031" y="7119"/>
                    </a:cubicBezTo>
                    <a:lnTo>
                      <a:pt x="21600" y="6148"/>
                    </a:lnTo>
                    <a:cubicBezTo>
                      <a:pt x="21172" y="4045"/>
                      <a:pt x="20458" y="2002"/>
                      <a:pt x="19458" y="0"/>
                    </a:cubicBezTo>
                    <a:lnTo>
                      <a:pt x="10889" y="971"/>
                    </a:lnTo>
                    <a:lnTo>
                      <a:pt x="0" y="2204"/>
                    </a:lnTo>
                    <a:cubicBezTo>
                      <a:pt x="1107" y="4166"/>
                      <a:pt x="1821" y="6229"/>
                      <a:pt x="2142" y="8333"/>
                    </a:cubicBezTo>
                    <a:cubicBezTo>
                      <a:pt x="2249" y="9142"/>
                      <a:pt x="2321" y="9971"/>
                      <a:pt x="2321" y="10800"/>
                    </a:cubicBezTo>
                    <a:cubicBezTo>
                      <a:pt x="2321" y="11629"/>
                      <a:pt x="2249" y="12458"/>
                      <a:pt x="2142" y="13267"/>
                    </a:cubicBezTo>
                    <a:cubicBezTo>
                      <a:pt x="1821" y="15391"/>
                      <a:pt x="1071" y="17434"/>
                      <a:pt x="0" y="19396"/>
                    </a:cubicBezTo>
                    <a:lnTo>
                      <a:pt x="10889" y="20629"/>
                    </a:lnTo>
                    <a:lnTo>
                      <a:pt x="19458" y="21600"/>
                    </a:lnTo>
                    <a:cubicBezTo>
                      <a:pt x="20458" y="19618"/>
                      <a:pt x="21172" y="17555"/>
                      <a:pt x="21600" y="15452"/>
                    </a:cubicBezTo>
                    <a:lnTo>
                      <a:pt x="13031" y="14521"/>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2" name="Shape">
                <a:extLst>
                  <a:ext uri="{FF2B5EF4-FFF2-40B4-BE49-F238E27FC236}">
                    <a16:creationId xmlns:a16="http://schemas.microsoft.com/office/drawing/2014/main" id="{317239DF-0D90-CCD3-5B2B-6131F2449B9B}"/>
                  </a:ext>
                </a:extLst>
              </p:cNvPr>
              <p:cNvSpPr/>
              <p:nvPr/>
            </p:nvSpPr>
            <p:spPr>
              <a:xfrm>
                <a:off x="3907950" y="4324824"/>
                <a:ext cx="1351280" cy="1352550"/>
              </a:xfrm>
              <a:custGeom>
                <a:avLst/>
                <a:gdLst/>
                <a:ahLst/>
                <a:cxnLst>
                  <a:cxn ang="0">
                    <a:pos x="wd2" y="hd2"/>
                  </a:cxn>
                  <a:cxn ang="5400000">
                    <a:pos x="wd2" y="hd2"/>
                  </a:cxn>
                  <a:cxn ang="10800000">
                    <a:pos x="wd2" y="hd2"/>
                  </a:cxn>
                  <a:cxn ang="16200000">
                    <a:pos x="wd2" y="hd2"/>
                  </a:cxn>
                </a:cxnLst>
                <a:rect l="0" t="0" r="r" b="b"/>
                <a:pathLst>
                  <a:path w="21600" h="21600" extrusionOk="0">
                    <a:moveTo>
                      <a:pt x="21600" y="12210"/>
                    </a:moveTo>
                    <a:cubicBezTo>
                      <a:pt x="19732" y="11236"/>
                      <a:pt x="17986" y="10060"/>
                      <a:pt x="16383" y="8721"/>
                    </a:cubicBezTo>
                    <a:cubicBezTo>
                      <a:pt x="15104" y="7646"/>
                      <a:pt x="13947" y="6470"/>
                      <a:pt x="12871" y="5212"/>
                    </a:cubicBezTo>
                    <a:cubicBezTo>
                      <a:pt x="11531" y="3610"/>
                      <a:pt x="10353" y="1866"/>
                      <a:pt x="9379" y="0"/>
                    </a:cubicBezTo>
                    <a:lnTo>
                      <a:pt x="4141" y="3509"/>
                    </a:lnTo>
                    <a:lnTo>
                      <a:pt x="0" y="6267"/>
                    </a:lnTo>
                    <a:cubicBezTo>
                      <a:pt x="1035" y="8092"/>
                      <a:pt x="2192" y="9837"/>
                      <a:pt x="3492" y="11479"/>
                    </a:cubicBezTo>
                    <a:lnTo>
                      <a:pt x="7633" y="8721"/>
                    </a:lnTo>
                    <a:cubicBezTo>
                      <a:pt x="9196" y="10648"/>
                      <a:pt x="10962" y="12412"/>
                      <a:pt x="12891" y="13974"/>
                    </a:cubicBezTo>
                    <a:lnTo>
                      <a:pt x="10130" y="18112"/>
                    </a:lnTo>
                    <a:cubicBezTo>
                      <a:pt x="11774" y="19410"/>
                      <a:pt x="13520" y="20566"/>
                      <a:pt x="15347" y="21600"/>
                    </a:cubicBezTo>
                    <a:lnTo>
                      <a:pt x="18108" y="17463"/>
                    </a:lnTo>
                    <a:lnTo>
                      <a:pt x="21600" y="1221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8" name="Shape">
                <a:extLst>
                  <a:ext uri="{FF2B5EF4-FFF2-40B4-BE49-F238E27FC236}">
                    <a16:creationId xmlns:a16="http://schemas.microsoft.com/office/drawing/2014/main" id="{751B899E-F9E4-C768-2172-0D4DA0F9F94D}"/>
                  </a:ext>
                </a:extLst>
              </p:cNvPr>
              <p:cNvSpPr/>
              <p:nvPr/>
            </p:nvSpPr>
            <p:spPr>
              <a:xfrm>
                <a:off x="5416550" y="995527"/>
                <a:ext cx="1358900" cy="768352"/>
              </a:xfrm>
              <a:custGeom>
                <a:avLst/>
                <a:gdLst/>
                <a:ahLst/>
                <a:cxnLst>
                  <a:cxn ang="0">
                    <a:pos x="wd2" y="hd2"/>
                  </a:cxn>
                  <a:cxn ang="5400000">
                    <a:pos x="wd2" y="hd2"/>
                  </a:cxn>
                  <a:cxn ang="10800000">
                    <a:pos x="wd2" y="hd2"/>
                  </a:cxn>
                  <a:cxn ang="16200000">
                    <a:pos x="wd2" y="hd2"/>
                  </a:cxn>
                </a:cxnLst>
                <a:rect l="0" t="0" r="r" b="b"/>
                <a:pathLst>
                  <a:path w="21600" h="21600" extrusionOk="0">
                    <a:moveTo>
                      <a:pt x="2241" y="21600"/>
                    </a:moveTo>
                    <a:cubicBezTo>
                      <a:pt x="4199" y="20493"/>
                      <a:pt x="6258" y="19779"/>
                      <a:pt x="8357" y="19458"/>
                    </a:cubicBezTo>
                    <a:cubicBezTo>
                      <a:pt x="9165" y="19351"/>
                      <a:pt x="9993" y="19279"/>
                      <a:pt x="10820" y="19279"/>
                    </a:cubicBezTo>
                    <a:cubicBezTo>
                      <a:pt x="11648" y="19279"/>
                      <a:pt x="12475" y="19351"/>
                      <a:pt x="13283" y="19458"/>
                    </a:cubicBezTo>
                    <a:cubicBezTo>
                      <a:pt x="15403" y="19779"/>
                      <a:pt x="17441" y="20529"/>
                      <a:pt x="19400" y="21600"/>
                    </a:cubicBezTo>
                    <a:lnTo>
                      <a:pt x="20631" y="10711"/>
                    </a:lnTo>
                    <a:lnTo>
                      <a:pt x="21600" y="2142"/>
                    </a:lnTo>
                    <a:cubicBezTo>
                      <a:pt x="19622" y="1142"/>
                      <a:pt x="17563" y="428"/>
                      <a:pt x="15463" y="0"/>
                    </a:cubicBezTo>
                    <a:lnTo>
                      <a:pt x="14494" y="8569"/>
                    </a:lnTo>
                    <a:cubicBezTo>
                      <a:pt x="13283" y="8354"/>
                      <a:pt x="12052" y="8212"/>
                      <a:pt x="10800" y="8212"/>
                    </a:cubicBezTo>
                    <a:cubicBezTo>
                      <a:pt x="9548" y="8212"/>
                      <a:pt x="8317" y="8319"/>
                      <a:pt x="7106" y="8569"/>
                    </a:cubicBezTo>
                    <a:lnTo>
                      <a:pt x="6137" y="0"/>
                    </a:lnTo>
                    <a:cubicBezTo>
                      <a:pt x="4037" y="428"/>
                      <a:pt x="1998" y="1142"/>
                      <a:pt x="0" y="2142"/>
                    </a:cubicBezTo>
                    <a:lnTo>
                      <a:pt x="969" y="10711"/>
                    </a:lnTo>
                    <a:lnTo>
                      <a:pt x="2241" y="21600"/>
                    </a:lnTo>
                    <a:close/>
                  </a:path>
                </a:pathLst>
              </a:custGeom>
              <a:solidFill>
                <a:schemeClr val="tx2">
                  <a:lumMod val="60000"/>
                  <a:lumOff val="40000"/>
                </a:schemeClr>
              </a:solidFill>
              <a:ln w="12700">
                <a:miter lim="400000"/>
              </a:ln>
            </p:spPr>
            <p:txBody>
              <a:bodyPr lIns="38100" tIns="38100" rIns="38100" bIns="38100" anchor="ctr"/>
              <a:lstStyle/>
              <a:p>
                <a:pPr>
                  <a:defRPr sz="3000">
                    <a:solidFill>
                      <a:srgbClr val="FFFFFF"/>
                    </a:solidFill>
                  </a:defRPr>
                </a:pPr>
                <a:endParaRPr dirty="0"/>
              </a:p>
            </p:txBody>
          </p:sp>
          <p:sp>
            <p:nvSpPr>
              <p:cNvPr id="47" name="Shape">
                <a:extLst>
                  <a:ext uri="{FF2B5EF4-FFF2-40B4-BE49-F238E27FC236}">
                    <a16:creationId xmlns:a16="http://schemas.microsoft.com/office/drawing/2014/main" id="{4169BA65-B7D2-B154-FC56-8B830E90F468}"/>
                  </a:ext>
                </a:extLst>
              </p:cNvPr>
              <p:cNvSpPr/>
              <p:nvPr/>
            </p:nvSpPr>
            <p:spPr>
              <a:xfrm>
                <a:off x="3907950" y="1301275"/>
                <a:ext cx="1352549" cy="1351282"/>
              </a:xfrm>
              <a:custGeom>
                <a:avLst/>
                <a:gdLst/>
                <a:ahLst/>
                <a:cxnLst>
                  <a:cxn ang="0">
                    <a:pos x="wd2" y="hd2"/>
                  </a:cxn>
                  <a:cxn ang="5400000">
                    <a:pos x="wd2" y="hd2"/>
                  </a:cxn>
                  <a:cxn ang="10800000">
                    <a:pos x="wd2" y="hd2"/>
                  </a:cxn>
                  <a:cxn ang="16200000">
                    <a:pos x="wd2" y="hd2"/>
                  </a:cxn>
                </a:cxnLst>
                <a:rect l="0" t="0" r="r" b="b"/>
                <a:pathLst>
                  <a:path w="21600" h="21600" extrusionOk="0">
                    <a:moveTo>
                      <a:pt x="9390" y="21600"/>
                    </a:moveTo>
                    <a:cubicBezTo>
                      <a:pt x="10364" y="19732"/>
                      <a:pt x="11540" y="17986"/>
                      <a:pt x="12879" y="16383"/>
                    </a:cubicBezTo>
                    <a:cubicBezTo>
                      <a:pt x="13954" y="15104"/>
                      <a:pt x="15130" y="13947"/>
                      <a:pt x="16388" y="12871"/>
                    </a:cubicBezTo>
                    <a:cubicBezTo>
                      <a:pt x="17990" y="11531"/>
                      <a:pt x="19734" y="10353"/>
                      <a:pt x="21600" y="9379"/>
                    </a:cubicBezTo>
                    <a:lnTo>
                      <a:pt x="18091" y="4141"/>
                    </a:lnTo>
                    <a:lnTo>
                      <a:pt x="15333" y="0"/>
                    </a:lnTo>
                    <a:cubicBezTo>
                      <a:pt x="13508" y="1035"/>
                      <a:pt x="11763" y="2192"/>
                      <a:pt x="10121" y="3492"/>
                    </a:cubicBezTo>
                    <a:lnTo>
                      <a:pt x="12879" y="7633"/>
                    </a:lnTo>
                    <a:cubicBezTo>
                      <a:pt x="10952" y="9196"/>
                      <a:pt x="9188" y="10962"/>
                      <a:pt x="7626" y="12891"/>
                    </a:cubicBezTo>
                    <a:lnTo>
                      <a:pt x="3488" y="10130"/>
                    </a:lnTo>
                    <a:cubicBezTo>
                      <a:pt x="2190" y="11774"/>
                      <a:pt x="1034" y="13520"/>
                      <a:pt x="0" y="15347"/>
                    </a:cubicBezTo>
                    <a:lnTo>
                      <a:pt x="4137" y="18108"/>
                    </a:lnTo>
                    <a:lnTo>
                      <a:pt x="9390" y="21600"/>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dirty="0"/>
              </a:p>
            </p:txBody>
          </p:sp>
          <p:sp>
            <p:nvSpPr>
              <p:cNvPr id="50" name="Shape">
                <a:extLst>
                  <a:ext uri="{FF2B5EF4-FFF2-40B4-BE49-F238E27FC236}">
                    <a16:creationId xmlns:a16="http://schemas.microsoft.com/office/drawing/2014/main" id="{1FF60B3E-DE50-14BD-C6DD-B701AF22C70D}"/>
                  </a:ext>
                </a:extLst>
              </p:cNvPr>
              <p:cNvSpPr/>
              <p:nvPr/>
            </p:nvSpPr>
            <p:spPr>
              <a:xfrm>
                <a:off x="3596665" y="2809737"/>
                <a:ext cx="768352" cy="1358899"/>
              </a:xfrm>
              <a:custGeom>
                <a:avLst/>
                <a:gdLst/>
                <a:ahLst/>
                <a:cxnLst>
                  <a:cxn ang="0">
                    <a:pos x="wd2" y="hd2"/>
                  </a:cxn>
                  <a:cxn ang="5400000">
                    <a:pos x="wd2" y="hd2"/>
                  </a:cxn>
                  <a:cxn ang="10800000">
                    <a:pos x="wd2" y="hd2"/>
                  </a:cxn>
                  <a:cxn ang="16200000">
                    <a:pos x="wd2" y="hd2"/>
                  </a:cxn>
                </a:cxnLst>
                <a:rect l="0" t="0" r="r" b="b"/>
                <a:pathLst>
                  <a:path w="21600" h="21600" extrusionOk="0">
                    <a:moveTo>
                      <a:pt x="21600" y="19359"/>
                    </a:moveTo>
                    <a:cubicBezTo>
                      <a:pt x="20493" y="17401"/>
                      <a:pt x="19779" y="15342"/>
                      <a:pt x="19458" y="13243"/>
                    </a:cubicBezTo>
                    <a:cubicBezTo>
                      <a:pt x="19351" y="12435"/>
                      <a:pt x="19279" y="11607"/>
                      <a:pt x="19279" y="10780"/>
                    </a:cubicBezTo>
                    <a:cubicBezTo>
                      <a:pt x="19279" y="9952"/>
                      <a:pt x="19351" y="9124"/>
                      <a:pt x="19458" y="8317"/>
                    </a:cubicBezTo>
                    <a:cubicBezTo>
                      <a:pt x="19779" y="6197"/>
                      <a:pt x="20529" y="4159"/>
                      <a:pt x="21600" y="2200"/>
                    </a:cubicBezTo>
                    <a:lnTo>
                      <a:pt x="10711" y="969"/>
                    </a:lnTo>
                    <a:lnTo>
                      <a:pt x="2142" y="0"/>
                    </a:lnTo>
                    <a:cubicBezTo>
                      <a:pt x="1142" y="1978"/>
                      <a:pt x="428" y="4037"/>
                      <a:pt x="0" y="6137"/>
                    </a:cubicBezTo>
                    <a:lnTo>
                      <a:pt x="8569" y="7106"/>
                    </a:lnTo>
                    <a:cubicBezTo>
                      <a:pt x="8354" y="8317"/>
                      <a:pt x="8212" y="9548"/>
                      <a:pt x="8212" y="10800"/>
                    </a:cubicBezTo>
                    <a:cubicBezTo>
                      <a:pt x="8212" y="12052"/>
                      <a:pt x="8319" y="13283"/>
                      <a:pt x="8569" y="14494"/>
                    </a:cubicBezTo>
                    <a:lnTo>
                      <a:pt x="0" y="15463"/>
                    </a:lnTo>
                    <a:cubicBezTo>
                      <a:pt x="428" y="17563"/>
                      <a:pt x="1142" y="19601"/>
                      <a:pt x="2142" y="21600"/>
                    </a:cubicBezTo>
                    <a:lnTo>
                      <a:pt x="10711" y="20631"/>
                    </a:lnTo>
                    <a:lnTo>
                      <a:pt x="21600" y="19359"/>
                    </a:lnTo>
                    <a:close/>
                  </a:path>
                </a:pathLst>
              </a:custGeom>
              <a:solidFill>
                <a:schemeClr val="accent1">
                  <a:lumMod val="75000"/>
                </a:schemeClr>
              </a:solidFill>
              <a:ln w="12700">
                <a:miter lim="400000"/>
              </a:ln>
            </p:spPr>
            <p:txBody>
              <a:bodyPr lIns="38100" tIns="38100" rIns="38100" bIns="38100" anchor="ctr"/>
              <a:lstStyle/>
              <a:p>
                <a:pPr>
                  <a:defRPr sz="3000">
                    <a:solidFill>
                      <a:srgbClr val="FFFFFF"/>
                    </a:solidFill>
                  </a:defRPr>
                </a:pPr>
                <a:endParaRPr/>
              </a:p>
            </p:txBody>
          </p:sp>
          <p:sp>
            <p:nvSpPr>
              <p:cNvPr id="51" name="Shape">
                <a:extLst>
                  <a:ext uri="{FF2B5EF4-FFF2-40B4-BE49-F238E27FC236}">
                    <a16:creationId xmlns:a16="http://schemas.microsoft.com/office/drawing/2014/main" id="{FE0A4FD4-CEA9-9348-0797-4A84A542B1BA}"/>
                  </a:ext>
                </a:extLst>
              </p:cNvPr>
              <p:cNvSpPr/>
              <p:nvPr/>
            </p:nvSpPr>
            <p:spPr>
              <a:xfrm>
                <a:off x="6938322" y="4326092"/>
                <a:ext cx="1352549" cy="1351282"/>
              </a:xfrm>
              <a:custGeom>
                <a:avLst/>
                <a:gdLst/>
                <a:ahLst/>
                <a:cxnLst>
                  <a:cxn ang="0">
                    <a:pos x="wd2" y="hd2"/>
                  </a:cxn>
                  <a:cxn ang="5400000">
                    <a:pos x="wd2" y="hd2"/>
                  </a:cxn>
                  <a:cxn ang="10800000">
                    <a:pos x="wd2" y="hd2"/>
                  </a:cxn>
                  <a:cxn ang="16200000">
                    <a:pos x="wd2" y="hd2"/>
                  </a:cxn>
                </a:cxnLst>
                <a:rect l="0" t="0" r="r" b="b"/>
                <a:pathLst>
                  <a:path w="21600" h="21600" extrusionOk="0">
                    <a:moveTo>
                      <a:pt x="12210" y="0"/>
                    </a:moveTo>
                    <a:cubicBezTo>
                      <a:pt x="11236" y="1868"/>
                      <a:pt x="10060" y="3614"/>
                      <a:pt x="8721" y="5217"/>
                    </a:cubicBezTo>
                    <a:cubicBezTo>
                      <a:pt x="7646" y="6496"/>
                      <a:pt x="6470" y="7653"/>
                      <a:pt x="5212" y="8729"/>
                    </a:cubicBezTo>
                    <a:cubicBezTo>
                      <a:pt x="3610" y="10069"/>
                      <a:pt x="1866" y="11247"/>
                      <a:pt x="0" y="12221"/>
                    </a:cubicBezTo>
                    <a:lnTo>
                      <a:pt x="3509" y="17459"/>
                    </a:lnTo>
                    <a:lnTo>
                      <a:pt x="6267" y="21600"/>
                    </a:lnTo>
                    <a:cubicBezTo>
                      <a:pt x="8092" y="20565"/>
                      <a:pt x="9837" y="19408"/>
                      <a:pt x="11479" y="18108"/>
                    </a:cubicBezTo>
                    <a:lnTo>
                      <a:pt x="8721" y="13967"/>
                    </a:lnTo>
                    <a:cubicBezTo>
                      <a:pt x="10648" y="12404"/>
                      <a:pt x="12412" y="10638"/>
                      <a:pt x="13974" y="8709"/>
                    </a:cubicBezTo>
                    <a:lnTo>
                      <a:pt x="18112" y="11470"/>
                    </a:lnTo>
                    <a:cubicBezTo>
                      <a:pt x="19410" y="9826"/>
                      <a:pt x="20566" y="8080"/>
                      <a:pt x="21600" y="6253"/>
                    </a:cubicBezTo>
                    <a:lnTo>
                      <a:pt x="17463" y="3492"/>
                    </a:lnTo>
                    <a:lnTo>
                      <a:pt x="12210" y="0"/>
                    </a:lnTo>
                    <a:close/>
                  </a:path>
                </a:pathLst>
              </a:custGeom>
              <a:solidFill>
                <a:schemeClr val="accent3"/>
              </a:solidFill>
              <a:ln w="12700">
                <a:miter lim="400000"/>
              </a:ln>
            </p:spPr>
            <p:txBody>
              <a:bodyPr lIns="38100" tIns="38100" rIns="38100" bIns="38100" anchor="ctr"/>
              <a:lstStyle/>
              <a:p>
                <a:pPr>
                  <a:defRPr sz="3000">
                    <a:solidFill>
                      <a:srgbClr val="FFFFFF"/>
                    </a:solidFill>
                  </a:defRPr>
                </a:pPr>
                <a:endParaRPr/>
              </a:p>
            </p:txBody>
          </p:sp>
          <p:sp>
            <p:nvSpPr>
              <p:cNvPr id="52" name="Shape">
                <a:extLst>
                  <a:ext uri="{FF2B5EF4-FFF2-40B4-BE49-F238E27FC236}">
                    <a16:creationId xmlns:a16="http://schemas.microsoft.com/office/drawing/2014/main" id="{8DB365D0-6171-CD08-0C7F-FBB84E5D8F31}"/>
                  </a:ext>
                </a:extLst>
              </p:cNvPr>
              <p:cNvSpPr/>
              <p:nvPr/>
            </p:nvSpPr>
            <p:spPr>
              <a:xfrm>
                <a:off x="5416550" y="5220308"/>
                <a:ext cx="1358900" cy="768352"/>
              </a:xfrm>
              <a:custGeom>
                <a:avLst/>
                <a:gdLst/>
                <a:ahLst/>
                <a:cxnLst>
                  <a:cxn ang="0">
                    <a:pos x="wd2" y="hd2"/>
                  </a:cxn>
                  <a:cxn ang="5400000">
                    <a:pos x="wd2" y="hd2"/>
                  </a:cxn>
                  <a:cxn ang="10800000">
                    <a:pos x="wd2" y="hd2"/>
                  </a:cxn>
                  <a:cxn ang="16200000">
                    <a:pos x="wd2" y="hd2"/>
                  </a:cxn>
                </a:cxnLst>
                <a:rect l="0" t="0" r="r" b="b"/>
                <a:pathLst>
                  <a:path w="21600" h="21600" extrusionOk="0">
                    <a:moveTo>
                      <a:pt x="19359" y="0"/>
                    </a:moveTo>
                    <a:cubicBezTo>
                      <a:pt x="17401" y="1107"/>
                      <a:pt x="15342" y="1821"/>
                      <a:pt x="13243" y="2142"/>
                    </a:cubicBezTo>
                    <a:cubicBezTo>
                      <a:pt x="12435" y="2249"/>
                      <a:pt x="11607" y="2321"/>
                      <a:pt x="10780" y="2321"/>
                    </a:cubicBezTo>
                    <a:cubicBezTo>
                      <a:pt x="9952" y="2321"/>
                      <a:pt x="9125" y="2249"/>
                      <a:pt x="8317" y="2142"/>
                    </a:cubicBezTo>
                    <a:cubicBezTo>
                      <a:pt x="6197" y="1821"/>
                      <a:pt x="4159" y="1071"/>
                      <a:pt x="2200" y="0"/>
                    </a:cubicBezTo>
                    <a:lnTo>
                      <a:pt x="969" y="10889"/>
                    </a:lnTo>
                    <a:lnTo>
                      <a:pt x="0" y="19458"/>
                    </a:lnTo>
                    <a:cubicBezTo>
                      <a:pt x="1978" y="20458"/>
                      <a:pt x="4037" y="21172"/>
                      <a:pt x="6137" y="21600"/>
                    </a:cubicBezTo>
                    <a:lnTo>
                      <a:pt x="7106" y="13031"/>
                    </a:lnTo>
                    <a:cubicBezTo>
                      <a:pt x="8317" y="13246"/>
                      <a:pt x="9548" y="13388"/>
                      <a:pt x="10800" y="13388"/>
                    </a:cubicBezTo>
                    <a:cubicBezTo>
                      <a:pt x="12052" y="13388"/>
                      <a:pt x="13283" y="13281"/>
                      <a:pt x="14494" y="13031"/>
                    </a:cubicBezTo>
                    <a:lnTo>
                      <a:pt x="15463" y="21600"/>
                    </a:lnTo>
                    <a:cubicBezTo>
                      <a:pt x="17563" y="21172"/>
                      <a:pt x="19602" y="20458"/>
                      <a:pt x="21600" y="19458"/>
                    </a:cubicBezTo>
                    <a:lnTo>
                      <a:pt x="20631" y="10889"/>
                    </a:lnTo>
                    <a:lnTo>
                      <a:pt x="19359" y="0"/>
                    </a:lnTo>
                    <a:close/>
                  </a:path>
                </a:pathLst>
              </a:custGeom>
              <a:solidFill>
                <a:schemeClr val="tx2">
                  <a:lumMod val="75000"/>
                </a:schemeClr>
              </a:solidFill>
              <a:ln w="12700">
                <a:miter lim="400000"/>
              </a:ln>
            </p:spPr>
            <p:txBody>
              <a:bodyPr lIns="38100" tIns="38100" rIns="38100" bIns="38100" anchor="ctr"/>
              <a:lstStyle/>
              <a:p>
                <a:pPr>
                  <a:defRPr sz="3000">
                    <a:solidFill>
                      <a:srgbClr val="FFFFFF"/>
                    </a:solidFill>
                  </a:defRPr>
                </a:pPr>
                <a:endParaRPr/>
              </a:p>
            </p:txBody>
          </p:sp>
        </p:grpSp>
        <p:sp>
          <p:nvSpPr>
            <p:cNvPr id="37" name="TextBox 36">
              <a:extLst>
                <a:ext uri="{FF2B5EF4-FFF2-40B4-BE49-F238E27FC236}">
                  <a16:creationId xmlns:a16="http://schemas.microsoft.com/office/drawing/2014/main" id="{9A97D758-D7C6-4D6A-9833-168246258317}"/>
                </a:ext>
              </a:extLst>
            </p:cNvPr>
            <p:cNvSpPr txBox="1"/>
            <p:nvPr/>
          </p:nvSpPr>
          <p:spPr>
            <a:xfrm>
              <a:off x="4817864" y="2785384"/>
              <a:ext cx="1535430" cy="923330"/>
            </a:xfrm>
            <a:prstGeom prst="rect">
              <a:avLst/>
            </a:prstGeom>
            <a:noFill/>
          </p:spPr>
          <p:txBody>
            <a:bodyPr wrap="square" rtlCol="0">
              <a:spAutoFit/>
            </a:bodyPr>
            <a:lstStyle/>
            <a:p>
              <a:pPr algn="ctr"/>
              <a:r>
                <a:rPr lang="en-US" sz="1800" b="1" dirty="0">
                  <a:latin typeface="Trebuchet MS" panose="020B0603020202020204" pitchFamily="34" charset="0"/>
                </a:rPr>
                <a:t>Microsoft Competency</a:t>
              </a:r>
            </a:p>
            <a:p>
              <a:pPr algn="ctr"/>
              <a:endParaRPr lang="en-US" dirty="0">
                <a:latin typeface="Trebuchet MS" panose="020B0603020202020204" pitchFamily="34" charset="0"/>
              </a:endParaRPr>
            </a:p>
          </p:txBody>
        </p:sp>
      </p:grpSp>
      <p:sp>
        <p:nvSpPr>
          <p:cNvPr id="105" name="TextBox 104">
            <a:extLst>
              <a:ext uri="{FF2B5EF4-FFF2-40B4-BE49-F238E27FC236}">
                <a16:creationId xmlns:a16="http://schemas.microsoft.com/office/drawing/2014/main" id="{E37EA2A7-B593-AF70-BA0B-6DA5C43772AB}"/>
              </a:ext>
            </a:extLst>
          </p:cNvPr>
          <p:cNvSpPr txBox="1"/>
          <p:nvPr/>
        </p:nvSpPr>
        <p:spPr>
          <a:xfrm>
            <a:off x="2781868" y="945034"/>
            <a:ext cx="1004792" cy="307777"/>
          </a:xfrm>
          <a:prstGeom prst="rect">
            <a:avLst/>
          </a:prstGeom>
          <a:noFill/>
        </p:spPr>
        <p:txBody>
          <a:bodyPr wrap="square" rtlCol="0">
            <a:spAutoFit/>
          </a:bodyPr>
          <a:lstStyle/>
          <a:p>
            <a:r>
              <a:rPr lang="en-US" sz="1400" b="1" dirty="0">
                <a:solidFill>
                  <a:srgbClr val="1B608F"/>
                </a:solidFill>
              </a:rPr>
              <a:t>On- Prem</a:t>
            </a:r>
          </a:p>
        </p:txBody>
      </p:sp>
      <p:sp>
        <p:nvSpPr>
          <p:cNvPr id="106" name="TextBox 105">
            <a:extLst>
              <a:ext uri="{FF2B5EF4-FFF2-40B4-BE49-F238E27FC236}">
                <a16:creationId xmlns:a16="http://schemas.microsoft.com/office/drawing/2014/main" id="{E3BBF64F-27D0-4C3A-D1A1-AE4BF356F4AF}"/>
              </a:ext>
            </a:extLst>
          </p:cNvPr>
          <p:cNvSpPr txBox="1"/>
          <p:nvPr/>
        </p:nvSpPr>
        <p:spPr>
          <a:xfrm>
            <a:off x="7232766" y="968005"/>
            <a:ext cx="1224327" cy="307777"/>
          </a:xfrm>
          <a:prstGeom prst="rect">
            <a:avLst/>
          </a:prstGeom>
          <a:noFill/>
        </p:spPr>
        <p:txBody>
          <a:bodyPr wrap="square" rtlCol="0">
            <a:spAutoFit/>
          </a:bodyPr>
          <a:lstStyle/>
          <a:p>
            <a:r>
              <a:rPr lang="en-US" sz="1400" b="1" dirty="0">
                <a:solidFill>
                  <a:srgbClr val="22A1BF"/>
                </a:solidFill>
              </a:rPr>
              <a:t>Azure Cloud</a:t>
            </a:r>
          </a:p>
        </p:txBody>
      </p:sp>
      <p:pic>
        <p:nvPicPr>
          <p:cNvPr id="107" name="Picture 106" descr="A black and white sign&#10;&#10;Description automatically generated with low confidence">
            <a:extLst>
              <a:ext uri="{FF2B5EF4-FFF2-40B4-BE49-F238E27FC236}">
                <a16:creationId xmlns:a16="http://schemas.microsoft.com/office/drawing/2014/main" id="{68F270B2-F323-987A-D6A2-B51E868AE2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02040" y="2514064"/>
            <a:ext cx="1167077" cy="248915"/>
          </a:xfrm>
          <a:prstGeom prst="rect">
            <a:avLst/>
          </a:prstGeom>
        </p:spPr>
      </p:pic>
    </p:spTree>
    <p:extLst>
      <p:ext uri="{BB962C8B-B14F-4D97-AF65-F5344CB8AC3E}">
        <p14:creationId xmlns:p14="http://schemas.microsoft.com/office/powerpoint/2010/main" val="2645782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Rounded Rectangle 258"/>
          <p:cNvSpPr/>
          <p:nvPr/>
        </p:nvSpPr>
        <p:spPr>
          <a:xfrm>
            <a:off x="227299" y="981191"/>
            <a:ext cx="11737403" cy="5815726"/>
          </a:xfrm>
          <a:prstGeom prst="roundRect">
            <a:avLst>
              <a:gd name="adj" fmla="val 1604"/>
            </a:avLst>
          </a:prstGeom>
          <a:noFill/>
          <a:ln w="6350">
            <a:solidFill>
              <a:schemeClr val="bg1">
                <a:lumMod val="75000"/>
              </a:schemeClr>
            </a:solidFill>
          </a:ln>
          <a:effectLst/>
        </p:spPr>
        <p:style>
          <a:lnRef idx="1">
            <a:schemeClr val="dk1"/>
          </a:lnRef>
          <a:fillRef idx="2">
            <a:schemeClr val="dk1"/>
          </a:fillRef>
          <a:effectRef idx="1">
            <a:schemeClr val="dk1"/>
          </a:effectRef>
          <a:fontRef idx="minor">
            <a:schemeClr val="dk1"/>
          </a:fontRef>
        </p:style>
        <p:txBody>
          <a:bodyPr rtlCol="0" anchor="t"/>
          <a:lstStyle/>
          <a:p>
            <a:pPr marL="228594" indent="-228594" defTabSz="1219170">
              <a:spcBef>
                <a:spcPts val="133"/>
              </a:spcBef>
              <a:spcAft>
                <a:spcPts val="267"/>
              </a:spcAft>
              <a:buFont typeface="Arial" panose="020B0604020202020204" pitchFamily="34" charset="0"/>
              <a:buChar char="•"/>
              <a:defRPr/>
            </a:pPr>
            <a:endParaRPr lang="en-US" sz="1200" dirty="0">
              <a:solidFill>
                <a:srgbClr val="0033A0"/>
              </a:solidFill>
              <a:cs typeface="Calibri" panose="020F0502020204030204" pitchFamily="34" charset="0"/>
            </a:endParaRPr>
          </a:p>
        </p:txBody>
      </p:sp>
      <p:grpSp>
        <p:nvGrpSpPr>
          <p:cNvPr id="260" name="Group 259"/>
          <p:cNvGrpSpPr/>
          <p:nvPr/>
        </p:nvGrpSpPr>
        <p:grpSpPr>
          <a:xfrm>
            <a:off x="354766" y="2440584"/>
            <a:ext cx="4206239" cy="1720347"/>
            <a:chOff x="125947" y="1719434"/>
            <a:chExt cx="3299015" cy="1290260"/>
          </a:xfrm>
        </p:grpSpPr>
        <p:cxnSp>
          <p:nvCxnSpPr>
            <p:cNvPr id="182" name="Straight Connector 181"/>
            <p:cNvCxnSpPr/>
            <p:nvPr/>
          </p:nvCxnSpPr>
          <p:spPr>
            <a:xfrm flipV="1">
              <a:off x="125947" y="1719434"/>
              <a:ext cx="3299015" cy="1679"/>
            </a:xfrm>
            <a:prstGeom prst="line">
              <a:avLst/>
            </a:prstGeom>
            <a:noFill/>
            <a:ln w="3175" cap="flat" cmpd="sng" algn="ctr">
              <a:solidFill>
                <a:sysClr val="window" lastClr="FFFFFF">
                  <a:lumMod val="50000"/>
                </a:sysClr>
              </a:solidFill>
              <a:prstDash val="dash"/>
              <a:headEnd type="oval" w="med" len="med"/>
              <a:tailEnd type="oval" w="med" len="med"/>
            </a:ln>
            <a:effectLst/>
          </p:spPr>
        </p:cxnSp>
        <p:cxnSp>
          <p:nvCxnSpPr>
            <p:cNvPr id="183" name="Straight Connector 182"/>
            <p:cNvCxnSpPr/>
            <p:nvPr/>
          </p:nvCxnSpPr>
          <p:spPr>
            <a:xfrm>
              <a:off x="125952" y="3009694"/>
              <a:ext cx="3227298" cy="0"/>
            </a:xfrm>
            <a:prstGeom prst="line">
              <a:avLst/>
            </a:prstGeom>
            <a:noFill/>
            <a:ln w="3175" cap="flat" cmpd="sng" algn="ctr">
              <a:solidFill>
                <a:sysClr val="window" lastClr="FFFFFF">
                  <a:lumMod val="50000"/>
                </a:sysClr>
              </a:solidFill>
              <a:prstDash val="dash"/>
              <a:headEnd type="oval" w="med" len="med"/>
              <a:tailEnd type="oval" w="med" len="med"/>
            </a:ln>
            <a:effectLst/>
          </p:spPr>
        </p:cxnSp>
      </p:grpSp>
      <p:sp>
        <p:nvSpPr>
          <p:cNvPr id="3" name="Title 2"/>
          <p:cNvSpPr>
            <a:spLocks noGrp="1"/>
          </p:cNvSpPr>
          <p:nvPr>
            <p:ph type="title"/>
          </p:nvPr>
        </p:nvSpPr>
        <p:spPr>
          <a:xfrm>
            <a:off x="173993" y="-17968"/>
            <a:ext cx="11306174" cy="854075"/>
          </a:xfrm>
        </p:spPr>
        <p:txBody>
          <a:bodyPr>
            <a:normAutofit/>
          </a:bodyPr>
          <a:lstStyle/>
          <a:p>
            <a:r>
              <a:rPr lang="en-IN" altLang="en-US" sz="3200" dirty="0">
                <a:latin typeface="Trebuchet MS" panose="020B0603020202020204" pitchFamily="34" charset="0"/>
              </a:rPr>
              <a:t>Data Modernisation &gt; </a:t>
            </a:r>
            <a:r>
              <a:rPr lang="en-US" sz="3200" dirty="0">
                <a:latin typeface="Trebuchet MS" panose="020B0603020202020204" pitchFamily="34" charset="0"/>
              </a:rPr>
              <a:t>AWS </a:t>
            </a:r>
            <a:r>
              <a:rPr lang="en-US" sz="3200" dirty="0">
                <a:solidFill>
                  <a:prstClr val="black"/>
                </a:solidFill>
                <a:latin typeface="Trebuchet MS" panose="020B0603020202020204" pitchFamily="34" charset="0"/>
              </a:rPr>
              <a:t>Competency</a:t>
            </a:r>
            <a:endParaRPr lang="en-US" sz="3200" dirty="0">
              <a:latin typeface="Trebuchet MS" panose="020B0603020202020204" pitchFamily="34" charset="0"/>
            </a:endParaRPr>
          </a:p>
        </p:txBody>
      </p:sp>
      <p:sp>
        <p:nvSpPr>
          <p:cNvPr id="173" name="Block Arc 172"/>
          <p:cNvSpPr/>
          <p:nvPr/>
        </p:nvSpPr>
        <p:spPr>
          <a:xfrm rot="7801696">
            <a:off x="4574352" y="1267552"/>
            <a:ext cx="3705020" cy="3793813"/>
          </a:xfrm>
          <a:prstGeom prst="blockArc">
            <a:avLst>
              <a:gd name="adj1" fmla="val 4019563"/>
              <a:gd name="adj2" fmla="val 8397785"/>
              <a:gd name="adj3" fmla="val 24512"/>
            </a:avLst>
          </a:prstGeom>
          <a:solidFill>
            <a:schemeClr val="accent1">
              <a:lumMod val="50000"/>
            </a:schemeClr>
          </a:solidFill>
          <a:ln w="9525" cap="flat" cmpd="sng" algn="ctr">
            <a:noFill/>
            <a:prstDash val="solid"/>
          </a:ln>
          <a:effectLst/>
        </p:spPr>
        <p:txBody>
          <a:bodyPr rtlCol="0" anchor="ctr"/>
          <a:lstStyle/>
          <a:p>
            <a:pPr algn="ctr" defTabSz="1219170">
              <a:defRPr/>
            </a:pPr>
            <a:endParaRPr lang="en-US" sz="2133" kern="0" dirty="0">
              <a:solidFill>
                <a:srgbClr val="50B3CF"/>
              </a:solidFill>
              <a:cs typeface="Calibri" panose="020F0502020204030204" pitchFamily="34" charset="0"/>
            </a:endParaRPr>
          </a:p>
        </p:txBody>
      </p:sp>
      <p:sp>
        <p:nvSpPr>
          <p:cNvPr id="174" name="Block Arc 173"/>
          <p:cNvSpPr/>
          <p:nvPr/>
        </p:nvSpPr>
        <p:spPr>
          <a:xfrm rot="7801696">
            <a:off x="4574352" y="1267552"/>
            <a:ext cx="3705020" cy="3793813"/>
          </a:xfrm>
          <a:prstGeom prst="blockArc">
            <a:avLst>
              <a:gd name="adj1" fmla="val 415746"/>
              <a:gd name="adj2" fmla="val 3855301"/>
              <a:gd name="adj3" fmla="val 24720"/>
            </a:avLst>
          </a:prstGeom>
          <a:solidFill>
            <a:schemeClr val="accent1">
              <a:lumMod val="75000"/>
            </a:schemeClr>
          </a:solidFill>
          <a:ln w="9525" cap="flat" cmpd="sng" algn="ctr">
            <a:noFill/>
            <a:prstDash val="solid"/>
          </a:ln>
          <a:effectLst/>
        </p:spPr>
        <p:txBody>
          <a:bodyPr rtlCol="0" anchor="ctr"/>
          <a:lstStyle/>
          <a:p>
            <a:pPr algn="ctr" defTabSz="1219170">
              <a:defRPr/>
            </a:pPr>
            <a:endParaRPr lang="en-US" sz="2133" kern="0" dirty="0">
              <a:solidFill>
                <a:srgbClr val="50B3CF"/>
              </a:solidFill>
              <a:cs typeface="Calibri" panose="020F0502020204030204" pitchFamily="34" charset="0"/>
            </a:endParaRPr>
          </a:p>
        </p:txBody>
      </p:sp>
      <p:sp>
        <p:nvSpPr>
          <p:cNvPr id="175" name="Block Arc 174"/>
          <p:cNvSpPr/>
          <p:nvPr/>
        </p:nvSpPr>
        <p:spPr>
          <a:xfrm>
            <a:off x="4597509" y="1378731"/>
            <a:ext cx="3793813" cy="3705020"/>
          </a:xfrm>
          <a:prstGeom prst="blockArc">
            <a:avLst>
              <a:gd name="adj1" fmla="val 55406"/>
              <a:gd name="adj2" fmla="val 3770710"/>
              <a:gd name="adj3" fmla="val 24633"/>
            </a:avLst>
          </a:prstGeom>
          <a:solidFill>
            <a:schemeClr val="accent1">
              <a:lumMod val="40000"/>
              <a:lumOff val="60000"/>
            </a:schemeClr>
          </a:solidFill>
          <a:ln w="9525" cap="flat" cmpd="sng" algn="ctr">
            <a:noFill/>
            <a:prstDash val="solid"/>
          </a:ln>
          <a:effectLst/>
        </p:spPr>
        <p:txBody>
          <a:bodyPr rtlCol="0" anchor="ctr"/>
          <a:lstStyle/>
          <a:p>
            <a:pPr algn="ctr" defTabSz="609570">
              <a:defRPr/>
            </a:pPr>
            <a:endParaRPr lang="en-US" sz="2133" kern="0" dirty="0">
              <a:solidFill>
                <a:srgbClr val="50B3CF"/>
              </a:solidFill>
              <a:cs typeface="Calibri" panose="020F0502020204030204" pitchFamily="34" charset="0"/>
            </a:endParaRPr>
          </a:p>
        </p:txBody>
      </p:sp>
      <p:sp>
        <p:nvSpPr>
          <p:cNvPr id="176" name="Block Arc 175"/>
          <p:cNvSpPr/>
          <p:nvPr/>
        </p:nvSpPr>
        <p:spPr>
          <a:xfrm>
            <a:off x="4580430" y="1378731"/>
            <a:ext cx="3793813" cy="3705020"/>
          </a:xfrm>
          <a:prstGeom prst="blockArc">
            <a:avLst>
              <a:gd name="adj1" fmla="val 3926649"/>
              <a:gd name="adj2" fmla="val 8156952"/>
              <a:gd name="adj3" fmla="val 24683"/>
            </a:avLst>
          </a:prstGeom>
          <a:solidFill>
            <a:schemeClr val="accent1">
              <a:lumMod val="60000"/>
              <a:lumOff val="40000"/>
            </a:schemeClr>
          </a:solidFill>
          <a:ln w="9525" cap="flat" cmpd="sng" algn="ctr">
            <a:noFill/>
            <a:prstDash val="solid"/>
          </a:ln>
          <a:effectLst/>
        </p:spPr>
        <p:txBody>
          <a:bodyPr rtlCol="0" anchor="ctr"/>
          <a:lstStyle/>
          <a:p>
            <a:pPr algn="ctr" defTabSz="609570">
              <a:defRPr/>
            </a:pPr>
            <a:endParaRPr lang="en-US" sz="2133" kern="0" dirty="0">
              <a:solidFill>
                <a:srgbClr val="50B3CF"/>
              </a:solidFill>
              <a:cs typeface="Calibri" panose="020F0502020204030204" pitchFamily="34" charset="0"/>
            </a:endParaRPr>
          </a:p>
        </p:txBody>
      </p:sp>
      <p:sp>
        <p:nvSpPr>
          <p:cNvPr id="177" name="Oval 176"/>
          <p:cNvSpPr/>
          <p:nvPr/>
        </p:nvSpPr>
        <p:spPr>
          <a:xfrm>
            <a:off x="7566985" y="4175971"/>
            <a:ext cx="696161" cy="679867"/>
          </a:xfrm>
          <a:prstGeom prst="ellipse">
            <a:avLst/>
          </a:prstGeom>
          <a:solidFill>
            <a:sysClr val="window" lastClr="FFFFFF"/>
          </a:solidFill>
          <a:ln w="19050" cap="flat" cmpd="sng" algn="ctr">
            <a:solidFill>
              <a:schemeClr val="tx2"/>
            </a:solidFill>
            <a:prstDash val="lgDashDotDot"/>
          </a:ln>
          <a:effectLst/>
        </p:spPr>
        <p:txBody>
          <a:bodyPr rtlCol="0" anchor="ctr"/>
          <a:lstStyle/>
          <a:p>
            <a:pPr algn="ctr" defTabSz="609570">
              <a:defRPr/>
            </a:pPr>
            <a:endParaRPr lang="en-US" sz="2133" kern="0" dirty="0">
              <a:solidFill>
                <a:schemeClr val="tx2"/>
              </a:solidFill>
              <a:cs typeface="Calibri" panose="020F0502020204030204" pitchFamily="34" charset="0"/>
            </a:endParaRPr>
          </a:p>
        </p:txBody>
      </p:sp>
      <p:sp>
        <p:nvSpPr>
          <p:cNvPr id="178" name="Rectangle 177"/>
          <p:cNvSpPr/>
          <p:nvPr/>
        </p:nvSpPr>
        <p:spPr>
          <a:xfrm>
            <a:off x="8490136" y="3355204"/>
            <a:ext cx="4195201" cy="1358770"/>
          </a:xfrm>
          <a:prstGeom prst="rect">
            <a:avLst/>
          </a:prstGeom>
        </p:spPr>
        <p:txBody>
          <a:bodyPr wrap="square">
            <a:spAutoFit/>
          </a:bodyPr>
          <a:lstStyle/>
          <a:p>
            <a:pPr marL="228594" indent="-228594" defTabSz="609570">
              <a:lnSpc>
                <a:spcPct val="150000"/>
              </a:lnSpc>
              <a:spcAft>
                <a:spcPts val="533"/>
              </a:spcAft>
              <a:buFont typeface="Arial" panose="020B0604020202020204" pitchFamily="34" charset="0"/>
              <a:buChar char="•"/>
              <a:defRPr/>
            </a:pPr>
            <a:r>
              <a:rPr lang="en-US" sz="1200" kern="0" dirty="0">
                <a:solidFill>
                  <a:schemeClr val="tx2"/>
                </a:solidFill>
                <a:cs typeface="Calibri" panose="020F0502020204030204" pitchFamily="34" charset="0"/>
              </a:rPr>
              <a:t>2 AWS Architects</a:t>
            </a:r>
          </a:p>
          <a:p>
            <a:pPr marL="228594" indent="-228594" defTabSz="609570">
              <a:lnSpc>
                <a:spcPct val="150000"/>
              </a:lnSpc>
              <a:spcAft>
                <a:spcPts val="533"/>
              </a:spcAft>
              <a:buFont typeface="Arial" panose="020B0604020202020204" pitchFamily="34" charset="0"/>
              <a:buChar char="•"/>
              <a:defRPr/>
            </a:pPr>
            <a:r>
              <a:rPr lang="en-US" sz="1200" kern="0" dirty="0">
                <a:solidFill>
                  <a:schemeClr val="tx2"/>
                </a:solidFill>
                <a:cs typeface="Calibri" panose="020F0502020204030204" pitchFamily="34" charset="0"/>
              </a:rPr>
              <a:t>CEO Sponsorship</a:t>
            </a:r>
          </a:p>
          <a:p>
            <a:pPr marL="228594" indent="-228594" defTabSz="609570">
              <a:lnSpc>
                <a:spcPct val="150000"/>
              </a:lnSpc>
              <a:spcAft>
                <a:spcPts val="533"/>
              </a:spcAft>
              <a:buFont typeface="Arial" panose="020B0604020202020204" pitchFamily="34" charset="0"/>
              <a:buChar char="•"/>
              <a:defRPr/>
            </a:pPr>
            <a:r>
              <a:rPr lang="en-US" sz="1200" kern="0" dirty="0">
                <a:solidFill>
                  <a:schemeClr val="tx2"/>
                </a:solidFill>
                <a:cs typeface="Calibri" panose="020F0502020204030204" pitchFamily="34" charset="0"/>
              </a:rPr>
              <a:t>Continuous Trainings and enablement</a:t>
            </a:r>
          </a:p>
          <a:p>
            <a:pPr marL="228594" indent="-228594" defTabSz="609570">
              <a:lnSpc>
                <a:spcPct val="150000"/>
              </a:lnSpc>
              <a:spcAft>
                <a:spcPts val="533"/>
              </a:spcAft>
              <a:buFont typeface="Arial" panose="020B0604020202020204" pitchFamily="34" charset="0"/>
              <a:buChar char="•"/>
              <a:defRPr/>
            </a:pPr>
            <a:r>
              <a:rPr lang="en-US" sz="1200" kern="0" dirty="0">
                <a:solidFill>
                  <a:schemeClr val="tx2"/>
                </a:solidFill>
                <a:cs typeface="Calibri" panose="020F0502020204030204" pitchFamily="34" charset="0"/>
              </a:rPr>
              <a:t>End to end understanding of AWS Eco-System</a:t>
            </a:r>
          </a:p>
        </p:txBody>
      </p:sp>
      <p:sp>
        <p:nvSpPr>
          <p:cNvPr id="179" name="Rectangle 178"/>
          <p:cNvSpPr/>
          <p:nvPr/>
        </p:nvSpPr>
        <p:spPr>
          <a:xfrm>
            <a:off x="354771" y="4272680"/>
            <a:ext cx="5472309" cy="1354217"/>
          </a:xfrm>
          <a:prstGeom prst="rect">
            <a:avLst/>
          </a:prstGeom>
        </p:spPr>
        <p:txBody>
          <a:bodyPr wrap="square">
            <a:spAutoFit/>
          </a:bodyPr>
          <a:lstStyle/>
          <a:p>
            <a:pPr marL="228594" lvl="2" indent="-228594" defTabSz="609570">
              <a:spcAft>
                <a:spcPts val="267"/>
              </a:spcAft>
              <a:buFont typeface="Arial" panose="020B0604020202020204" pitchFamily="34" charset="0"/>
              <a:buChar char="•"/>
              <a:defRPr/>
            </a:pPr>
            <a:r>
              <a:rPr lang="en-US" sz="1200" kern="0" dirty="0">
                <a:solidFill>
                  <a:srgbClr val="141414"/>
                </a:solidFill>
                <a:cs typeface="Calibri" panose="020F0502020204030204" pitchFamily="34" charset="0"/>
              </a:rPr>
              <a:t>Cloud Steps Enterprise Adoption framework</a:t>
            </a:r>
          </a:p>
          <a:p>
            <a:pPr marL="228594" lvl="2" indent="-228594" defTabSz="609570">
              <a:spcAft>
                <a:spcPts val="267"/>
              </a:spcAft>
              <a:buFont typeface="Arial" panose="020B0604020202020204" pitchFamily="34" charset="0"/>
              <a:buChar char="•"/>
              <a:defRPr/>
            </a:pPr>
            <a:r>
              <a:rPr lang="en-US" sz="1200" kern="0" dirty="0">
                <a:solidFill>
                  <a:srgbClr val="141414"/>
                </a:solidFill>
                <a:cs typeface="Calibri" panose="020F0502020204030204" pitchFamily="34" charset="0"/>
              </a:rPr>
              <a:t>AWS Assessment Kit – Assessment framework for AWS suitability </a:t>
            </a:r>
          </a:p>
          <a:p>
            <a:pPr marL="228594" lvl="2" indent="-228594" defTabSz="609570">
              <a:spcAft>
                <a:spcPts val="267"/>
              </a:spcAft>
              <a:buFont typeface="Arial" panose="020B0604020202020204" pitchFamily="34" charset="0"/>
              <a:buChar char="•"/>
              <a:defRPr/>
            </a:pPr>
            <a:r>
              <a:rPr lang="en-US" sz="1200" kern="0" dirty="0">
                <a:solidFill>
                  <a:srgbClr val="141414"/>
                </a:solidFill>
                <a:cs typeface="Calibri" panose="020F0502020204030204" pitchFamily="34" charset="0"/>
              </a:rPr>
              <a:t>Cloud Security Framework</a:t>
            </a:r>
          </a:p>
          <a:p>
            <a:pPr marL="228594" lvl="2" indent="-228594" defTabSz="609570">
              <a:spcAft>
                <a:spcPts val="267"/>
              </a:spcAft>
              <a:buFont typeface="Arial" panose="020B0604020202020204" pitchFamily="34" charset="0"/>
              <a:buChar char="•"/>
              <a:defRPr/>
            </a:pPr>
            <a:r>
              <a:rPr lang="en-US" sz="1200" kern="0" dirty="0">
                <a:solidFill>
                  <a:srgbClr val="141414"/>
                </a:solidFill>
                <a:cs typeface="Calibri" panose="020F0502020204030204" pitchFamily="34" charset="0"/>
              </a:rPr>
              <a:t>AI Driven Data-First approach to achieve  future-ready responsive data foundation</a:t>
            </a:r>
          </a:p>
          <a:p>
            <a:pPr marL="228594" lvl="2" indent="-228594" defTabSz="609570">
              <a:spcAft>
                <a:spcPts val="267"/>
              </a:spcAft>
              <a:buFont typeface="Arial" panose="020B0604020202020204" pitchFamily="34" charset="0"/>
              <a:buChar char="•"/>
              <a:defRPr/>
            </a:pPr>
            <a:endParaRPr lang="en-US" sz="1200" kern="0" dirty="0">
              <a:solidFill>
                <a:srgbClr val="141414"/>
              </a:solidFill>
              <a:cs typeface="Calibri" panose="020F0502020204030204" pitchFamily="34" charset="0"/>
            </a:endParaRPr>
          </a:p>
        </p:txBody>
      </p:sp>
      <p:sp>
        <p:nvSpPr>
          <p:cNvPr id="180" name="Rectangle 179"/>
          <p:cNvSpPr/>
          <p:nvPr/>
        </p:nvSpPr>
        <p:spPr>
          <a:xfrm>
            <a:off x="354770" y="2655617"/>
            <a:ext cx="4053131" cy="1323439"/>
          </a:xfrm>
          <a:prstGeom prst="rect">
            <a:avLst/>
          </a:prstGeom>
        </p:spPr>
        <p:txBody>
          <a:bodyPr wrap="square" anchor="ctr">
            <a:spAutoFit/>
          </a:bodyPr>
          <a:lstStyle/>
          <a:p>
            <a:pPr marL="228594" indent="-228594" defTabSz="609570">
              <a:spcAft>
                <a:spcPts val="800"/>
              </a:spcAft>
              <a:buFont typeface="Arial" panose="020B0604020202020204" pitchFamily="34" charset="0"/>
              <a:buChar char="•"/>
              <a:defRPr/>
            </a:pPr>
            <a:r>
              <a:rPr lang="en-US" sz="1200" kern="0" dirty="0">
                <a:solidFill>
                  <a:srgbClr val="141414"/>
                </a:solidFill>
                <a:cs typeface="Calibri" panose="020F0502020204030204" pitchFamily="34" charset="0"/>
              </a:rPr>
              <a:t>AWS Consulting  &amp; Advisory Services driving  Enterprise Digital Transformation</a:t>
            </a:r>
          </a:p>
          <a:p>
            <a:pPr marL="228594" indent="-228594" defTabSz="609570">
              <a:spcAft>
                <a:spcPts val="800"/>
              </a:spcAft>
              <a:buFont typeface="Arial" panose="020B0604020202020204" pitchFamily="34" charset="0"/>
              <a:buChar char="•"/>
              <a:defRPr/>
            </a:pPr>
            <a:r>
              <a:rPr lang="en-US" sz="1200" kern="0" dirty="0">
                <a:solidFill>
                  <a:srgbClr val="141414"/>
                </a:solidFill>
                <a:cs typeface="Calibri" panose="020F0502020204030204" pitchFamily="34" charset="0"/>
              </a:rPr>
              <a:t> Application Transformation &amp; Migration Services</a:t>
            </a:r>
          </a:p>
          <a:p>
            <a:pPr marL="228594" indent="-228594" defTabSz="609570">
              <a:spcAft>
                <a:spcPts val="800"/>
              </a:spcAft>
              <a:buFont typeface="Arial" panose="020B0604020202020204" pitchFamily="34" charset="0"/>
              <a:buChar char="•"/>
              <a:defRPr/>
            </a:pPr>
            <a:r>
              <a:rPr lang="en-US" sz="1200" kern="0" dirty="0">
                <a:solidFill>
                  <a:srgbClr val="141414"/>
                </a:solidFill>
                <a:cs typeface="Calibri" panose="020F0502020204030204" pitchFamily="34" charset="0"/>
              </a:rPr>
              <a:t>Cloud Auditing and Security Services</a:t>
            </a:r>
          </a:p>
          <a:p>
            <a:pPr marL="228594" indent="-228594" defTabSz="609570">
              <a:spcAft>
                <a:spcPts val="800"/>
              </a:spcAft>
              <a:buFont typeface="Arial" panose="020B0604020202020204" pitchFamily="34" charset="0"/>
              <a:buChar char="•"/>
              <a:defRPr/>
            </a:pPr>
            <a:r>
              <a:rPr lang="en-US" sz="1200" kern="0" dirty="0">
                <a:solidFill>
                  <a:srgbClr val="141414"/>
                </a:solidFill>
                <a:cs typeface="Calibri" panose="020F0502020204030204" pitchFamily="34" charset="0"/>
              </a:rPr>
              <a:t>AWS factory-based Delivery &amp; Managed Services</a:t>
            </a:r>
          </a:p>
        </p:txBody>
      </p:sp>
      <p:sp>
        <p:nvSpPr>
          <p:cNvPr id="181" name="Rectangle 180"/>
          <p:cNvSpPr/>
          <p:nvPr/>
        </p:nvSpPr>
        <p:spPr>
          <a:xfrm>
            <a:off x="354772" y="1163355"/>
            <a:ext cx="3924496" cy="1056700"/>
          </a:xfrm>
          <a:prstGeom prst="rect">
            <a:avLst/>
          </a:prstGeom>
        </p:spPr>
        <p:txBody>
          <a:bodyPr wrap="square">
            <a:spAutoFit/>
          </a:bodyPr>
          <a:lstStyle/>
          <a:p>
            <a:pPr marL="228594" indent="-228594" defTabSz="609570" fontAlgn="ctr">
              <a:spcAft>
                <a:spcPts val="1600"/>
              </a:spcAft>
              <a:buFont typeface="Arial" panose="020B0604020202020204" pitchFamily="34" charset="0"/>
              <a:buChar char="•"/>
              <a:defRPr/>
            </a:pPr>
            <a:r>
              <a:rPr lang="en-US" sz="1200" kern="0" dirty="0">
                <a:solidFill>
                  <a:srgbClr val="141414"/>
                </a:solidFill>
                <a:cs typeface="Calibri" panose="020F0502020204030204" pitchFamily="34" charset="0"/>
              </a:rPr>
              <a:t>Cloud Assessment Questionnaire</a:t>
            </a:r>
          </a:p>
          <a:p>
            <a:pPr marL="228594" indent="-228594" defTabSz="609570" fontAlgn="ctr">
              <a:spcAft>
                <a:spcPts val="1600"/>
              </a:spcAft>
              <a:buFont typeface="Arial" panose="020B0604020202020204" pitchFamily="34" charset="0"/>
              <a:buChar char="•"/>
              <a:defRPr/>
            </a:pPr>
            <a:r>
              <a:rPr lang="en-US" sz="1200" kern="0" dirty="0">
                <a:solidFill>
                  <a:srgbClr val="141414"/>
                </a:solidFill>
                <a:cs typeface="Calibri" panose="020F0502020204030204" pitchFamily="34" charset="0"/>
              </a:rPr>
              <a:t>Cloud Data Migration Platform</a:t>
            </a:r>
          </a:p>
          <a:p>
            <a:pPr marL="228594" indent="-228594" defTabSz="609570" fontAlgn="ctr">
              <a:spcAft>
                <a:spcPts val="1600"/>
              </a:spcAft>
              <a:buFont typeface="Arial" panose="020B0604020202020204" pitchFamily="34" charset="0"/>
              <a:buChar char="•"/>
              <a:defRPr/>
            </a:pPr>
            <a:r>
              <a:rPr lang="en-US" sz="1200" kern="0" dirty="0">
                <a:solidFill>
                  <a:srgbClr val="141414"/>
                </a:solidFill>
                <a:cs typeface="Calibri" panose="020F0502020204030204" pitchFamily="34" charset="0"/>
              </a:rPr>
              <a:t>CloudWatch – No Code Migration Solution</a:t>
            </a:r>
          </a:p>
        </p:txBody>
      </p:sp>
      <p:sp>
        <p:nvSpPr>
          <p:cNvPr id="184" name="Oval 183"/>
          <p:cNvSpPr/>
          <p:nvPr/>
        </p:nvSpPr>
        <p:spPr>
          <a:xfrm>
            <a:off x="5999001" y="4798921"/>
            <a:ext cx="693213" cy="676989"/>
          </a:xfrm>
          <a:prstGeom prst="ellipse">
            <a:avLst/>
          </a:prstGeom>
          <a:solidFill>
            <a:sysClr val="window" lastClr="FFFFFF"/>
          </a:solidFill>
          <a:ln w="19050" cap="flat" cmpd="sng" algn="ctr">
            <a:solidFill>
              <a:schemeClr val="tx2"/>
            </a:solidFill>
            <a:prstDash val="lgDashDotDot"/>
          </a:ln>
          <a:effectLst/>
        </p:spPr>
        <p:txBody>
          <a:bodyPr rtlCol="0" anchor="ctr"/>
          <a:lstStyle/>
          <a:p>
            <a:pPr algn="ctr" defTabSz="609570">
              <a:defRPr/>
            </a:pPr>
            <a:endParaRPr lang="en-US" sz="2133" kern="0" dirty="0">
              <a:solidFill>
                <a:prstClr val="white"/>
              </a:solidFill>
              <a:cs typeface="Calibri" panose="020F0502020204030204" pitchFamily="34" charset="0"/>
            </a:endParaRPr>
          </a:p>
        </p:txBody>
      </p:sp>
      <p:sp>
        <p:nvSpPr>
          <p:cNvPr id="185" name="Oval 184"/>
          <p:cNvSpPr/>
          <p:nvPr/>
        </p:nvSpPr>
        <p:spPr>
          <a:xfrm>
            <a:off x="4396650" y="3746402"/>
            <a:ext cx="693213" cy="676989"/>
          </a:xfrm>
          <a:prstGeom prst="ellipse">
            <a:avLst/>
          </a:prstGeom>
          <a:solidFill>
            <a:sysClr val="window" lastClr="FFFFFF"/>
          </a:solidFill>
          <a:ln w="19050" cap="flat" cmpd="sng" algn="ctr">
            <a:solidFill>
              <a:schemeClr val="tx2"/>
            </a:solidFill>
            <a:prstDash val="lgDashDotDot"/>
          </a:ln>
          <a:effectLst/>
        </p:spPr>
        <p:txBody>
          <a:bodyPr rtlCol="0" anchor="ctr"/>
          <a:lstStyle/>
          <a:p>
            <a:pPr algn="ctr" defTabSz="609570">
              <a:defRPr/>
            </a:pPr>
            <a:endParaRPr lang="en-US" sz="2133" kern="0" dirty="0">
              <a:solidFill>
                <a:prstClr val="white"/>
              </a:solidFill>
              <a:cs typeface="Calibri" panose="020F0502020204030204" pitchFamily="34" charset="0"/>
            </a:endParaRPr>
          </a:p>
        </p:txBody>
      </p:sp>
      <p:sp>
        <p:nvSpPr>
          <p:cNvPr id="186" name="Oval 185"/>
          <p:cNvSpPr/>
          <p:nvPr/>
        </p:nvSpPr>
        <p:spPr>
          <a:xfrm>
            <a:off x="5352975" y="1088792"/>
            <a:ext cx="693213" cy="676989"/>
          </a:xfrm>
          <a:prstGeom prst="ellipse">
            <a:avLst/>
          </a:prstGeom>
          <a:solidFill>
            <a:sysClr val="window" lastClr="FFFFFF"/>
          </a:solidFill>
          <a:ln w="19050" cap="flat" cmpd="sng" algn="ctr">
            <a:solidFill>
              <a:srgbClr val="6DB33F">
                <a:lumMod val="75000"/>
              </a:srgbClr>
            </a:solidFill>
            <a:prstDash val="lgDashDotDot"/>
          </a:ln>
          <a:effectLst/>
        </p:spPr>
        <p:txBody>
          <a:bodyPr rtlCol="0" anchor="ctr"/>
          <a:lstStyle/>
          <a:p>
            <a:pPr algn="ctr" defTabSz="609570">
              <a:defRPr/>
            </a:pPr>
            <a:endParaRPr lang="en-US" sz="2133" kern="0" dirty="0">
              <a:solidFill>
                <a:prstClr val="white"/>
              </a:solidFill>
              <a:cs typeface="Calibri" panose="020F0502020204030204" pitchFamily="34" charset="0"/>
            </a:endParaRPr>
          </a:p>
        </p:txBody>
      </p:sp>
      <p:pic>
        <p:nvPicPr>
          <p:cNvPr id="188" name="Picture 187"/>
          <p:cNvPicPr>
            <a:picLocks noChangeAspect="1"/>
          </p:cNvPicPr>
          <p:nvPr/>
        </p:nvPicPr>
        <p:blipFill>
          <a:blip r:embed="rId2"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a:xfrm>
            <a:off x="5475359" y="1218408"/>
            <a:ext cx="427769" cy="417757"/>
          </a:xfrm>
          <a:prstGeom prst="rect">
            <a:avLst/>
          </a:prstGeom>
          <a:noFill/>
        </p:spPr>
      </p:pic>
      <p:pic>
        <p:nvPicPr>
          <p:cNvPr id="189" name="Picture 188"/>
          <p:cNvPicPr>
            <a:picLocks noChangeAspect="1"/>
          </p:cNvPicPr>
          <p:nvPr/>
        </p:nvPicPr>
        <p:blipFill>
          <a:blip r:embed="rId3" cstate="email">
            <a:duotone>
              <a:prstClr val="black"/>
              <a:schemeClr val="accent2">
                <a:tint val="45000"/>
                <a:satMod val="400000"/>
              </a:schemeClr>
            </a:duotone>
            <a:extLst>
              <a:ext uri="{28A0092B-C50C-407E-A947-70E740481C1C}">
                <a14:useLocalDpi xmlns:a14="http://schemas.microsoft.com/office/drawing/2010/main"/>
              </a:ext>
            </a:extLst>
          </a:blip>
          <a:stretch>
            <a:fillRect/>
          </a:stretch>
        </p:blipFill>
        <p:spPr>
          <a:xfrm>
            <a:off x="7689194" y="4299404"/>
            <a:ext cx="451747" cy="433004"/>
          </a:xfrm>
          <a:prstGeom prst="rect">
            <a:avLst/>
          </a:prstGeom>
        </p:spPr>
      </p:pic>
      <p:pic>
        <p:nvPicPr>
          <p:cNvPr id="190" name="Picture 189"/>
          <p:cNvPicPr>
            <a:picLocks noChangeAspect="1"/>
          </p:cNvPicPr>
          <p:nvPr/>
        </p:nvPicPr>
        <p:blipFill>
          <a:blip r:embed="rId4"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a:xfrm>
            <a:off x="6160739" y="4956871"/>
            <a:ext cx="369745" cy="361091"/>
          </a:xfrm>
          <a:prstGeom prst="rect">
            <a:avLst/>
          </a:prstGeom>
        </p:spPr>
      </p:pic>
      <p:sp>
        <p:nvSpPr>
          <p:cNvPr id="191" name="Rectangle 190"/>
          <p:cNvSpPr/>
          <p:nvPr/>
        </p:nvSpPr>
        <p:spPr>
          <a:xfrm>
            <a:off x="7071609" y="3584541"/>
            <a:ext cx="1336792" cy="512128"/>
          </a:xfrm>
          <a:prstGeom prst="rect">
            <a:avLst/>
          </a:prstGeom>
        </p:spPr>
        <p:txBody>
          <a:bodyPr wrap="square">
            <a:spAutoFit/>
          </a:bodyPr>
          <a:lstStyle/>
          <a:p>
            <a:pPr algn="ctr" defTabSz="609570">
              <a:lnSpc>
                <a:spcPts val="1733"/>
              </a:lnSpc>
              <a:defRPr/>
            </a:pPr>
            <a:r>
              <a:rPr lang="en-US" sz="1300" b="1" kern="0" dirty="0">
                <a:solidFill>
                  <a:schemeClr val="bg1"/>
                </a:solidFill>
                <a:ea typeface="ＭＳ Ｐゴシック" pitchFamily="-112" charset="-128"/>
                <a:cs typeface="Calibri" panose="020F0502020204030204" pitchFamily="34" charset="0"/>
              </a:rPr>
              <a:t>Proven Expertise</a:t>
            </a:r>
          </a:p>
        </p:txBody>
      </p:sp>
      <p:sp>
        <p:nvSpPr>
          <p:cNvPr id="192" name="Rectangle 191"/>
          <p:cNvSpPr/>
          <p:nvPr/>
        </p:nvSpPr>
        <p:spPr>
          <a:xfrm>
            <a:off x="4611075" y="3271494"/>
            <a:ext cx="1119525" cy="528350"/>
          </a:xfrm>
          <a:prstGeom prst="rect">
            <a:avLst/>
          </a:prstGeom>
        </p:spPr>
        <p:txBody>
          <a:bodyPr wrap="square">
            <a:spAutoFit/>
          </a:bodyPr>
          <a:lstStyle/>
          <a:p>
            <a:pPr algn="ctr" defTabSz="609570">
              <a:lnSpc>
                <a:spcPts val="1733"/>
              </a:lnSpc>
              <a:defRPr/>
            </a:pPr>
            <a:r>
              <a:rPr lang="en-US" sz="1467" b="1" kern="0" dirty="0">
                <a:solidFill>
                  <a:prstClr val="white"/>
                </a:solidFill>
                <a:ea typeface="ＭＳ Ｐゴシック" pitchFamily="-112" charset="-128"/>
                <a:cs typeface="Calibri" panose="020F0502020204030204" pitchFamily="34" charset="0"/>
              </a:rPr>
              <a:t>AWS Offerings</a:t>
            </a:r>
          </a:p>
        </p:txBody>
      </p:sp>
      <p:sp>
        <p:nvSpPr>
          <p:cNvPr id="193" name="Rectangle 192"/>
          <p:cNvSpPr/>
          <p:nvPr/>
        </p:nvSpPr>
        <p:spPr>
          <a:xfrm>
            <a:off x="4998578" y="1847200"/>
            <a:ext cx="1273100" cy="528350"/>
          </a:xfrm>
          <a:prstGeom prst="rect">
            <a:avLst/>
          </a:prstGeom>
        </p:spPr>
        <p:txBody>
          <a:bodyPr wrap="square">
            <a:spAutoFit/>
          </a:bodyPr>
          <a:lstStyle/>
          <a:p>
            <a:pPr defTabSz="609570">
              <a:lnSpc>
                <a:spcPts val="1733"/>
              </a:lnSpc>
              <a:defRPr/>
            </a:pPr>
            <a:r>
              <a:rPr lang="en-US" sz="1467" b="1" kern="0" dirty="0">
                <a:solidFill>
                  <a:prstClr val="white"/>
                </a:solidFill>
                <a:ea typeface="ＭＳ Ｐゴシック" pitchFamily="-112" charset="-128"/>
                <a:cs typeface="Calibri" panose="020F0502020204030204" pitchFamily="34" charset="0"/>
              </a:rPr>
              <a:t>Solutions / Platforms</a:t>
            </a:r>
          </a:p>
        </p:txBody>
      </p:sp>
      <p:sp>
        <p:nvSpPr>
          <p:cNvPr id="194" name="Rectangle 193"/>
          <p:cNvSpPr/>
          <p:nvPr/>
        </p:nvSpPr>
        <p:spPr>
          <a:xfrm>
            <a:off x="5555613" y="4216542"/>
            <a:ext cx="1392133" cy="528350"/>
          </a:xfrm>
          <a:prstGeom prst="rect">
            <a:avLst/>
          </a:prstGeom>
        </p:spPr>
        <p:txBody>
          <a:bodyPr wrap="square">
            <a:spAutoFit/>
          </a:bodyPr>
          <a:lstStyle/>
          <a:p>
            <a:pPr defTabSz="609570">
              <a:lnSpc>
                <a:spcPts val="1733"/>
              </a:lnSpc>
              <a:defRPr/>
            </a:pPr>
            <a:r>
              <a:rPr lang="en-US" sz="1467" b="1" kern="0" dirty="0">
                <a:solidFill>
                  <a:prstClr val="white"/>
                </a:solidFill>
                <a:ea typeface="ＭＳ Ｐゴシック" pitchFamily="-112" charset="-128"/>
                <a:cs typeface="Calibri" panose="020F0502020204030204" pitchFamily="34" charset="0"/>
              </a:rPr>
              <a:t>Accelerators / Toolkits</a:t>
            </a:r>
          </a:p>
        </p:txBody>
      </p:sp>
      <p:grpSp>
        <p:nvGrpSpPr>
          <p:cNvPr id="197" name="Group 196"/>
          <p:cNvGrpSpPr/>
          <p:nvPr/>
        </p:nvGrpSpPr>
        <p:grpSpPr>
          <a:xfrm>
            <a:off x="7580631" y="1401534"/>
            <a:ext cx="980659" cy="957251"/>
            <a:chOff x="7235235" y="3519283"/>
            <a:chExt cx="1127715" cy="1127178"/>
          </a:xfrm>
        </p:grpSpPr>
        <p:sp>
          <p:nvSpPr>
            <p:cNvPr id="248" name="Oval 182"/>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accent2">
                <a:lumMod val="75000"/>
              </a:schemeClr>
            </a:solidFill>
            <a:ln w="3175" cap="flat" cmpd="sng" algn="ctr">
              <a:solidFill>
                <a:srgbClr val="50B3CF">
                  <a:lumMod val="60000"/>
                  <a:lumOff val="40000"/>
                </a:srgbClr>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249" name="Pie 248"/>
            <p:cNvSpPr/>
            <p:nvPr/>
          </p:nvSpPr>
          <p:spPr>
            <a:xfrm>
              <a:off x="7235235" y="3519283"/>
              <a:ext cx="1126118" cy="1126118"/>
            </a:xfrm>
            <a:prstGeom prst="pie">
              <a:avLst>
                <a:gd name="adj1" fmla="val 3948139"/>
                <a:gd name="adj2" fmla="val 10698159"/>
              </a:avLst>
            </a:prstGeom>
            <a:solidFill>
              <a:schemeClr val="accent2">
                <a:lumMod val="75000"/>
              </a:schemeClr>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250" name="Pie 249"/>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251" name="Oval 250"/>
            <p:cNvSpPr/>
            <p:nvPr/>
          </p:nvSpPr>
          <p:spPr>
            <a:xfrm>
              <a:off x="7325539" y="3609051"/>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252" name="Oval 251"/>
            <p:cNvSpPr/>
            <p:nvPr/>
          </p:nvSpPr>
          <p:spPr>
            <a:xfrm>
              <a:off x="7406657"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198" name="Rektangel 76"/>
          <p:cNvSpPr>
            <a:spLocks noChangeArrowheads="1"/>
          </p:cNvSpPr>
          <p:nvPr/>
        </p:nvSpPr>
        <p:spPr bwMode="auto">
          <a:xfrm>
            <a:off x="7603866" y="2342163"/>
            <a:ext cx="919187" cy="420756"/>
          </a:xfrm>
          <a:prstGeom prst="rect">
            <a:avLst/>
          </a:prstGeom>
          <a:noFill/>
          <a:ln w="9525">
            <a:noFill/>
            <a:miter lim="800000"/>
            <a:headEnd/>
            <a:tailEnd/>
          </a:ln>
        </p:spPr>
        <p:txBody>
          <a:bodyPr wrap="square" lIns="0" rIns="0">
            <a:spAutoFit/>
          </a:bodyPr>
          <a:lstStyle/>
          <a:p>
            <a:pPr algn="ctr" defTabSz="1300170">
              <a:defRPr/>
            </a:pPr>
            <a:r>
              <a:rPr lang="en-US" sz="1067" b="1" kern="0" noProof="1">
                <a:solidFill>
                  <a:schemeClr val="tx2"/>
                </a:solidFill>
                <a:cs typeface="Calibri" panose="020F0502020204030204" pitchFamily="34" charset="0"/>
              </a:rPr>
              <a:t>Trained AWS Practitioners</a:t>
            </a:r>
            <a:endParaRPr lang="da-DK" sz="1067" b="1" kern="0" dirty="0">
              <a:solidFill>
                <a:schemeClr val="tx2"/>
              </a:solidFill>
              <a:cs typeface="Calibri" panose="020F0502020204030204" pitchFamily="34" charset="0"/>
            </a:endParaRPr>
          </a:p>
        </p:txBody>
      </p:sp>
      <p:sp>
        <p:nvSpPr>
          <p:cNvPr id="199" name="Rektangel 76"/>
          <p:cNvSpPr>
            <a:spLocks noChangeArrowheads="1"/>
          </p:cNvSpPr>
          <p:nvPr/>
        </p:nvSpPr>
        <p:spPr bwMode="auto">
          <a:xfrm>
            <a:off x="8737341" y="2433028"/>
            <a:ext cx="788887" cy="284183"/>
          </a:xfrm>
          <a:prstGeom prst="rect">
            <a:avLst/>
          </a:prstGeom>
          <a:noFill/>
          <a:ln w="9525">
            <a:noFill/>
            <a:miter lim="800000"/>
            <a:headEnd/>
            <a:tailEnd/>
          </a:ln>
        </p:spPr>
        <p:txBody>
          <a:bodyPr wrap="square" lIns="0" tIns="0" rIns="0" bIns="0">
            <a:noAutofit/>
          </a:bodyPr>
          <a:lstStyle/>
          <a:p>
            <a:pPr algn="ctr" defTabSz="1300170">
              <a:lnSpc>
                <a:spcPts val="1200"/>
              </a:lnSpc>
              <a:defRPr/>
            </a:pPr>
            <a:r>
              <a:rPr lang="en-US" sz="1067" b="1" kern="0" noProof="1">
                <a:solidFill>
                  <a:schemeClr val="tx2"/>
                </a:solidFill>
                <a:cs typeface="Calibri" panose="020F0502020204030204" pitchFamily="34" charset="0"/>
              </a:rPr>
              <a:t>Projects</a:t>
            </a:r>
            <a:endParaRPr lang="da-DK" sz="1067" b="1" kern="0" dirty="0">
              <a:solidFill>
                <a:schemeClr val="tx2"/>
              </a:solidFill>
              <a:cs typeface="Calibri" panose="020F0502020204030204" pitchFamily="34" charset="0"/>
            </a:endParaRPr>
          </a:p>
        </p:txBody>
      </p:sp>
      <p:pic>
        <p:nvPicPr>
          <p:cNvPr id="200" name="Picture 199"/>
          <p:cNvPicPr>
            <a:picLocks noChangeAspect="1"/>
          </p:cNvPicPr>
          <p:nvPr/>
        </p:nvPicPr>
        <p:blipFill>
          <a:blip r:embed="rId5" cstate="email">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7603866" y="1085630"/>
            <a:ext cx="393336" cy="301816"/>
          </a:xfrm>
          <a:prstGeom prst="rect">
            <a:avLst/>
          </a:prstGeom>
        </p:spPr>
      </p:pic>
      <p:pic>
        <p:nvPicPr>
          <p:cNvPr id="201" name="Picture 200"/>
          <p:cNvPicPr>
            <a:picLocks noChangeAspect="1"/>
          </p:cNvPicPr>
          <p:nvPr/>
        </p:nvPicPr>
        <p:blipFill>
          <a:blip r:embed="rId6" cstate="email">
            <a:duotone>
              <a:prstClr val="black"/>
              <a:schemeClr val="accent2">
                <a:tint val="45000"/>
                <a:satMod val="400000"/>
              </a:scheme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8665549" y="1044113"/>
            <a:ext cx="355195" cy="372387"/>
          </a:xfrm>
          <a:prstGeom prst="rect">
            <a:avLst/>
          </a:prstGeom>
        </p:spPr>
      </p:pic>
      <p:grpSp>
        <p:nvGrpSpPr>
          <p:cNvPr id="202" name="Group 201"/>
          <p:cNvGrpSpPr/>
          <p:nvPr/>
        </p:nvGrpSpPr>
        <p:grpSpPr>
          <a:xfrm>
            <a:off x="8603241" y="1401534"/>
            <a:ext cx="980659" cy="957251"/>
            <a:chOff x="7235235" y="3519283"/>
            <a:chExt cx="1127715" cy="1127178"/>
          </a:xfrm>
        </p:grpSpPr>
        <p:sp>
          <p:nvSpPr>
            <p:cNvPr id="243" name="Oval 182"/>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tx2"/>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244" name="Pie 243"/>
            <p:cNvSpPr/>
            <p:nvPr/>
          </p:nvSpPr>
          <p:spPr>
            <a:xfrm>
              <a:off x="7235235" y="3519283"/>
              <a:ext cx="1126118" cy="1126118"/>
            </a:xfrm>
            <a:prstGeom prst="pie">
              <a:avLst>
                <a:gd name="adj1" fmla="val 3948139"/>
                <a:gd name="adj2" fmla="val 1069815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245" name="Pie 244"/>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246" name="Oval 245"/>
            <p:cNvSpPr/>
            <p:nvPr/>
          </p:nvSpPr>
          <p:spPr>
            <a:xfrm>
              <a:off x="7326107" y="3592568"/>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247" name="Oval 246"/>
            <p:cNvSpPr/>
            <p:nvPr/>
          </p:nvSpPr>
          <p:spPr>
            <a:xfrm>
              <a:off x="7422032"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205" name="Rectangle 204"/>
          <p:cNvSpPr/>
          <p:nvPr/>
        </p:nvSpPr>
        <p:spPr>
          <a:xfrm>
            <a:off x="7874273" y="1746208"/>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40+  </a:t>
            </a:r>
          </a:p>
        </p:txBody>
      </p:sp>
      <p:sp>
        <p:nvSpPr>
          <p:cNvPr id="206" name="Rektangel 76"/>
          <p:cNvSpPr>
            <a:spLocks noChangeArrowheads="1"/>
          </p:cNvSpPr>
          <p:nvPr/>
        </p:nvSpPr>
        <p:spPr bwMode="auto">
          <a:xfrm>
            <a:off x="9582511" y="2414406"/>
            <a:ext cx="989210" cy="314237"/>
          </a:xfrm>
          <a:prstGeom prst="rect">
            <a:avLst/>
          </a:prstGeom>
          <a:noFill/>
          <a:ln w="9525">
            <a:noFill/>
            <a:miter lim="800000"/>
            <a:headEnd/>
            <a:tailEnd/>
          </a:ln>
        </p:spPr>
        <p:txBody>
          <a:bodyPr wrap="square" lIns="0" tIns="0" rIns="0" bIns="0">
            <a:noAutofit/>
          </a:bodyPr>
          <a:lstStyle/>
          <a:p>
            <a:pPr algn="ctr" defTabSz="1300170">
              <a:lnSpc>
                <a:spcPts val="1200"/>
              </a:lnSpc>
              <a:defRPr/>
            </a:pPr>
            <a:r>
              <a:rPr lang="en-US" sz="1067" b="1" kern="0" noProof="1">
                <a:solidFill>
                  <a:schemeClr val="tx2"/>
                </a:solidFill>
                <a:cs typeface="Calibri" panose="020F0502020204030204" pitchFamily="34" charset="0"/>
              </a:rPr>
              <a:t>Certified AWS</a:t>
            </a:r>
          </a:p>
          <a:p>
            <a:pPr algn="ctr" defTabSz="1300170">
              <a:lnSpc>
                <a:spcPts val="1200"/>
              </a:lnSpc>
              <a:defRPr/>
            </a:pPr>
            <a:r>
              <a:rPr lang="en-US" sz="1067" b="1" kern="0" noProof="1">
                <a:solidFill>
                  <a:schemeClr val="tx2"/>
                </a:solidFill>
                <a:cs typeface="Calibri" panose="020F0502020204030204" pitchFamily="34" charset="0"/>
              </a:rPr>
              <a:t>Professionals</a:t>
            </a:r>
          </a:p>
        </p:txBody>
      </p:sp>
      <p:sp>
        <p:nvSpPr>
          <p:cNvPr id="208" name="Rectangle 207"/>
          <p:cNvSpPr/>
          <p:nvPr/>
        </p:nvSpPr>
        <p:spPr>
          <a:xfrm>
            <a:off x="8858652" y="1680547"/>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6 </a:t>
            </a:r>
          </a:p>
        </p:txBody>
      </p:sp>
      <p:cxnSp>
        <p:nvCxnSpPr>
          <p:cNvPr id="218" name="Straight Connector 217"/>
          <p:cNvCxnSpPr>
            <a:cxnSpLocks/>
          </p:cNvCxnSpPr>
          <p:nvPr/>
        </p:nvCxnSpPr>
        <p:spPr>
          <a:xfrm>
            <a:off x="8559901" y="3259835"/>
            <a:ext cx="3398487" cy="0"/>
          </a:xfrm>
          <a:prstGeom prst="line">
            <a:avLst/>
          </a:prstGeom>
          <a:noFill/>
          <a:ln w="3175" cap="flat" cmpd="sng" algn="ctr">
            <a:solidFill>
              <a:sysClr val="window" lastClr="FFFFFF">
                <a:lumMod val="50000"/>
              </a:sysClr>
            </a:solidFill>
            <a:prstDash val="dash"/>
            <a:headEnd type="oval" w="med" len="med"/>
            <a:tailEnd type="oval" w="med" len="med"/>
          </a:ln>
          <a:effectLst/>
        </p:spPr>
      </p:cxnSp>
      <p:pic>
        <p:nvPicPr>
          <p:cNvPr id="222" name="Picture 221"/>
          <p:cNvPicPr>
            <a:picLocks noChangeAspect="1"/>
          </p:cNvPicPr>
          <p:nvPr/>
        </p:nvPicPr>
        <p:blipFill>
          <a:blip r:embed="rId8" cstate="email">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4438394" y="3832607"/>
            <a:ext cx="464147" cy="530111"/>
          </a:xfrm>
          <a:prstGeom prst="rect">
            <a:avLst/>
          </a:prstGeom>
        </p:spPr>
      </p:pic>
      <p:pic>
        <p:nvPicPr>
          <p:cNvPr id="255" name="Picture 254"/>
          <p:cNvPicPr>
            <a:picLocks noChangeAspect="1"/>
          </p:cNvPicPr>
          <p:nvPr/>
        </p:nvPicPr>
        <p:blipFill>
          <a:blip r:embed="rId5" cstate="email">
            <a:clrChange>
              <a:clrFrom>
                <a:srgbClr val="FFFFFF"/>
              </a:clrFrom>
              <a:clrTo>
                <a:srgbClr val="FFFFFF">
                  <a:alpha val="0"/>
                </a:srgbClr>
              </a:clrTo>
            </a:clrChange>
            <a:biLevel thresh="75000"/>
            <a:extLst>
              <a:ext uri="{28A0092B-C50C-407E-A947-70E740481C1C}">
                <a14:useLocalDpi xmlns:a14="http://schemas.microsoft.com/office/drawing/2010/main"/>
              </a:ext>
            </a:extLst>
          </a:blip>
          <a:stretch>
            <a:fillRect/>
          </a:stretch>
        </p:blipFill>
        <p:spPr>
          <a:xfrm>
            <a:off x="9693311" y="1087583"/>
            <a:ext cx="393336" cy="301816"/>
          </a:xfrm>
          <a:prstGeom prst="rect">
            <a:avLst/>
          </a:prstGeom>
        </p:spPr>
      </p:pic>
      <p:grpSp>
        <p:nvGrpSpPr>
          <p:cNvPr id="89" name="Group 88"/>
          <p:cNvGrpSpPr/>
          <p:nvPr/>
        </p:nvGrpSpPr>
        <p:grpSpPr>
          <a:xfrm>
            <a:off x="9655977" y="1384764"/>
            <a:ext cx="980659" cy="957251"/>
            <a:chOff x="7235235" y="3519283"/>
            <a:chExt cx="1127715" cy="1127178"/>
          </a:xfrm>
        </p:grpSpPr>
        <p:sp>
          <p:nvSpPr>
            <p:cNvPr id="90" name="Oval 182"/>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tx2"/>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1" name="Pie 90"/>
            <p:cNvSpPr/>
            <p:nvPr/>
          </p:nvSpPr>
          <p:spPr>
            <a:xfrm>
              <a:off x="7235235" y="3519283"/>
              <a:ext cx="1126118" cy="1126118"/>
            </a:xfrm>
            <a:prstGeom prst="pie">
              <a:avLst>
                <a:gd name="adj1" fmla="val 3948139"/>
                <a:gd name="adj2" fmla="val 1069815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2" name="Pie 91"/>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3" name="Oval 92"/>
            <p:cNvSpPr/>
            <p:nvPr/>
          </p:nvSpPr>
          <p:spPr>
            <a:xfrm>
              <a:off x="7326107" y="3592568"/>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4" name="Oval 93"/>
            <p:cNvSpPr/>
            <p:nvPr/>
          </p:nvSpPr>
          <p:spPr>
            <a:xfrm>
              <a:off x="7422032"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209" name="Rectangle 208"/>
          <p:cNvSpPr/>
          <p:nvPr/>
        </p:nvSpPr>
        <p:spPr>
          <a:xfrm>
            <a:off x="9901241" y="1704428"/>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7</a:t>
            </a:r>
          </a:p>
        </p:txBody>
      </p:sp>
      <p:sp>
        <p:nvSpPr>
          <p:cNvPr id="4" name="TextBox 3">
            <a:extLst>
              <a:ext uri="{FF2B5EF4-FFF2-40B4-BE49-F238E27FC236}">
                <a16:creationId xmlns:a16="http://schemas.microsoft.com/office/drawing/2014/main" id="{FF6B06EC-3CBF-F581-9117-BC21D3165663}"/>
              </a:ext>
            </a:extLst>
          </p:cNvPr>
          <p:cNvSpPr txBox="1"/>
          <p:nvPr/>
        </p:nvSpPr>
        <p:spPr>
          <a:xfrm>
            <a:off x="5903128" y="2830545"/>
            <a:ext cx="1398140" cy="646331"/>
          </a:xfrm>
          <a:prstGeom prst="rect">
            <a:avLst/>
          </a:prstGeom>
          <a:noFill/>
        </p:spPr>
        <p:txBody>
          <a:bodyPr wrap="none" rtlCol="0">
            <a:spAutoFit/>
          </a:bodyPr>
          <a:lstStyle/>
          <a:p>
            <a:pPr algn="ctr"/>
            <a:r>
              <a:rPr lang="en-US" dirty="0"/>
              <a:t>AWS</a:t>
            </a:r>
          </a:p>
          <a:p>
            <a:pPr algn="ctr"/>
            <a:r>
              <a:rPr lang="en-US" dirty="0"/>
              <a:t>Capabilities</a:t>
            </a:r>
          </a:p>
        </p:txBody>
      </p:sp>
      <p:sp>
        <p:nvSpPr>
          <p:cNvPr id="2" name="Rounded Rectangle 89">
            <a:extLst>
              <a:ext uri="{FF2B5EF4-FFF2-40B4-BE49-F238E27FC236}">
                <a16:creationId xmlns:a16="http://schemas.microsoft.com/office/drawing/2014/main" id="{0B7DA9CD-BA9D-3802-D946-A7DA50B66A49}"/>
              </a:ext>
            </a:extLst>
          </p:cNvPr>
          <p:cNvSpPr/>
          <p:nvPr/>
        </p:nvSpPr>
        <p:spPr>
          <a:xfrm>
            <a:off x="2232511" y="5577383"/>
            <a:ext cx="9288930" cy="1156809"/>
          </a:xfrm>
          <a:prstGeom prst="roundRect">
            <a:avLst/>
          </a:prstGeom>
          <a:noFill/>
          <a:ln w="12700">
            <a:solidFill>
              <a:schemeClr val="bg2">
                <a:lumMod val="65000"/>
              </a:schemeClr>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IN" sz="2400"/>
          </a:p>
        </p:txBody>
      </p:sp>
      <p:sp>
        <p:nvSpPr>
          <p:cNvPr id="5" name="Round Same Side Corner Rectangle 90">
            <a:extLst>
              <a:ext uri="{FF2B5EF4-FFF2-40B4-BE49-F238E27FC236}">
                <a16:creationId xmlns:a16="http://schemas.microsoft.com/office/drawing/2014/main" id="{55980049-BE1C-CAC0-10AE-B063C329BFF4}"/>
              </a:ext>
            </a:extLst>
          </p:cNvPr>
          <p:cNvSpPr/>
          <p:nvPr/>
        </p:nvSpPr>
        <p:spPr>
          <a:xfrm rot="16200000">
            <a:off x="882808" y="5030443"/>
            <a:ext cx="1156808" cy="2250683"/>
          </a:xfrm>
          <a:prstGeom prst="round2SameRect">
            <a:avLst/>
          </a:prstGeom>
          <a:solidFill>
            <a:srgbClr val="153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400"/>
          </a:p>
        </p:txBody>
      </p:sp>
      <p:sp>
        <p:nvSpPr>
          <p:cNvPr id="6" name="Rounded Rectangle 91">
            <a:extLst>
              <a:ext uri="{FF2B5EF4-FFF2-40B4-BE49-F238E27FC236}">
                <a16:creationId xmlns:a16="http://schemas.microsoft.com/office/drawing/2014/main" id="{C4776E95-4282-CF50-4A1A-F0D1ECE69732}"/>
              </a:ext>
            </a:extLst>
          </p:cNvPr>
          <p:cNvSpPr/>
          <p:nvPr/>
        </p:nvSpPr>
        <p:spPr>
          <a:xfrm>
            <a:off x="2408664" y="5990379"/>
            <a:ext cx="4831325" cy="743813"/>
          </a:xfrm>
          <a:prstGeom prst="roundRect">
            <a:avLst>
              <a:gd name="adj" fmla="val 3153"/>
            </a:avLst>
          </a:prstGeom>
          <a:noFill/>
          <a:ln w="12700" cap="flat" cmpd="sng" algn="ctr">
            <a:noFill/>
            <a:prstDash val="solid"/>
          </a:ln>
          <a:effectLst/>
        </p:spPr>
        <p:txBody>
          <a:bodyPr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93128" lvl="1" algn="r" defTabSz="1625519">
              <a:buClr>
                <a:srgbClr val="000000"/>
              </a:buClr>
              <a:defRPr/>
            </a:pPr>
            <a:endParaRPr lang="en-US" sz="1333" dirty="0">
              <a:solidFill>
                <a:srgbClr val="000000"/>
              </a:solidFill>
              <a:ea typeface="MS PGothic" pitchFamily="34" charset="-128"/>
              <a:cs typeface="Calibri" pitchFamily="34" charset="0"/>
            </a:endParaRPr>
          </a:p>
        </p:txBody>
      </p:sp>
      <p:sp>
        <p:nvSpPr>
          <p:cNvPr id="7" name="Round Same Side Corner Rectangle 92">
            <a:extLst>
              <a:ext uri="{FF2B5EF4-FFF2-40B4-BE49-F238E27FC236}">
                <a16:creationId xmlns:a16="http://schemas.microsoft.com/office/drawing/2014/main" id="{1E1937C9-7AF8-07D8-E128-3CA8295DC4DB}"/>
              </a:ext>
            </a:extLst>
          </p:cNvPr>
          <p:cNvSpPr/>
          <p:nvPr/>
        </p:nvSpPr>
        <p:spPr>
          <a:xfrm>
            <a:off x="2670211" y="5591230"/>
            <a:ext cx="4520187" cy="1203440"/>
          </a:xfrm>
          <a:prstGeom prst="round2SameRect">
            <a:avLst/>
          </a:prstGeom>
          <a:noFill/>
          <a:ln w="9525" cap="flat" cmpd="sng" algn="ctr">
            <a:noFill/>
            <a:prstDash val="solid"/>
          </a:ln>
          <a:effectLst/>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1219170">
              <a:defRPr/>
            </a:pPr>
            <a:r>
              <a:rPr lang="en-US" sz="1333" b="1" kern="0" dirty="0">
                <a:solidFill>
                  <a:schemeClr val="accent2"/>
                </a:solidFill>
              </a:rPr>
              <a:t>AWS Product Professional Services</a:t>
            </a:r>
          </a:p>
          <a:p>
            <a:pPr marL="171450" indent="-171450" defTabSz="1219170">
              <a:buFont typeface="Arial" panose="020B0604020202020204" pitchFamily="34" charset="0"/>
              <a:buChar char="•"/>
              <a:defRPr/>
            </a:pPr>
            <a:r>
              <a:rPr lang="en-US" kern="0" dirty="0">
                <a:solidFill>
                  <a:sysClr val="windowText" lastClr="000000"/>
                </a:solidFill>
                <a:cs typeface="Calibri" pitchFamily="34" charset="0"/>
              </a:rPr>
              <a:t>Building a Product for a Partner in Sweden</a:t>
            </a:r>
          </a:p>
          <a:p>
            <a:pPr marL="171450" indent="-171450" defTabSz="1219170">
              <a:buFont typeface="Arial" panose="020B0604020202020204" pitchFamily="34" charset="0"/>
              <a:buChar char="•"/>
              <a:defRPr/>
            </a:pPr>
            <a:r>
              <a:rPr lang="en-US" kern="0" dirty="0">
                <a:solidFill>
                  <a:sysClr val="windowText" lastClr="000000"/>
                </a:solidFill>
                <a:cs typeface="Calibri" pitchFamily="34" charset="0"/>
              </a:rPr>
              <a:t>AI Product to deduct security violations, vandalism in Software As a Service (SaaS) model using AWS, Terraform, </a:t>
            </a:r>
            <a:r>
              <a:rPr lang="en-US" kern="0" dirty="0" err="1">
                <a:solidFill>
                  <a:sysClr val="windowText" lastClr="000000"/>
                </a:solidFill>
                <a:cs typeface="Calibri" pitchFamily="34" charset="0"/>
              </a:rPr>
              <a:t>Kalfa</a:t>
            </a:r>
            <a:r>
              <a:rPr lang="en-US" kern="0" dirty="0">
                <a:solidFill>
                  <a:sysClr val="windowText" lastClr="000000"/>
                </a:solidFill>
                <a:cs typeface="Calibri" pitchFamily="34" charset="0"/>
              </a:rPr>
              <a:t>, .</a:t>
            </a:r>
            <a:r>
              <a:rPr lang="en-US" kern="0" dirty="0" err="1">
                <a:solidFill>
                  <a:sysClr val="windowText" lastClr="000000"/>
                </a:solidFill>
                <a:cs typeface="Calibri" pitchFamily="34" charset="0"/>
              </a:rPr>
              <a:t>NetCore</a:t>
            </a:r>
            <a:r>
              <a:rPr lang="en-US" kern="0" dirty="0">
                <a:solidFill>
                  <a:sysClr val="windowText" lastClr="000000"/>
                </a:solidFill>
                <a:cs typeface="Calibri" pitchFamily="34" charset="0"/>
              </a:rPr>
              <a:t>.</a:t>
            </a:r>
          </a:p>
        </p:txBody>
      </p:sp>
      <p:sp>
        <p:nvSpPr>
          <p:cNvPr id="8" name="Freeform 101">
            <a:extLst>
              <a:ext uri="{FF2B5EF4-FFF2-40B4-BE49-F238E27FC236}">
                <a16:creationId xmlns:a16="http://schemas.microsoft.com/office/drawing/2014/main" id="{6DCC27F5-DFE6-7F39-198A-BBF872DAA328}"/>
              </a:ext>
            </a:extLst>
          </p:cNvPr>
          <p:cNvSpPr/>
          <p:nvPr/>
        </p:nvSpPr>
        <p:spPr>
          <a:xfrm>
            <a:off x="432466" y="5781480"/>
            <a:ext cx="1757348" cy="712124"/>
          </a:xfrm>
          <a:custGeom>
            <a:avLst/>
            <a:gdLst>
              <a:gd name="connsiteX0" fmla="*/ 154670 w 1633270"/>
              <a:gd name="connsiteY0" fmla="*/ 0 h 436342"/>
              <a:gd name="connsiteX1" fmla="*/ 552310 w 1633270"/>
              <a:gd name="connsiteY1" fmla="*/ 0 h 436342"/>
              <a:gd name="connsiteX2" fmla="*/ 741807 w 1633270"/>
              <a:gd name="connsiteY2" fmla="*/ 0 h 436342"/>
              <a:gd name="connsiteX3" fmla="*/ 891463 w 1633270"/>
              <a:gd name="connsiteY3" fmla="*/ 0 h 436342"/>
              <a:gd name="connsiteX4" fmla="*/ 1244249 w 1633270"/>
              <a:gd name="connsiteY4" fmla="*/ 0 h 436342"/>
              <a:gd name="connsiteX5" fmla="*/ 1478600 w 1633270"/>
              <a:gd name="connsiteY5" fmla="*/ 0 h 436342"/>
              <a:gd name="connsiteX6" fmla="*/ 1633270 w 1633270"/>
              <a:gd name="connsiteY6" fmla="*/ 218171 h 436342"/>
              <a:gd name="connsiteX7" fmla="*/ 1478600 w 1633270"/>
              <a:gd name="connsiteY7" fmla="*/ 436341 h 436342"/>
              <a:gd name="connsiteX8" fmla="*/ 1244249 w 1633270"/>
              <a:gd name="connsiteY8" fmla="*/ 436341 h 436342"/>
              <a:gd name="connsiteX9" fmla="*/ 1244249 w 1633270"/>
              <a:gd name="connsiteY9" fmla="*/ 436342 h 436342"/>
              <a:gd name="connsiteX10" fmla="*/ 552310 w 1633270"/>
              <a:gd name="connsiteY10" fmla="*/ 436342 h 436342"/>
              <a:gd name="connsiteX11" fmla="*/ 552310 w 1633270"/>
              <a:gd name="connsiteY11" fmla="*/ 436341 h 436342"/>
              <a:gd name="connsiteX12" fmla="*/ 154670 w 1633270"/>
              <a:gd name="connsiteY12" fmla="*/ 436341 h 436342"/>
              <a:gd name="connsiteX13" fmla="*/ 0 w 1633270"/>
              <a:gd name="connsiteY13" fmla="*/ 218170 h 436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33270" h="436342">
                <a:moveTo>
                  <a:pt x="154670" y="0"/>
                </a:moveTo>
                <a:lnTo>
                  <a:pt x="552310" y="0"/>
                </a:lnTo>
                <a:lnTo>
                  <a:pt x="741807" y="0"/>
                </a:lnTo>
                <a:lnTo>
                  <a:pt x="891463" y="0"/>
                </a:lnTo>
                <a:lnTo>
                  <a:pt x="1244249" y="0"/>
                </a:lnTo>
                <a:lnTo>
                  <a:pt x="1478600" y="0"/>
                </a:lnTo>
                <a:lnTo>
                  <a:pt x="1633270" y="218171"/>
                </a:lnTo>
                <a:lnTo>
                  <a:pt x="1478600" y="436341"/>
                </a:lnTo>
                <a:lnTo>
                  <a:pt x="1244249" y="436341"/>
                </a:lnTo>
                <a:lnTo>
                  <a:pt x="1244249" y="436342"/>
                </a:lnTo>
                <a:lnTo>
                  <a:pt x="552310" y="436342"/>
                </a:lnTo>
                <a:lnTo>
                  <a:pt x="552310" y="436341"/>
                </a:lnTo>
                <a:lnTo>
                  <a:pt x="154670" y="436341"/>
                </a:lnTo>
                <a:lnTo>
                  <a:pt x="0" y="218170"/>
                </a:lnTo>
                <a:close/>
              </a:path>
            </a:pathLst>
          </a:cu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1219170">
              <a:defRPr/>
            </a:pPr>
            <a:r>
              <a:rPr lang="en-GB" sz="1600" b="1" kern="0" dirty="0">
                <a:solidFill>
                  <a:srgbClr val="F3F3F3"/>
                </a:solidFill>
                <a:cs typeface="Calibri" pitchFamily="34" charset="0"/>
              </a:rPr>
              <a:t>Representative Experiences</a:t>
            </a:r>
          </a:p>
        </p:txBody>
      </p:sp>
      <p:cxnSp>
        <p:nvCxnSpPr>
          <p:cNvPr id="9" name="Straight Connector 8">
            <a:extLst>
              <a:ext uri="{FF2B5EF4-FFF2-40B4-BE49-F238E27FC236}">
                <a16:creationId xmlns:a16="http://schemas.microsoft.com/office/drawing/2014/main" id="{8473F999-A035-599B-E668-32B44D2F5AF9}"/>
              </a:ext>
            </a:extLst>
          </p:cNvPr>
          <p:cNvCxnSpPr/>
          <p:nvPr/>
        </p:nvCxnSpPr>
        <p:spPr>
          <a:xfrm>
            <a:off x="7266751" y="5642924"/>
            <a:ext cx="0" cy="996949"/>
          </a:xfrm>
          <a:prstGeom prst="line">
            <a:avLst/>
          </a:prstGeom>
          <a:ln w="12700">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0" name="Round Same Side Corner Rectangle 92">
            <a:extLst>
              <a:ext uri="{FF2B5EF4-FFF2-40B4-BE49-F238E27FC236}">
                <a16:creationId xmlns:a16="http://schemas.microsoft.com/office/drawing/2014/main" id="{661193DE-9D3C-7940-4B97-A16DA7988A64}"/>
              </a:ext>
            </a:extLst>
          </p:cNvPr>
          <p:cNvSpPr/>
          <p:nvPr/>
        </p:nvSpPr>
        <p:spPr>
          <a:xfrm>
            <a:off x="7335945" y="6046155"/>
            <a:ext cx="4269154" cy="759961"/>
          </a:xfrm>
          <a:prstGeom prst="round2SameRect">
            <a:avLst/>
          </a:prstGeom>
          <a:noFill/>
          <a:ln w="9525" cap="flat" cmpd="sng" algn="ctr">
            <a:noFill/>
            <a:prstDash val="solid"/>
          </a:ln>
          <a:effectLst/>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1219170">
              <a:lnSpc>
                <a:spcPct val="150000"/>
              </a:lnSpc>
              <a:defRPr/>
            </a:pPr>
            <a:r>
              <a:rPr lang="en-US" sz="1333" b="1" kern="0" dirty="0">
                <a:solidFill>
                  <a:schemeClr val="accent2"/>
                </a:solidFill>
              </a:rPr>
              <a:t>Pharma Customer in US</a:t>
            </a:r>
          </a:p>
          <a:p>
            <a:pPr marL="171450" indent="-171450" defTabSz="1219170">
              <a:buFont typeface="Arial" panose="020B0604020202020204" pitchFamily="34" charset="0"/>
              <a:buChar char="•"/>
              <a:defRPr/>
            </a:pPr>
            <a:r>
              <a:rPr lang="en-US" kern="0" dirty="0">
                <a:solidFill>
                  <a:sysClr val="windowText" lastClr="000000"/>
                </a:solidFill>
                <a:cs typeface="Calibri" pitchFamily="34" charset="0"/>
              </a:rPr>
              <a:t>NLP based solution using AWS Stack</a:t>
            </a:r>
          </a:p>
          <a:p>
            <a:pPr marL="171450" indent="-171450" defTabSz="1219170">
              <a:buFont typeface="Arial" panose="020B0604020202020204" pitchFamily="34" charset="0"/>
              <a:buChar char="•"/>
              <a:defRPr/>
            </a:pPr>
            <a:r>
              <a:rPr lang="en-US" kern="0" dirty="0">
                <a:solidFill>
                  <a:sysClr val="windowText" lastClr="000000"/>
                </a:solidFill>
                <a:cs typeface="Calibri" pitchFamily="34" charset="0"/>
              </a:rPr>
              <a:t>Extensive AWS components used along with Data Quality, Metadata lineage based framework</a:t>
            </a:r>
          </a:p>
          <a:p>
            <a:pPr marL="171450" indent="-171450" defTabSz="1219170">
              <a:lnSpc>
                <a:spcPct val="150000"/>
              </a:lnSpc>
              <a:buFont typeface="Arial" panose="020B0604020202020204" pitchFamily="34" charset="0"/>
              <a:buChar char="•"/>
              <a:defRPr/>
            </a:pPr>
            <a:endParaRPr lang="en-US" kern="0" dirty="0">
              <a:solidFill>
                <a:sysClr val="windowText" lastClr="000000"/>
              </a:solidFill>
              <a:cs typeface="Calibri" pitchFamily="34" charset="0"/>
            </a:endParaRPr>
          </a:p>
          <a:p>
            <a:pPr marL="171450" indent="-171450" defTabSz="1219170">
              <a:lnSpc>
                <a:spcPct val="150000"/>
              </a:lnSpc>
              <a:buFont typeface="Arial" panose="020B0604020202020204" pitchFamily="34" charset="0"/>
              <a:buChar char="•"/>
              <a:defRPr/>
            </a:pPr>
            <a:endParaRPr lang="en-US" dirty="0">
              <a:solidFill>
                <a:srgbClr val="000000"/>
              </a:solidFill>
              <a:ea typeface="MS PGothic" pitchFamily="34" charset="-128"/>
              <a:cs typeface="Calibri" pitchFamily="34" charset="0"/>
            </a:endParaRPr>
          </a:p>
          <a:p>
            <a:pPr defTabSz="1219170">
              <a:lnSpc>
                <a:spcPct val="150000"/>
              </a:lnSpc>
              <a:defRPr/>
            </a:pPr>
            <a:endParaRPr lang="en-US" sz="1333" b="1" kern="0" dirty="0">
              <a:solidFill>
                <a:schemeClr val="accent2"/>
              </a:solidFill>
            </a:endParaRPr>
          </a:p>
        </p:txBody>
      </p:sp>
    </p:spTree>
    <p:extLst>
      <p:ext uri="{BB962C8B-B14F-4D97-AF65-F5344CB8AC3E}">
        <p14:creationId xmlns:p14="http://schemas.microsoft.com/office/powerpoint/2010/main" val="273570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Block Arc 161"/>
          <p:cNvSpPr/>
          <p:nvPr/>
        </p:nvSpPr>
        <p:spPr>
          <a:xfrm rot="16200000" flipH="1">
            <a:off x="304800" y="1517074"/>
            <a:ext cx="3353104" cy="3353104"/>
          </a:xfrm>
          <a:prstGeom prst="blockArc">
            <a:avLst>
              <a:gd name="adj1" fmla="val 10246308"/>
              <a:gd name="adj2" fmla="val 510979"/>
              <a:gd name="adj3" fmla="val 23370"/>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defTabSz="815644"/>
            <a:endParaRPr lang="en-US" sz="1600">
              <a:solidFill>
                <a:srgbClr val="50B3CF"/>
              </a:solidFill>
            </a:endParaRPr>
          </a:p>
        </p:txBody>
      </p:sp>
      <p:sp>
        <p:nvSpPr>
          <p:cNvPr id="133" name="Parallelogram 132"/>
          <p:cNvSpPr/>
          <p:nvPr/>
        </p:nvSpPr>
        <p:spPr>
          <a:xfrm>
            <a:off x="2897436" y="5080235"/>
            <a:ext cx="4454000" cy="221891"/>
          </a:xfrm>
          <a:prstGeom prst="parallelogram">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sp>
        <p:nvSpPr>
          <p:cNvPr id="132" name="Parallelogram 131"/>
          <p:cNvSpPr/>
          <p:nvPr/>
        </p:nvSpPr>
        <p:spPr>
          <a:xfrm>
            <a:off x="3812835" y="2959435"/>
            <a:ext cx="4454000" cy="221891"/>
          </a:xfrm>
          <a:prstGeom prst="parallelogram">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sp>
        <p:nvSpPr>
          <p:cNvPr id="131" name="Parallelogram 130"/>
          <p:cNvSpPr/>
          <p:nvPr/>
        </p:nvSpPr>
        <p:spPr>
          <a:xfrm>
            <a:off x="3561967" y="4030194"/>
            <a:ext cx="4454000" cy="221891"/>
          </a:xfrm>
          <a:prstGeom prst="parallelogram">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sp>
        <p:nvSpPr>
          <p:cNvPr id="130" name="Parallelogram 129"/>
          <p:cNvSpPr/>
          <p:nvPr/>
        </p:nvSpPr>
        <p:spPr>
          <a:xfrm>
            <a:off x="3561967" y="1897151"/>
            <a:ext cx="4454000" cy="221891"/>
          </a:xfrm>
          <a:prstGeom prst="parallelogram">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sp>
        <p:nvSpPr>
          <p:cNvPr id="21" name="Parallelogram 20"/>
          <p:cNvSpPr/>
          <p:nvPr/>
        </p:nvSpPr>
        <p:spPr>
          <a:xfrm>
            <a:off x="2530769" y="826391"/>
            <a:ext cx="4454000" cy="221891"/>
          </a:xfrm>
          <a:prstGeom prst="parallelogram">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sp>
        <p:nvSpPr>
          <p:cNvPr id="4" name="Title 2"/>
          <p:cNvSpPr>
            <a:spLocks noGrp="1"/>
          </p:cNvSpPr>
          <p:nvPr>
            <p:ph type="title"/>
          </p:nvPr>
        </p:nvSpPr>
        <p:spPr>
          <a:xfrm>
            <a:off x="223746" y="179162"/>
            <a:ext cx="11306174" cy="854075"/>
          </a:xfrm>
        </p:spPr>
        <p:txBody>
          <a:bodyPr vert="horz" lIns="91416" tIns="45708" rIns="91416" bIns="45708" rtlCol="0" anchor="t">
            <a:noAutofit/>
          </a:bodyPr>
          <a:lstStyle/>
          <a:p>
            <a:r>
              <a:rPr lang="en-US" altLang="en-US" sz="3200" dirty="0">
                <a:latin typeface="+mn-lt"/>
              </a:rPr>
              <a:t>Talend </a:t>
            </a:r>
            <a:r>
              <a:rPr lang="en-US" sz="3200" b="1" dirty="0">
                <a:solidFill>
                  <a:prstClr val="black"/>
                </a:solidFill>
                <a:latin typeface="+mn-lt"/>
              </a:rPr>
              <a:t>Competency</a:t>
            </a:r>
            <a:endParaRPr lang="en-US" sz="3200" dirty="0">
              <a:latin typeface="+mn-lt"/>
            </a:endParaRPr>
          </a:p>
        </p:txBody>
      </p:sp>
      <p:sp>
        <p:nvSpPr>
          <p:cNvPr id="3" name="Slide Number Placeholder 2"/>
          <p:cNvSpPr>
            <a:spLocks noGrp="1"/>
          </p:cNvSpPr>
          <p:nvPr>
            <p:ph type="sldNum" sz="quarter" idx="12"/>
          </p:nvPr>
        </p:nvSpPr>
        <p:spPr/>
        <p:txBody>
          <a:bodyPr/>
          <a:lstStyle/>
          <a:p>
            <a:fld id="{B32AB80A-78BA-6B42-BA0D-B44ACF890F5A}" type="slidenum">
              <a:rPr lang="en-US" smtClean="0">
                <a:solidFill>
                  <a:prstClr val="white"/>
                </a:solidFill>
              </a:rPr>
              <a:pPr/>
              <a:t>11</a:t>
            </a:fld>
            <a:endParaRPr lang="en-US" dirty="0">
              <a:solidFill>
                <a:prstClr val="white"/>
              </a:solidFill>
            </a:endParaRPr>
          </a:p>
        </p:txBody>
      </p:sp>
      <p:sp>
        <p:nvSpPr>
          <p:cNvPr id="13" name="Freeform 12"/>
          <p:cNvSpPr/>
          <p:nvPr/>
        </p:nvSpPr>
        <p:spPr>
          <a:xfrm>
            <a:off x="2499669" y="824022"/>
            <a:ext cx="9516695" cy="876301"/>
          </a:xfrm>
          <a:custGeom>
            <a:avLst/>
            <a:gdLst>
              <a:gd name="connsiteX0" fmla="*/ 0 w 8248650"/>
              <a:gd name="connsiteY0" fmla="*/ 0 h 876300"/>
              <a:gd name="connsiteX1" fmla="*/ 8029575 w 8248650"/>
              <a:gd name="connsiteY1" fmla="*/ 0 h 876300"/>
              <a:gd name="connsiteX2" fmla="*/ 8248650 w 8248650"/>
              <a:gd name="connsiteY2" fmla="*/ 209550 h 876300"/>
              <a:gd name="connsiteX3" fmla="*/ 8248650 w 8248650"/>
              <a:gd name="connsiteY3" fmla="*/ 666750 h 876300"/>
              <a:gd name="connsiteX4" fmla="*/ 8086725 w 8248650"/>
              <a:gd name="connsiteY4" fmla="*/ 876300 h 876300"/>
              <a:gd name="connsiteX5" fmla="*/ 5600700 w 8248650"/>
              <a:gd name="connsiteY5" fmla="*/ 876300 h 876300"/>
              <a:gd name="connsiteX0" fmla="*/ 0 w 8248650"/>
              <a:gd name="connsiteY0" fmla="*/ 200 h 876500"/>
              <a:gd name="connsiteX1" fmla="*/ 8029575 w 8248650"/>
              <a:gd name="connsiteY1" fmla="*/ 200 h 876500"/>
              <a:gd name="connsiteX2" fmla="*/ 8248650 w 8248650"/>
              <a:gd name="connsiteY2" fmla="*/ 209750 h 876500"/>
              <a:gd name="connsiteX3" fmla="*/ 8248650 w 8248650"/>
              <a:gd name="connsiteY3" fmla="*/ 666950 h 876500"/>
              <a:gd name="connsiteX4" fmla="*/ 8086725 w 8248650"/>
              <a:gd name="connsiteY4" fmla="*/ 876500 h 876500"/>
              <a:gd name="connsiteX5" fmla="*/ 5600700 w 8248650"/>
              <a:gd name="connsiteY5" fmla="*/ 876500 h 876500"/>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9174"/>
              <a:gd name="connsiteY0" fmla="*/ 229 h 876529"/>
              <a:gd name="connsiteX1" fmla="*/ 8029575 w 8249174"/>
              <a:gd name="connsiteY1" fmla="*/ 229 h 876529"/>
              <a:gd name="connsiteX2" fmla="*/ 8248650 w 8249174"/>
              <a:gd name="connsiteY2" fmla="*/ 209779 h 876529"/>
              <a:gd name="connsiteX3" fmla="*/ 8248650 w 8249174"/>
              <a:gd name="connsiteY3" fmla="*/ 666979 h 876529"/>
              <a:gd name="connsiteX4" fmla="*/ 8086725 w 8249174"/>
              <a:gd name="connsiteY4" fmla="*/ 876529 h 876529"/>
              <a:gd name="connsiteX5" fmla="*/ 5600700 w 8249174"/>
              <a:gd name="connsiteY5" fmla="*/ 876529 h 876529"/>
              <a:gd name="connsiteX0" fmla="*/ 0 w 8414274"/>
              <a:gd name="connsiteY0" fmla="*/ 229 h 876529"/>
              <a:gd name="connsiteX1" fmla="*/ 8194675 w 8414274"/>
              <a:gd name="connsiteY1" fmla="*/ 229 h 876529"/>
              <a:gd name="connsiteX2" fmla="*/ 8413750 w 8414274"/>
              <a:gd name="connsiteY2" fmla="*/ 209779 h 876529"/>
              <a:gd name="connsiteX3" fmla="*/ 8413750 w 8414274"/>
              <a:gd name="connsiteY3" fmla="*/ 666979 h 876529"/>
              <a:gd name="connsiteX4" fmla="*/ 8251825 w 8414274"/>
              <a:gd name="connsiteY4" fmla="*/ 876529 h 876529"/>
              <a:gd name="connsiteX5" fmla="*/ 5765800 w 8414274"/>
              <a:gd name="connsiteY5" fmla="*/ 876529 h 876529"/>
              <a:gd name="connsiteX0" fmla="*/ 0 w 9519174"/>
              <a:gd name="connsiteY0" fmla="*/ 229 h 876529"/>
              <a:gd name="connsiteX1" fmla="*/ 9299575 w 9519174"/>
              <a:gd name="connsiteY1" fmla="*/ 229 h 876529"/>
              <a:gd name="connsiteX2" fmla="*/ 9518650 w 9519174"/>
              <a:gd name="connsiteY2" fmla="*/ 209779 h 876529"/>
              <a:gd name="connsiteX3" fmla="*/ 9518650 w 9519174"/>
              <a:gd name="connsiteY3" fmla="*/ 666979 h 876529"/>
              <a:gd name="connsiteX4" fmla="*/ 9356725 w 9519174"/>
              <a:gd name="connsiteY4" fmla="*/ 876529 h 876529"/>
              <a:gd name="connsiteX5" fmla="*/ 6870700 w 9519174"/>
              <a:gd name="connsiteY5" fmla="*/ 876529 h 87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19174" h="876529">
                <a:moveTo>
                  <a:pt x="0" y="229"/>
                </a:moveTo>
                <a:lnTo>
                  <a:pt x="9299575" y="229"/>
                </a:lnTo>
                <a:cubicBezTo>
                  <a:pt x="9534525" y="-6121"/>
                  <a:pt x="9502775" y="120879"/>
                  <a:pt x="9518650" y="209779"/>
                </a:cubicBezTo>
                <a:lnTo>
                  <a:pt x="9518650" y="666979"/>
                </a:lnTo>
                <a:cubicBezTo>
                  <a:pt x="9521825" y="803504"/>
                  <a:pt x="9515475" y="863829"/>
                  <a:pt x="9356725" y="876529"/>
                </a:cubicBezTo>
                <a:lnTo>
                  <a:pt x="6870700" y="876529"/>
                </a:lnTo>
              </a:path>
            </a:pathLst>
          </a:custGeom>
          <a:solidFill>
            <a:schemeClr val="bg1">
              <a:lumMod val="95000"/>
            </a:schemeClr>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dirty="0">
              <a:solidFill>
                <a:prstClr val="white"/>
              </a:solidFill>
            </a:endParaRPr>
          </a:p>
        </p:txBody>
      </p:sp>
      <p:sp>
        <p:nvSpPr>
          <p:cNvPr id="15" name="Rectangle 14"/>
          <p:cNvSpPr/>
          <p:nvPr/>
        </p:nvSpPr>
        <p:spPr>
          <a:xfrm>
            <a:off x="3291713" y="792872"/>
            <a:ext cx="2943755" cy="261610"/>
          </a:xfrm>
          <a:prstGeom prst="rect">
            <a:avLst/>
          </a:prstGeom>
        </p:spPr>
        <p:txBody>
          <a:bodyPr wrap="none" lIns="76200" tIns="38100" rIns="76200" bIns="38100">
            <a:spAutoFit/>
          </a:bodyPr>
          <a:lstStyle/>
          <a:p>
            <a:pPr algn="ctr" defTabSz="457053"/>
            <a:r>
              <a:rPr lang="en-US" sz="1200" b="1" dirty="0">
                <a:solidFill>
                  <a:srgbClr val="141414"/>
                </a:solidFill>
                <a:latin typeface="Calibri" panose="020F0502020204030204" pitchFamily="34" charset="0"/>
              </a:rPr>
              <a:t>Thought Leadership on Talend Technologies</a:t>
            </a:r>
          </a:p>
        </p:txBody>
      </p:sp>
      <p:sp>
        <p:nvSpPr>
          <p:cNvPr id="110" name="Freeform 109"/>
          <p:cNvSpPr/>
          <p:nvPr/>
        </p:nvSpPr>
        <p:spPr>
          <a:xfrm>
            <a:off x="3769338" y="1891634"/>
            <a:ext cx="8247025" cy="876301"/>
          </a:xfrm>
          <a:custGeom>
            <a:avLst/>
            <a:gdLst>
              <a:gd name="connsiteX0" fmla="*/ 0 w 8248650"/>
              <a:gd name="connsiteY0" fmla="*/ 0 h 876300"/>
              <a:gd name="connsiteX1" fmla="*/ 8029575 w 8248650"/>
              <a:gd name="connsiteY1" fmla="*/ 0 h 876300"/>
              <a:gd name="connsiteX2" fmla="*/ 8248650 w 8248650"/>
              <a:gd name="connsiteY2" fmla="*/ 209550 h 876300"/>
              <a:gd name="connsiteX3" fmla="*/ 8248650 w 8248650"/>
              <a:gd name="connsiteY3" fmla="*/ 666750 h 876300"/>
              <a:gd name="connsiteX4" fmla="*/ 8086725 w 8248650"/>
              <a:gd name="connsiteY4" fmla="*/ 876300 h 876300"/>
              <a:gd name="connsiteX5" fmla="*/ 5600700 w 8248650"/>
              <a:gd name="connsiteY5" fmla="*/ 876300 h 876300"/>
              <a:gd name="connsiteX0" fmla="*/ 0 w 8248650"/>
              <a:gd name="connsiteY0" fmla="*/ 200 h 876500"/>
              <a:gd name="connsiteX1" fmla="*/ 8029575 w 8248650"/>
              <a:gd name="connsiteY1" fmla="*/ 200 h 876500"/>
              <a:gd name="connsiteX2" fmla="*/ 8248650 w 8248650"/>
              <a:gd name="connsiteY2" fmla="*/ 209750 h 876500"/>
              <a:gd name="connsiteX3" fmla="*/ 8248650 w 8248650"/>
              <a:gd name="connsiteY3" fmla="*/ 666950 h 876500"/>
              <a:gd name="connsiteX4" fmla="*/ 8086725 w 8248650"/>
              <a:gd name="connsiteY4" fmla="*/ 876500 h 876500"/>
              <a:gd name="connsiteX5" fmla="*/ 5600700 w 8248650"/>
              <a:gd name="connsiteY5" fmla="*/ 876500 h 876500"/>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9174"/>
              <a:gd name="connsiteY0" fmla="*/ 229 h 876529"/>
              <a:gd name="connsiteX1" fmla="*/ 8029575 w 8249174"/>
              <a:gd name="connsiteY1" fmla="*/ 229 h 876529"/>
              <a:gd name="connsiteX2" fmla="*/ 8248650 w 8249174"/>
              <a:gd name="connsiteY2" fmla="*/ 209779 h 876529"/>
              <a:gd name="connsiteX3" fmla="*/ 8248650 w 8249174"/>
              <a:gd name="connsiteY3" fmla="*/ 666979 h 876529"/>
              <a:gd name="connsiteX4" fmla="*/ 8086725 w 8249174"/>
              <a:gd name="connsiteY4" fmla="*/ 876529 h 876529"/>
              <a:gd name="connsiteX5" fmla="*/ 5600700 w 8249174"/>
              <a:gd name="connsiteY5" fmla="*/ 876529 h 87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49174" h="876529">
                <a:moveTo>
                  <a:pt x="0" y="229"/>
                </a:moveTo>
                <a:lnTo>
                  <a:pt x="8029575" y="229"/>
                </a:lnTo>
                <a:cubicBezTo>
                  <a:pt x="8264525" y="-6121"/>
                  <a:pt x="8232775" y="120879"/>
                  <a:pt x="8248650" y="209779"/>
                </a:cubicBezTo>
                <a:lnTo>
                  <a:pt x="8248650" y="666979"/>
                </a:lnTo>
                <a:cubicBezTo>
                  <a:pt x="8251825" y="803504"/>
                  <a:pt x="8245475" y="863829"/>
                  <a:pt x="8086725" y="876529"/>
                </a:cubicBezTo>
                <a:lnTo>
                  <a:pt x="5600700" y="876529"/>
                </a:lnTo>
              </a:path>
            </a:pathLst>
          </a:custGeom>
          <a:solidFill>
            <a:schemeClr val="bg1">
              <a:lumMod val="9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sp>
        <p:nvSpPr>
          <p:cNvPr id="111" name="Freeform 110"/>
          <p:cNvSpPr/>
          <p:nvPr/>
        </p:nvSpPr>
        <p:spPr>
          <a:xfrm>
            <a:off x="3769338" y="2951626"/>
            <a:ext cx="8247025" cy="876301"/>
          </a:xfrm>
          <a:custGeom>
            <a:avLst/>
            <a:gdLst>
              <a:gd name="connsiteX0" fmla="*/ 0 w 8248650"/>
              <a:gd name="connsiteY0" fmla="*/ 0 h 876300"/>
              <a:gd name="connsiteX1" fmla="*/ 8029575 w 8248650"/>
              <a:gd name="connsiteY1" fmla="*/ 0 h 876300"/>
              <a:gd name="connsiteX2" fmla="*/ 8248650 w 8248650"/>
              <a:gd name="connsiteY2" fmla="*/ 209550 h 876300"/>
              <a:gd name="connsiteX3" fmla="*/ 8248650 w 8248650"/>
              <a:gd name="connsiteY3" fmla="*/ 666750 h 876300"/>
              <a:gd name="connsiteX4" fmla="*/ 8086725 w 8248650"/>
              <a:gd name="connsiteY4" fmla="*/ 876300 h 876300"/>
              <a:gd name="connsiteX5" fmla="*/ 5600700 w 8248650"/>
              <a:gd name="connsiteY5" fmla="*/ 876300 h 876300"/>
              <a:gd name="connsiteX0" fmla="*/ 0 w 8248650"/>
              <a:gd name="connsiteY0" fmla="*/ 200 h 876500"/>
              <a:gd name="connsiteX1" fmla="*/ 8029575 w 8248650"/>
              <a:gd name="connsiteY1" fmla="*/ 200 h 876500"/>
              <a:gd name="connsiteX2" fmla="*/ 8248650 w 8248650"/>
              <a:gd name="connsiteY2" fmla="*/ 209750 h 876500"/>
              <a:gd name="connsiteX3" fmla="*/ 8248650 w 8248650"/>
              <a:gd name="connsiteY3" fmla="*/ 666950 h 876500"/>
              <a:gd name="connsiteX4" fmla="*/ 8086725 w 8248650"/>
              <a:gd name="connsiteY4" fmla="*/ 876500 h 876500"/>
              <a:gd name="connsiteX5" fmla="*/ 5600700 w 8248650"/>
              <a:gd name="connsiteY5" fmla="*/ 876500 h 876500"/>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9174"/>
              <a:gd name="connsiteY0" fmla="*/ 229 h 876529"/>
              <a:gd name="connsiteX1" fmla="*/ 8029575 w 8249174"/>
              <a:gd name="connsiteY1" fmla="*/ 229 h 876529"/>
              <a:gd name="connsiteX2" fmla="*/ 8248650 w 8249174"/>
              <a:gd name="connsiteY2" fmla="*/ 209779 h 876529"/>
              <a:gd name="connsiteX3" fmla="*/ 8248650 w 8249174"/>
              <a:gd name="connsiteY3" fmla="*/ 666979 h 876529"/>
              <a:gd name="connsiteX4" fmla="*/ 8086725 w 8249174"/>
              <a:gd name="connsiteY4" fmla="*/ 876529 h 876529"/>
              <a:gd name="connsiteX5" fmla="*/ 5600700 w 8249174"/>
              <a:gd name="connsiteY5" fmla="*/ 876529 h 87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49174" h="876529">
                <a:moveTo>
                  <a:pt x="0" y="229"/>
                </a:moveTo>
                <a:lnTo>
                  <a:pt x="8029575" y="229"/>
                </a:lnTo>
                <a:cubicBezTo>
                  <a:pt x="8264525" y="-6121"/>
                  <a:pt x="8232775" y="120879"/>
                  <a:pt x="8248650" y="209779"/>
                </a:cubicBezTo>
                <a:lnTo>
                  <a:pt x="8248650" y="666979"/>
                </a:lnTo>
                <a:cubicBezTo>
                  <a:pt x="8251825" y="803504"/>
                  <a:pt x="8245475" y="863829"/>
                  <a:pt x="8086725" y="876529"/>
                </a:cubicBezTo>
                <a:lnTo>
                  <a:pt x="5600700" y="876529"/>
                </a:lnTo>
              </a:path>
            </a:pathLst>
          </a:custGeom>
          <a:solidFill>
            <a:schemeClr val="bg1">
              <a:lumMod val="95000"/>
            </a:schemeClr>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sp>
        <p:nvSpPr>
          <p:cNvPr id="112" name="Freeform 111"/>
          <p:cNvSpPr/>
          <p:nvPr/>
        </p:nvSpPr>
        <p:spPr>
          <a:xfrm>
            <a:off x="3769338" y="4011622"/>
            <a:ext cx="8247025" cy="876301"/>
          </a:xfrm>
          <a:custGeom>
            <a:avLst/>
            <a:gdLst>
              <a:gd name="connsiteX0" fmla="*/ 0 w 8248650"/>
              <a:gd name="connsiteY0" fmla="*/ 0 h 876300"/>
              <a:gd name="connsiteX1" fmla="*/ 8029575 w 8248650"/>
              <a:gd name="connsiteY1" fmla="*/ 0 h 876300"/>
              <a:gd name="connsiteX2" fmla="*/ 8248650 w 8248650"/>
              <a:gd name="connsiteY2" fmla="*/ 209550 h 876300"/>
              <a:gd name="connsiteX3" fmla="*/ 8248650 w 8248650"/>
              <a:gd name="connsiteY3" fmla="*/ 666750 h 876300"/>
              <a:gd name="connsiteX4" fmla="*/ 8086725 w 8248650"/>
              <a:gd name="connsiteY4" fmla="*/ 876300 h 876300"/>
              <a:gd name="connsiteX5" fmla="*/ 5600700 w 8248650"/>
              <a:gd name="connsiteY5" fmla="*/ 876300 h 876300"/>
              <a:gd name="connsiteX0" fmla="*/ 0 w 8248650"/>
              <a:gd name="connsiteY0" fmla="*/ 200 h 876500"/>
              <a:gd name="connsiteX1" fmla="*/ 8029575 w 8248650"/>
              <a:gd name="connsiteY1" fmla="*/ 200 h 876500"/>
              <a:gd name="connsiteX2" fmla="*/ 8248650 w 8248650"/>
              <a:gd name="connsiteY2" fmla="*/ 209750 h 876500"/>
              <a:gd name="connsiteX3" fmla="*/ 8248650 w 8248650"/>
              <a:gd name="connsiteY3" fmla="*/ 666950 h 876500"/>
              <a:gd name="connsiteX4" fmla="*/ 8086725 w 8248650"/>
              <a:gd name="connsiteY4" fmla="*/ 876500 h 876500"/>
              <a:gd name="connsiteX5" fmla="*/ 5600700 w 8248650"/>
              <a:gd name="connsiteY5" fmla="*/ 876500 h 876500"/>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9174"/>
              <a:gd name="connsiteY0" fmla="*/ 229 h 876529"/>
              <a:gd name="connsiteX1" fmla="*/ 8029575 w 8249174"/>
              <a:gd name="connsiteY1" fmla="*/ 229 h 876529"/>
              <a:gd name="connsiteX2" fmla="*/ 8248650 w 8249174"/>
              <a:gd name="connsiteY2" fmla="*/ 209779 h 876529"/>
              <a:gd name="connsiteX3" fmla="*/ 8248650 w 8249174"/>
              <a:gd name="connsiteY3" fmla="*/ 666979 h 876529"/>
              <a:gd name="connsiteX4" fmla="*/ 8086725 w 8249174"/>
              <a:gd name="connsiteY4" fmla="*/ 876529 h 876529"/>
              <a:gd name="connsiteX5" fmla="*/ 5600700 w 8249174"/>
              <a:gd name="connsiteY5" fmla="*/ 876529 h 87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49174" h="876529">
                <a:moveTo>
                  <a:pt x="0" y="229"/>
                </a:moveTo>
                <a:lnTo>
                  <a:pt x="8029575" y="229"/>
                </a:lnTo>
                <a:cubicBezTo>
                  <a:pt x="8264525" y="-6121"/>
                  <a:pt x="8232775" y="120879"/>
                  <a:pt x="8248650" y="209779"/>
                </a:cubicBezTo>
                <a:lnTo>
                  <a:pt x="8248650" y="666979"/>
                </a:lnTo>
                <a:cubicBezTo>
                  <a:pt x="8251825" y="803504"/>
                  <a:pt x="8245475" y="863829"/>
                  <a:pt x="8086725" y="876529"/>
                </a:cubicBezTo>
                <a:lnTo>
                  <a:pt x="5600700" y="876529"/>
                </a:lnTo>
              </a:path>
            </a:pathLst>
          </a:custGeom>
          <a:solidFill>
            <a:schemeClr val="bg1">
              <a:lumMod val="9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sp>
        <p:nvSpPr>
          <p:cNvPr id="113" name="Freeform 112"/>
          <p:cNvSpPr/>
          <p:nvPr/>
        </p:nvSpPr>
        <p:spPr>
          <a:xfrm>
            <a:off x="2822080" y="5071614"/>
            <a:ext cx="9173376" cy="876301"/>
          </a:xfrm>
          <a:custGeom>
            <a:avLst/>
            <a:gdLst>
              <a:gd name="connsiteX0" fmla="*/ 0 w 8248650"/>
              <a:gd name="connsiteY0" fmla="*/ 0 h 876300"/>
              <a:gd name="connsiteX1" fmla="*/ 8029575 w 8248650"/>
              <a:gd name="connsiteY1" fmla="*/ 0 h 876300"/>
              <a:gd name="connsiteX2" fmla="*/ 8248650 w 8248650"/>
              <a:gd name="connsiteY2" fmla="*/ 209550 h 876300"/>
              <a:gd name="connsiteX3" fmla="*/ 8248650 w 8248650"/>
              <a:gd name="connsiteY3" fmla="*/ 666750 h 876300"/>
              <a:gd name="connsiteX4" fmla="*/ 8086725 w 8248650"/>
              <a:gd name="connsiteY4" fmla="*/ 876300 h 876300"/>
              <a:gd name="connsiteX5" fmla="*/ 5600700 w 8248650"/>
              <a:gd name="connsiteY5" fmla="*/ 876300 h 876300"/>
              <a:gd name="connsiteX0" fmla="*/ 0 w 8248650"/>
              <a:gd name="connsiteY0" fmla="*/ 200 h 876500"/>
              <a:gd name="connsiteX1" fmla="*/ 8029575 w 8248650"/>
              <a:gd name="connsiteY1" fmla="*/ 200 h 876500"/>
              <a:gd name="connsiteX2" fmla="*/ 8248650 w 8248650"/>
              <a:gd name="connsiteY2" fmla="*/ 209750 h 876500"/>
              <a:gd name="connsiteX3" fmla="*/ 8248650 w 8248650"/>
              <a:gd name="connsiteY3" fmla="*/ 666950 h 876500"/>
              <a:gd name="connsiteX4" fmla="*/ 8086725 w 8248650"/>
              <a:gd name="connsiteY4" fmla="*/ 876500 h 876500"/>
              <a:gd name="connsiteX5" fmla="*/ 5600700 w 8248650"/>
              <a:gd name="connsiteY5" fmla="*/ 876500 h 876500"/>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8650"/>
              <a:gd name="connsiteY0" fmla="*/ 229 h 876529"/>
              <a:gd name="connsiteX1" fmla="*/ 8029575 w 8248650"/>
              <a:gd name="connsiteY1" fmla="*/ 229 h 876529"/>
              <a:gd name="connsiteX2" fmla="*/ 8248650 w 8248650"/>
              <a:gd name="connsiteY2" fmla="*/ 209779 h 876529"/>
              <a:gd name="connsiteX3" fmla="*/ 8248650 w 8248650"/>
              <a:gd name="connsiteY3" fmla="*/ 666979 h 876529"/>
              <a:gd name="connsiteX4" fmla="*/ 8086725 w 8248650"/>
              <a:gd name="connsiteY4" fmla="*/ 876529 h 876529"/>
              <a:gd name="connsiteX5" fmla="*/ 5600700 w 8248650"/>
              <a:gd name="connsiteY5" fmla="*/ 876529 h 876529"/>
              <a:gd name="connsiteX0" fmla="*/ 0 w 8249174"/>
              <a:gd name="connsiteY0" fmla="*/ 229 h 876529"/>
              <a:gd name="connsiteX1" fmla="*/ 8029575 w 8249174"/>
              <a:gd name="connsiteY1" fmla="*/ 229 h 876529"/>
              <a:gd name="connsiteX2" fmla="*/ 8248650 w 8249174"/>
              <a:gd name="connsiteY2" fmla="*/ 209779 h 876529"/>
              <a:gd name="connsiteX3" fmla="*/ 8248650 w 8249174"/>
              <a:gd name="connsiteY3" fmla="*/ 666979 h 876529"/>
              <a:gd name="connsiteX4" fmla="*/ 8086725 w 8249174"/>
              <a:gd name="connsiteY4" fmla="*/ 876529 h 876529"/>
              <a:gd name="connsiteX5" fmla="*/ 5600700 w 8249174"/>
              <a:gd name="connsiteY5" fmla="*/ 876529 h 876529"/>
              <a:gd name="connsiteX0" fmla="*/ 0 w 9175766"/>
              <a:gd name="connsiteY0" fmla="*/ 229 h 876529"/>
              <a:gd name="connsiteX1" fmla="*/ 8956167 w 9175766"/>
              <a:gd name="connsiteY1" fmla="*/ 229 h 876529"/>
              <a:gd name="connsiteX2" fmla="*/ 9175242 w 9175766"/>
              <a:gd name="connsiteY2" fmla="*/ 209779 h 876529"/>
              <a:gd name="connsiteX3" fmla="*/ 9175242 w 9175766"/>
              <a:gd name="connsiteY3" fmla="*/ 666979 h 876529"/>
              <a:gd name="connsiteX4" fmla="*/ 9013317 w 9175766"/>
              <a:gd name="connsiteY4" fmla="*/ 876529 h 876529"/>
              <a:gd name="connsiteX5" fmla="*/ 6527292 w 9175766"/>
              <a:gd name="connsiteY5" fmla="*/ 876529 h 87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75766" h="876529">
                <a:moveTo>
                  <a:pt x="0" y="229"/>
                </a:moveTo>
                <a:lnTo>
                  <a:pt x="8956167" y="229"/>
                </a:lnTo>
                <a:cubicBezTo>
                  <a:pt x="9191117" y="-6121"/>
                  <a:pt x="9159367" y="120879"/>
                  <a:pt x="9175242" y="209779"/>
                </a:cubicBezTo>
                <a:lnTo>
                  <a:pt x="9175242" y="666979"/>
                </a:lnTo>
                <a:cubicBezTo>
                  <a:pt x="9178417" y="803504"/>
                  <a:pt x="9172067" y="863829"/>
                  <a:pt x="9013317" y="876529"/>
                </a:cubicBezTo>
                <a:lnTo>
                  <a:pt x="6527292" y="876529"/>
                </a:lnTo>
              </a:path>
            </a:pathLst>
          </a:custGeom>
          <a:solidFill>
            <a:schemeClr val="bg1">
              <a:lumMod val="95000"/>
            </a:schemeClr>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a:endParaRPr lang="en-US" sz="2400">
              <a:solidFill>
                <a:prstClr val="white"/>
              </a:solidFill>
            </a:endParaRPr>
          </a:p>
        </p:txBody>
      </p:sp>
      <p:grpSp>
        <p:nvGrpSpPr>
          <p:cNvPr id="11" name="Group 10"/>
          <p:cNvGrpSpPr/>
          <p:nvPr/>
        </p:nvGrpSpPr>
        <p:grpSpPr>
          <a:xfrm>
            <a:off x="-115683" y="1035693"/>
            <a:ext cx="4364168" cy="4370076"/>
            <a:chOff x="1462507" y="1389610"/>
            <a:chExt cx="3813529" cy="3818693"/>
          </a:xfrm>
          <a:solidFill>
            <a:schemeClr val="accent2">
              <a:lumMod val="20000"/>
              <a:lumOff val="80000"/>
            </a:schemeClr>
          </a:solidFill>
        </p:grpSpPr>
        <p:sp>
          <p:nvSpPr>
            <p:cNvPr id="73" name="Pie 72"/>
            <p:cNvSpPr/>
            <p:nvPr/>
          </p:nvSpPr>
          <p:spPr>
            <a:xfrm>
              <a:off x="1471018" y="1389610"/>
              <a:ext cx="3801743" cy="3801738"/>
            </a:xfrm>
            <a:prstGeom prst="pie">
              <a:avLst>
                <a:gd name="adj1" fmla="val 3181736"/>
                <a:gd name="adj2" fmla="val 5395749"/>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50B3CF"/>
                </a:solidFill>
              </a:endParaRPr>
            </a:p>
          </p:txBody>
        </p:sp>
        <p:sp>
          <p:nvSpPr>
            <p:cNvPr id="72" name="Pie 71"/>
            <p:cNvSpPr/>
            <p:nvPr/>
          </p:nvSpPr>
          <p:spPr>
            <a:xfrm>
              <a:off x="1462507" y="1389610"/>
              <a:ext cx="3801743" cy="3801738"/>
            </a:xfrm>
            <a:prstGeom prst="pie">
              <a:avLst>
                <a:gd name="adj1" fmla="val 975874"/>
                <a:gd name="adj2" fmla="val 3365481"/>
              </a:avLst>
            </a:prstGeom>
            <a:solidFill>
              <a:srgbClr val="4A66AC"/>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50B3CF"/>
                </a:solidFill>
              </a:endParaRPr>
            </a:p>
          </p:txBody>
        </p:sp>
        <p:sp>
          <p:nvSpPr>
            <p:cNvPr id="71" name="Pie 70"/>
            <p:cNvSpPr/>
            <p:nvPr/>
          </p:nvSpPr>
          <p:spPr>
            <a:xfrm>
              <a:off x="1474293" y="1397746"/>
              <a:ext cx="3801743" cy="3801738"/>
            </a:xfrm>
            <a:prstGeom prst="pie">
              <a:avLst>
                <a:gd name="adj1" fmla="val 20606764"/>
                <a:gd name="adj2" fmla="val 1026160"/>
              </a:avLst>
            </a:prstGeom>
            <a:solidFill>
              <a:srgbClr val="A1C4E3"/>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50B3CF"/>
                </a:solidFill>
              </a:endParaRPr>
            </a:p>
          </p:txBody>
        </p:sp>
        <p:sp>
          <p:nvSpPr>
            <p:cNvPr id="61" name="Pie 60"/>
            <p:cNvSpPr/>
            <p:nvPr/>
          </p:nvSpPr>
          <p:spPr>
            <a:xfrm>
              <a:off x="1462507" y="1406565"/>
              <a:ext cx="3801743" cy="3801738"/>
            </a:xfrm>
            <a:prstGeom prst="pie">
              <a:avLst>
                <a:gd name="adj1" fmla="val 18422888"/>
                <a:gd name="adj2" fmla="val 20619943"/>
              </a:avLst>
            </a:prstGeom>
            <a:solidFill>
              <a:schemeClr val="bg2">
                <a:lumMod val="75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50B3CF"/>
                </a:solidFill>
              </a:endParaRPr>
            </a:p>
          </p:txBody>
        </p:sp>
        <p:sp>
          <p:nvSpPr>
            <p:cNvPr id="6" name="Pie 5"/>
            <p:cNvSpPr/>
            <p:nvPr/>
          </p:nvSpPr>
          <p:spPr>
            <a:xfrm>
              <a:off x="1471505" y="1406565"/>
              <a:ext cx="3801743" cy="3801738"/>
            </a:xfrm>
            <a:prstGeom prst="pie">
              <a:avLst>
                <a:gd name="adj1" fmla="val 16146949"/>
                <a:gd name="adj2" fmla="val 18420835"/>
              </a:avLst>
            </a:prstGeom>
            <a:solidFill>
              <a:srgbClr val="C4BCC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50B3CF"/>
                </a:solidFill>
              </a:endParaRPr>
            </a:p>
          </p:txBody>
        </p:sp>
      </p:grpSp>
      <p:sp>
        <p:nvSpPr>
          <p:cNvPr id="75" name="Oval 74"/>
          <p:cNvSpPr/>
          <p:nvPr/>
        </p:nvSpPr>
        <p:spPr>
          <a:xfrm>
            <a:off x="704207" y="2209909"/>
            <a:ext cx="2163855" cy="2163855"/>
          </a:xfrm>
          <a:prstGeom prst="ellipse">
            <a:avLst/>
          </a:prstGeom>
          <a:solidFill>
            <a:srgbClr val="FFFFFF">
              <a:alpha val="49020"/>
            </a:srgbClr>
          </a:solidFill>
          <a:ln>
            <a:no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defTabSz="815644"/>
            <a:endParaRPr lang="en-US" sz="1600">
              <a:solidFill>
                <a:prstClr val="white"/>
              </a:solidFill>
            </a:endParaRPr>
          </a:p>
        </p:txBody>
      </p:sp>
      <p:sp>
        <p:nvSpPr>
          <p:cNvPr id="100" name="Oval 99"/>
          <p:cNvSpPr/>
          <p:nvPr/>
        </p:nvSpPr>
        <p:spPr>
          <a:xfrm>
            <a:off x="889655" y="2395359"/>
            <a:ext cx="1792959" cy="1792959"/>
          </a:xfrm>
          <a:prstGeom prst="ellipse">
            <a:avLst/>
          </a:prstGeom>
          <a:solidFill>
            <a:schemeClr val="bg1"/>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defTabSz="815644"/>
            <a:endParaRPr lang="en-US" sz="1600">
              <a:solidFill>
                <a:prstClr val="white"/>
              </a:solidFill>
            </a:endParaRPr>
          </a:p>
        </p:txBody>
      </p:sp>
      <p:sp>
        <p:nvSpPr>
          <p:cNvPr id="106" name="Rectangle 105"/>
          <p:cNvSpPr/>
          <p:nvPr/>
        </p:nvSpPr>
        <p:spPr>
          <a:xfrm>
            <a:off x="913861" y="2554603"/>
            <a:ext cx="1756055" cy="150954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algn="ctr" defTabSz="816058"/>
            <a:endParaRPr lang="en-US" sz="1200" dirty="0">
              <a:solidFill>
                <a:srgbClr val="141414"/>
              </a:solidFill>
              <a:latin typeface="Calibri" panose="020F0502020204030204" pitchFamily="34" charset="0"/>
              <a:cs typeface="Arial" panose="020B0604020202020204" pitchFamily="34" charset="0"/>
            </a:endParaRPr>
          </a:p>
        </p:txBody>
      </p:sp>
      <p:sp>
        <p:nvSpPr>
          <p:cNvPr id="10" name="Rectangle 9"/>
          <p:cNvSpPr/>
          <p:nvPr/>
        </p:nvSpPr>
        <p:spPr>
          <a:xfrm>
            <a:off x="1998325" y="1362775"/>
            <a:ext cx="1279816" cy="487313"/>
          </a:xfrm>
          <a:prstGeom prst="rect">
            <a:avLst/>
          </a:prstGeom>
        </p:spPr>
        <p:txBody>
          <a:bodyPr wrap="square" lIns="76200" tIns="38100" rIns="76200" bIns="38100">
            <a:spAutoFit/>
          </a:bodyPr>
          <a:lstStyle/>
          <a:p>
            <a:pPr algn="ctr">
              <a:lnSpc>
                <a:spcPts val="1600"/>
              </a:lnSpc>
            </a:pPr>
            <a:r>
              <a:rPr lang="en-US" sz="1467" b="1" dirty="0">
                <a:latin typeface="Calibri" panose="020F0502020204030204" pitchFamily="34" charset="0"/>
                <a:cs typeface="Calibri" panose="020F0502020204030204" pitchFamily="34" charset="0"/>
              </a:rPr>
              <a:t>Talend Technologies</a:t>
            </a:r>
          </a:p>
        </p:txBody>
      </p:sp>
      <p:sp>
        <p:nvSpPr>
          <p:cNvPr id="17" name="Rectangle 16"/>
          <p:cNvSpPr/>
          <p:nvPr/>
        </p:nvSpPr>
        <p:spPr>
          <a:xfrm>
            <a:off x="3769799" y="1284193"/>
            <a:ext cx="1535739" cy="232949"/>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Cloud Integration</a:t>
            </a:r>
          </a:p>
        </p:txBody>
      </p:sp>
      <p:sp>
        <p:nvSpPr>
          <p:cNvPr id="122" name="Rectangle 121"/>
          <p:cNvSpPr/>
          <p:nvPr/>
        </p:nvSpPr>
        <p:spPr>
          <a:xfrm>
            <a:off x="5465663" y="1130136"/>
            <a:ext cx="1255427"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Big Data Integration</a:t>
            </a:r>
          </a:p>
        </p:txBody>
      </p:sp>
      <p:sp>
        <p:nvSpPr>
          <p:cNvPr id="123" name="Rectangle 122"/>
          <p:cNvSpPr/>
          <p:nvPr/>
        </p:nvSpPr>
        <p:spPr>
          <a:xfrm>
            <a:off x="6881223" y="1226873"/>
            <a:ext cx="1775991" cy="232949"/>
          </a:xfrm>
          <a:prstGeom prst="rect">
            <a:avLst/>
          </a:prstGeom>
        </p:spPr>
        <p:txBody>
          <a:bodyPr wrap="square" lIns="76200" tIns="38100" rIns="76200" bIns="38100" anchor="ctr">
            <a:spAutoFit/>
          </a:bodyPr>
          <a:lstStyle/>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Data Integration</a:t>
            </a:r>
          </a:p>
        </p:txBody>
      </p:sp>
      <p:sp>
        <p:nvSpPr>
          <p:cNvPr id="124" name="Rectangle 123"/>
          <p:cNvSpPr/>
          <p:nvPr/>
        </p:nvSpPr>
        <p:spPr>
          <a:xfrm>
            <a:off x="8817333" y="1148869"/>
            <a:ext cx="1612480" cy="388953"/>
          </a:xfrm>
          <a:prstGeom prst="rect">
            <a:avLst/>
          </a:prstGeom>
        </p:spPr>
        <p:txBody>
          <a:bodyPr wrap="square" lIns="76200" tIns="38100" rIns="76200" bIns="38100" anchor="ctr">
            <a:spAutoFit/>
          </a:bodyPr>
          <a:lstStyle/>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Master Data Management </a:t>
            </a:r>
          </a:p>
        </p:txBody>
      </p:sp>
      <p:sp>
        <p:nvSpPr>
          <p:cNvPr id="125" name="Rectangle 124"/>
          <p:cNvSpPr/>
          <p:nvPr/>
        </p:nvSpPr>
        <p:spPr>
          <a:xfrm>
            <a:off x="10589939" y="1130136"/>
            <a:ext cx="1255427"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Metadata Manager</a:t>
            </a:r>
          </a:p>
        </p:txBody>
      </p:sp>
      <p:cxnSp>
        <p:nvCxnSpPr>
          <p:cNvPr id="19" name="Straight Connector 18"/>
          <p:cNvCxnSpPr/>
          <p:nvPr/>
        </p:nvCxnSpPr>
        <p:spPr>
          <a:xfrm>
            <a:off x="5356324" y="1105761"/>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p:nvPr/>
        </p:nvCxnSpPr>
        <p:spPr>
          <a:xfrm>
            <a:off x="6803745" y="1105761"/>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p:cNvCxnSpPr/>
          <p:nvPr/>
        </p:nvCxnSpPr>
        <p:spPr>
          <a:xfrm>
            <a:off x="8733644" y="1105761"/>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p:cNvCxnSpPr/>
          <p:nvPr/>
        </p:nvCxnSpPr>
        <p:spPr>
          <a:xfrm>
            <a:off x="10523877" y="1105761"/>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34" name="Rectangle 133"/>
          <p:cNvSpPr/>
          <p:nvPr/>
        </p:nvSpPr>
        <p:spPr>
          <a:xfrm>
            <a:off x="2682613" y="2228275"/>
            <a:ext cx="1351963" cy="463268"/>
          </a:xfrm>
          <a:prstGeom prst="rect">
            <a:avLst/>
          </a:prstGeom>
        </p:spPr>
        <p:txBody>
          <a:bodyPr wrap="square" lIns="76200" tIns="38100" rIns="76200" bIns="38100">
            <a:spAutoFit/>
          </a:bodyPr>
          <a:lstStyle/>
          <a:p>
            <a:pPr algn="ctr">
              <a:lnSpc>
                <a:spcPts val="1500"/>
              </a:lnSpc>
            </a:pPr>
            <a:r>
              <a:rPr lang="en-US" sz="1467" b="1" dirty="0">
                <a:latin typeface="Calibri" panose="020F0502020204030204" pitchFamily="34" charset="0"/>
                <a:cs typeface="Calibri" panose="020F0502020204030204" pitchFamily="34" charset="0"/>
              </a:rPr>
              <a:t>Design, Build, Test &amp; Deploy</a:t>
            </a:r>
          </a:p>
        </p:txBody>
      </p:sp>
      <p:sp>
        <p:nvSpPr>
          <p:cNvPr id="142" name="Rectangle 141"/>
          <p:cNvSpPr/>
          <p:nvPr/>
        </p:nvSpPr>
        <p:spPr>
          <a:xfrm>
            <a:off x="2971838" y="2991711"/>
            <a:ext cx="1180257" cy="463268"/>
          </a:xfrm>
          <a:prstGeom prst="rect">
            <a:avLst/>
          </a:prstGeom>
        </p:spPr>
        <p:txBody>
          <a:bodyPr wrap="square" lIns="76200" tIns="38100" rIns="76200" bIns="38100">
            <a:spAutoFit/>
          </a:bodyPr>
          <a:lstStyle/>
          <a:p>
            <a:pPr algn="ctr">
              <a:lnSpc>
                <a:spcPts val="1500"/>
              </a:lnSpc>
            </a:pPr>
            <a:r>
              <a:rPr lang="en-US" sz="1467" b="1" dirty="0">
                <a:latin typeface="Calibri" panose="020F0502020204030204" pitchFamily="34" charset="0"/>
                <a:cs typeface="Calibri" panose="020F0502020204030204" pitchFamily="34" charset="0"/>
              </a:rPr>
              <a:t>Migrations &amp; Upgrades</a:t>
            </a:r>
          </a:p>
        </p:txBody>
      </p:sp>
      <p:sp>
        <p:nvSpPr>
          <p:cNvPr id="143" name="Rectangle 142"/>
          <p:cNvSpPr/>
          <p:nvPr/>
        </p:nvSpPr>
        <p:spPr>
          <a:xfrm>
            <a:off x="2571621" y="3955477"/>
            <a:ext cx="1326945" cy="270908"/>
          </a:xfrm>
          <a:prstGeom prst="rect">
            <a:avLst/>
          </a:prstGeom>
        </p:spPr>
        <p:txBody>
          <a:bodyPr wrap="square" lIns="76200" tIns="38100" rIns="76200" bIns="38100">
            <a:spAutoFit/>
          </a:bodyPr>
          <a:lstStyle/>
          <a:p>
            <a:pPr algn="ctr">
              <a:lnSpc>
                <a:spcPts val="1500"/>
              </a:lnSpc>
            </a:pPr>
            <a:r>
              <a:rPr lang="en-US" sz="1467" b="1" dirty="0">
                <a:latin typeface="Calibri" panose="020F0502020204030204" pitchFamily="34" charset="0"/>
                <a:cs typeface="Calibri" panose="020F0502020204030204" pitchFamily="34" charset="0"/>
              </a:rPr>
              <a:t>Consulting</a:t>
            </a:r>
          </a:p>
        </p:txBody>
      </p:sp>
      <p:sp>
        <p:nvSpPr>
          <p:cNvPr id="144" name="Rectangle 143"/>
          <p:cNvSpPr/>
          <p:nvPr/>
        </p:nvSpPr>
        <p:spPr>
          <a:xfrm>
            <a:off x="2029714" y="4663888"/>
            <a:ext cx="1207601" cy="463268"/>
          </a:xfrm>
          <a:prstGeom prst="rect">
            <a:avLst/>
          </a:prstGeom>
        </p:spPr>
        <p:txBody>
          <a:bodyPr wrap="square" lIns="76200" tIns="38100" rIns="76200" bIns="38100">
            <a:spAutoFit/>
          </a:bodyPr>
          <a:lstStyle/>
          <a:p>
            <a:pPr>
              <a:lnSpc>
                <a:spcPts val="1500"/>
              </a:lnSpc>
            </a:pPr>
            <a:r>
              <a:rPr lang="en-US" sz="1467" b="1" dirty="0">
                <a:latin typeface="Calibri" panose="020F0502020204030204" pitchFamily="34" charset="0"/>
                <a:cs typeface="Calibri" panose="020F0502020204030204" pitchFamily="34" charset="0"/>
              </a:rPr>
              <a:t>Maintenance Support</a:t>
            </a:r>
          </a:p>
        </p:txBody>
      </p:sp>
      <p:sp>
        <p:nvSpPr>
          <p:cNvPr id="145" name="Rectangle 144"/>
          <p:cNvSpPr/>
          <p:nvPr/>
        </p:nvSpPr>
        <p:spPr>
          <a:xfrm>
            <a:off x="4441319" y="1866086"/>
            <a:ext cx="1377557" cy="261610"/>
          </a:xfrm>
          <a:prstGeom prst="rect">
            <a:avLst/>
          </a:prstGeom>
        </p:spPr>
        <p:txBody>
          <a:bodyPr wrap="none" lIns="76200" tIns="38100" rIns="76200" bIns="38100">
            <a:spAutoFit/>
          </a:bodyPr>
          <a:lstStyle/>
          <a:p>
            <a:pPr algn="ctr" defTabSz="457053"/>
            <a:r>
              <a:rPr lang="en-US" sz="1200" b="1" dirty="0">
                <a:solidFill>
                  <a:srgbClr val="141414"/>
                </a:solidFill>
                <a:latin typeface="Calibri" panose="020F0502020204030204" pitchFamily="34" charset="0"/>
              </a:rPr>
              <a:t>Delivery Excellence</a:t>
            </a:r>
          </a:p>
        </p:txBody>
      </p:sp>
      <p:sp>
        <p:nvSpPr>
          <p:cNvPr id="146" name="Rectangle 145"/>
          <p:cNvSpPr/>
          <p:nvPr/>
        </p:nvSpPr>
        <p:spPr>
          <a:xfrm>
            <a:off x="5364001" y="2923620"/>
            <a:ext cx="1763110" cy="261610"/>
          </a:xfrm>
          <a:prstGeom prst="rect">
            <a:avLst/>
          </a:prstGeom>
        </p:spPr>
        <p:txBody>
          <a:bodyPr wrap="none" lIns="76200" tIns="38100" rIns="76200" bIns="38100">
            <a:spAutoFit/>
          </a:bodyPr>
          <a:lstStyle/>
          <a:p>
            <a:pPr algn="ctr" defTabSz="457053"/>
            <a:r>
              <a:rPr lang="en-US" sz="1200" b="1" dirty="0">
                <a:solidFill>
                  <a:srgbClr val="141414"/>
                </a:solidFill>
                <a:latin typeface="Calibri" panose="020F0502020204030204" pitchFamily="34" charset="0"/>
              </a:rPr>
              <a:t>Migrations and Upgrades</a:t>
            </a:r>
          </a:p>
        </p:txBody>
      </p:sp>
      <p:sp>
        <p:nvSpPr>
          <p:cNvPr id="147" name="Rectangle 146"/>
          <p:cNvSpPr/>
          <p:nvPr/>
        </p:nvSpPr>
        <p:spPr>
          <a:xfrm>
            <a:off x="5188275" y="3996237"/>
            <a:ext cx="1724511" cy="261610"/>
          </a:xfrm>
          <a:prstGeom prst="rect">
            <a:avLst/>
          </a:prstGeom>
        </p:spPr>
        <p:txBody>
          <a:bodyPr wrap="none" lIns="76200" tIns="38100" rIns="76200" bIns="38100">
            <a:spAutoFit/>
          </a:bodyPr>
          <a:lstStyle/>
          <a:p>
            <a:pPr algn="ctr" defTabSz="457053"/>
            <a:r>
              <a:rPr lang="en-US" sz="1200" b="1" dirty="0">
                <a:solidFill>
                  <a:srgbClr val="141414"/>
                </a:solidFill>
                <a:latin typeface="Calibri" panose="020F0502020204030204" pitchFamily="34" charset="0"/>
              </a:rPr>
              <a:t>Strategy and Foundation</a:t>
            </a:r>
          </a:p>
        </p:txBody>
      </p:sp>
      <p:sp>
        <p:nvSpPr>
          <p:cNvPr id="148" name="Rectangle 147"/>
          <p:cNvSpPr/>
          <p:nvPr/>
        </p:nvSpPr>
        <p:spPr>
          <a:xfrm>
            <a:off x="3244016" y="5044477"/>
            <a:ext cx="2730939" cy="261610"/>
          </a:xfrm>
          <a:prstGeom prst="rect">
            <a:avLst/>
          </a:prstGeom>
        </p:spPr>
        <p:txBody>
          <a:bodyPr wrap="none" lIns="76200" tIns="38100" rIns="76200" bIns="38100">
            <a:spAutoFit/>
          </a:bodyPr>
          <a:lstStyle/>
          <a:p>
            <a:pPr algn="ctr" defTabSz="457053"/>
            <a:r>
              <a:rPr lang="en-US" sz="1200" b="1" dirty="0">
                <a:solidFill>
                  <a:srgbClr val="141414"/>
                </a:solidFill>
                <a:latin typeface="Calibri" panose="020F0502020204030204" pitchFamily="34" charset="0"/>
              </a:rPr>
              <a:t>Continuous Integration and Deployment</a:t>
            </a:r>
          </a:p>
        </p:txBody>
      </p:sp>
      <p:sp>
        <p:nvSpPr>
          <p:cNvPr id="149" name="Rectangle 148"/>
          <p:cNvSpPr/>
          <p:nvPr/>
        </p:nvSpPr>
        <p:spPr>
          <a:xfrm>
            <a:off x="4521611" y="2401793"/>
            <a:ext cx="1083925" cy="232949"/>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Data Lake</a:t>
            </a:r>
            <a:endParaRPr lang="de-DE" altLang="en-US" sz="1067" b="1" dirty="0">
              <a:solidFill>
                <a:srgbClr val="000000"/>
              </a:solidFill>
              <a:ea typeface="Verdana" pitchFamily="34" charset="0"/>
              <a:cs typeface="Verdana" pitchFamily="34" charset="0"/>
            </a:endParaRPr>
          </a:p>
        </p:txBody>
      </p:sp>
      <p:sp>
        <p:nvSpPr>
          <p:cNvPr id="150" name="Rectangle 149"/>
          <p:cNvSpPr/>
          <p:nvPr/>
        </p:nvSpPr>
        <p:spPr>
          <a:xfrm>
            <a:off x="6113784" y="2401791"/>
            <a:ext cx="1404225"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Data Quality, Reference Data </a:t>
            </a:r>
          </a:p>
        </p:txBody>
      </p:sp>
      <p:sp>
        <p:nvSpPr>
          <p:cNvPr id="151" name="Rectangle 150"/>
          <p:cNvSpPr/>
          <p:nvPr/>
        </p:nvSpPr>
        <p:spPr>
          <a:xfrm>
            <a:off x="8435329" y="2263120"/>
            <a:ext cx="1505449" cy="388953"/>
          </a:xfrm>
          <a:prstGeom prst="rect">
            <a:avLst/>
          </a:prstGeom>
        </p:spPr>
        <p:txBody>
          <a:bodyPr wrap="square" lIns="76200" tIns="38100" rIns="76200" bIns="38100" anchor="ctr">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Lineage, Metadata Management</a:t>
            </a:r>
          </a:p>
        </p:txBody>
      </p:sp>
      <p:cxnSp>
        <p:nvCxnSpPr>
          <p:cNvPr id="152" name="Straight Connector 151"/>
          <p:cNvCxnSpPr/>
          <p:nvPr/>
        </p:nvCxnSpPr>
        <p:spPr>
          <a:xfrm>
            <a:off x="5809915" y="2195195"/>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53" name="Straight Connector 152"/>
          <p:cNvCxnSpPr/>
          <p:nvPr/>
        </p:nvCxnSpPr>
        <p:spPr>
          <a:xfrm>
            <a:off x="7991715" y="2195195"/>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55" name="Rectangle 154"/>
          <p:cNvSpPr/>
          <p:nvPr/>
        </p:nvSpPr>
        <p:spPr>
          <a:xfrm>
            <a:off x="4237060" y="3302943"/>
            <a:ext cx="1495125" cy="232949"/>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Talend Upgrades </a:t>
            </a:r>
          </a:p>
        </p:txBody>
      </p:sp>
      <p:sp>
        <p:nvSpPr>
          <p:cNvPr id="156" name="Rectangle 155"/>
          <p:cNvSpPr/>
          <p:nvPr/>
        </p:nvSpPr>
        <p:spPr>
          <a:xfrm>
            <a:off x="5938270" y="3246440"/>
            <a:ext cx="1755249"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Informatica, DataStage, Ab initio Migrations </a:t>
            </a:r>
            <a:endParaRPr lang="de-DE" altLang="en-US" sz="1067" b="1" dirty="0">
              <a:solidFill>
                <a:srgbClr val="000000"/>
              </a:solidFill>
              <a:ea typeface="Verdana" pitchFamily="34" charset="0"/>
              <a:cs typeface="Verdana" pitchFamily="34" charset="0"/>
            </a:endParaRPr>
          </a:p>
        </p:txBody>
      </p:sp>
      <p:sp>
        <p:nvSpPr>
          <p:cNvPr id="157" name="Rectangle 156"/>
          <p:cNvSpPr/>
          <p:nvPr/>
        </p:nvSpPr>
        <p:spPr>
          <a:xfrm>
            <a:off x="7836305" y="3295315"/>
            <a:ext cx="1853625" cy="232949"/>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Data Migration</a:t>
            </a:r>
          </a:p>
        </p:txBody>
      </p:sp>
      <p:sp>
        <p:nvSpPr>
          <p:cNvPr id="158" name="Rectangle 157"/>
          <p:cNvSpPr/>
          <p:nvPr/>
        </p:nvSpPr>
        <p:spPr>
          <a:xfrm>
            <a:off x="9837828" y="3222555"/>
            <a:ext cx="2065481"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Migration / Upgrade </a:t>
            </a:r>
          </a:p>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Testing </a:t>
            </a:r>
          </a:p>
        </p:txBody>
      </p:sp>
      <p:cxnSp>
        <p:nvCxnSpPr>
          <p:cNvPr id="159" name="Straight Connector 158"/>
          <p:cNvCxnSpPr/>
          <p:nvPr/>
        </p:nvCxnSpPr>
        <p:spPr>
          <a:xfrm>
            <a:off x="5973147" y="3218640"/>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60" name="Straight Connector 159"/>
          <p:cNvCxnSpPr/>
          <p:nvPr/>
        </p:nvCxnSpPr>
        <p:spPr>
          <a:xfrm>
            <a:off x="7764904" y="3218640"/>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61" name="Straight Connector 160"/>
          <p:cNvCxnSpPr/>
          <p:nvPr/>
        </p:nvCxnSpPr>
        <p:spPr>
          <a:xfrm>
            <a:off x="9763872" y="3218640"/>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rot="16200000">
            <a:off x="1235337" y="1045777"/>
            <a:ext cx="3182447" cy="4506891"/>
          </a:xfrm>
          <a:prstGeom prst="rect">
            <a:avLst/>
          </a:prstGeom>
          <a:effectLst/>
        </p:spPr>
        <p:txBody>
          <a:bodyPr spcFirstLastPara="1" wrap="square" lIns="76200" tIns="38100" rIns="76200" bIns="38100" numCol="1">
            <a:prstTxWarp prst="textArchUp">
              <a:avLst>
                <a:gd name="adj" fmla="val 12056508"/>
              </a:avLst>
            </a:prstTxWarp>
            <a:spAutoFit/>
          </a:bodyPr>
          <a:lstStyle/>
          <a:p>
            <a:pPr algn="ctr" defTabSz="609386"/>
            <a:r>
              <a:rPr lang="en-US" sz="1467" b="1" dirty="0">
                <a:solidFill>
                  <a:srgbClr val="141414"/>
                </a:solidFill>
                <a:latin typeface="Calibri" panose="020F0502020204030204" pitchFamily="34" charset="0"/>
                <a:ea typeface="ＭＳ Ｐゴシック" pitchFamily="34" charset="-128"/>
                <a:cs typeface="Calibri" pitchFamily="34" charset="0"/>
              </a:rPr>
              <a:t>About  Talend Capabilities</a:t>
            </a:r>
          </a:p>
        </p:txBody>
      </p:sp>
      <p:sp>
        <p:nvSpPr>
          <p:cNvPr id="189" name="Rectangle 188"/>
          <p:cNvSpPr/>
          <p:nvPr/>
        </p:nvSpPr>
        <p:spPr>
          <a:xfrm>
            <a:off x="4003339" y="4352772"/>
            <a:ext cx="1821716" cy="232949"/>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Architecture Definition</a:t>
            </a:r>
          </a:p>
        </p:txBody>
      </p:sp>
      <p:sp>
        <p:nvSpPr>
          <p:cNvPr id="190" name="Rectangle 189"/>
          <p:cNvSpPr/>
          <p:nvPr/>
        </p:nvSpPr>
        <p:spPr>
          <a:xfrm>
            <a:off x="5947759" y="4352769"/>
            <a:ext cx="1229684"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Infrastructure Sizing</a:t>
            </a:r>
          </a:p>
        </p:txBody>
      </p:sp>
      <p:sp>
        <p:nvSpPr>
          <p:cNvPr id="191" name="Rectangle 190"/>
          <p:cNvSpPr/>
          <p:nvPr/>
        </p:nvSpPr>
        <p:spPr>
          <a:xfrm>
            <a:off x="7223152" y="4354627"/>
            <a:ext cx="2142344"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Performance </a:t>
            </a:r>
          </a:p>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Optimisation</a:t>
            </a:r>
          </a:p>
        </p:txBody>
      </p:sp>
      <p:sp>
        <p:nvSpPr>
          <p:cNvPr id="193" name="Rectangle 192"/>
          <p:cNvSpPr/>
          <p:nvPr/>
        </p:nvSpPr>
        <p:spPr>
          <a:xfrm>
            <a:off x="9259605" y="4354627"/>
            <a:ext cx="1264279"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Migration </a:t>
            </a:r>
          </a:p>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Strategy</a:t>
            </a:r>
          </a:p>
        </p:txBody>
      </p:sp>
      <p:sp>
        <p:nvSpPr>
          <p:cNvPr id="194" name="Rectangle 193"/>
          <p:cNvSpPr/>
          <p:nvPr/>
        </p:nvSpPr>
        <p:spPr>
          <a:xfrm>
            <a:off x="10592720" y="4371493"/>
            <a:ext cx="1341265" cy="232949"/>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Data Lake</a:t>
            </a:r>
          </a:p>
        </p:txBody>
      </p:sp>
      <p:cxnSp>
        <p:nvCxnSpPr>
          <p:cNvPr id="195" name="Straight Connector 194"/>
          <p:cNvCxnSpPr/>
          <p:nvPr/>
        </p:nvCxnSpPr>
        <p:spPr>
          <a:xfrm>
            <a:off x="5947755" y="4271860"/>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96" name="Straight Connector 195"/>
          <p:cNvCxnSpPr/>
          <p:nvPr/>
        </p:nvCxnSpPr>
        <p:spPr>
          <a:xfrm>
            <a:off x="7344391" y="4271860"/>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97" name="Straight Connector 196"/>
          <p:cNvCxnSpPr/>
          <p:nvPr/>
        </p:nvCxnSpPr>
        <p:spPr>
          <a:xfrm>
            <a:off x="9312377" y="4271860"/>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98" name="Straight Connector 197"/>
          <p:cNvCxnSpPr/>
          <p:nvPr/>
        </p:nvCxnSpPr>
        <p:spPr>
          <a:xfrm>
            <a:off x="10594744" y="4271860"/>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99" name="Rectangle 198"/>
          <p:cNvSpPr/>
          <p:nvPr/>
        </p:nvSpPr>
        <p:spPr>
          <a:xfrm>
            <a:off x="2946585" y="5435716"/>
            <a:ext cx="1429665" cy="232949"/>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DevOps </a:t>
            </a:r>
          </a:p>
        </p:txBody>
      </p:sp>
      <p:sp>
        <p:nvSpPr>
          <p:cNvPr id="200" name="Rectangle 199"/>
          <p:cNvSpPr/>
          <p:nvPr/>
        </p:nvSpPr>
        <p:spPr>
          <a:xfrm>
            <a:off x="4651069" y="5395179"/>
            <a:ext cx="1429665"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24x7 Support  &amp; Enhancements</a:t>
            </a:r>
          </a:p>
        </p:txBody>
      </p:sp>
      <p:sp>
        <p:nvSpPr>
          <p:cNvPr id="201" name="Rectangle 200"/>
          <p:cNvSpPr/>
          <p:nvPr/>
        </p:nvSpPr>
        <p:spPr>
          <a:xfrm>
            <a:off x="6157888" y="5449791"/>
            <a:ext cx="1970112"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Offshore, Near </a:t>
            </a:r>
          </a:p>
          <a:p>
            <a:pPr algn="ctr" eaLnBrk="0" fontAlgn="base" hangingPunct="0">
              <a:lnSpc>
                <a:spcPct val="95000"/>
              </a:lnSpc>
              <a:spcBef>
                <a:spcPct val="0"/>
              </a:spcBef>
              <a:spcAft>
                <a:spcPct val="0"/>
              </a:spcAft>
            </a:pPr>
            <a:r>
              <a:rPr lang="en-US" altLang="en-US" sz="1067" b="1" dirty="0">
                <a:solidFill>
                  <a:srgbClr val="000000"/>
                </a:solidFill>
                <a:ea typeface="Verdana" pitchFamily="34" charset="0"/>
                <a:cs typeface="Verdana" pitchFamily="34" charset="0"/>
              </a:rPr>
              <a:t>Shore Support</a:t>
            </a:r>
          </a:p>
        </p:txBody>
      </p:sp>
      <p:sp>
        <p:nvSpPr>
          <p:cNvPr id="202" name="Rectangle 201"/>
          <p:cNvSpPr/>
          <p:nvPr/>
        </p:nvSpPr>
        <p:spPr>
          <a:xfrm>
            <a:off x="8311187" y="5449791"/>
            <a:ext cx="1239215"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Administration, Shared Services</a:t>
            </a:r>
          </a:p>
        </p:txBody>
      </p:sp>
      <p:sp>
        <p:nvSpPr>
          <p:cNvPr id="204" name="Rectangle 203"/>
          <p:cNvSpPr/>
          <p:nvPr/>
        </p:nvSpPr>
        <p:spPr>
          <a:xfrm>
            <a:off x="10363200" y="5462764"/>
            <a:ext cx="1150339" cy="232949"/>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Training, Labs</a:t>
            </a:r>
          </a:p>
        </p:txBody>
      </p:sp>
      <p:cxnSp>
        <p:nvCxnSpPr>
          <p:cNvPr id="205" name="Straight Connector 204"/>
          <p:cNvCxnSpPr/>
          <p:nvPr/>
        </p:nvCxnSpPr>
        <p:spPr>
          <a:xfrm>
            <a:off x="4673600" y="5351773"/>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206" name="Straight Connector 205"/>
          <p:cNvCxnSpPr/>
          <p:nvPr/>
        </p:nvCxnSpPr>
        <p:spPr>
          <a:xfrm>
            <a:off x="6299200" y="5351773"/>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207" name="Straight Connector 206"/>
          <p:cNvCxnSpPr/>
          <p:nvPr/>
        </p:nvCxnSpPr>
        <p:spPr>
          <a:xfrm>
            <a:off x="8331200" y="5351773"/>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208" name="Straight Connector 207"/>
          <p:cNvCxnSpPr/>
          <p:nvPr/>
        </p:nvCxnSpPr>
        <p:spPr>
          <a:xfrm>
            <a:off x="9855200" y="5351773"/>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92" name="Straight Connector 91"/>
          <p:cNvCxnSpPr/>
          <p:nvPr/>
        </p:nvCxnSpPr>
        <p:spPr>
          <a:xfrm>
            <a:off x="9855200" y="2235607"/>
            <a:ext cx="0" cy="500671"/>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9855206" y="2228275"/>
            <a:ext cx="2065481" cy="388953"/>
          </a:xfrm>
          <a:prstGeom prst="rect">
            <a:avLst/>
          </a:prstGeom>
        </p:spPr>
        <p:txBody>
          <a:bodyPr wrap="square" lIns="76200" tIns="38100" rIns="76200" bIns="38100">
            <a:spAutoFit/>
          </a:bodyPr>
          <a:lstStyle/>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Legacy </a:t>
            </a:r>
          </a:p>
          <a:p>
            <a:pPr algn="ctr" eaLnBrk="0" fontAlgn="base" hangingPunct="0">
              <a:lnSpc>
                <a:spcPct val="95000"/>
              </a:lnSpc>
              <a:spcBef>
                <a:spcPct val="0"/>
              </a:spcBef>
              <a:spcAft>
                <a:spcPct val="0"/>
              </a:spcAft>
            </a:pPr>
            <a:r>
              <a:rPr lang="de-DE" altLang="en-US" sz="1067" b="1" dirty="0">
                <a:solidFill>
                  <a:srgbClr val="000000"/>
                </a:solidFill>
                <a:ea typeface="Verdana" pitchFamily="34" charset="0"/>
                <a:cs typeface="Verdana" pitchFamily="34" charset="0"/>
              </a:rPr>
              <a:t>Modernisation</a:t>
            </a:r>
            <a:endParaRPr lang="en-US" altLang="en-US" sz="1067" b="1" dirty="0">
              <a:solidFill>
                <a:srgbClr val="000000"/>
              </a:solidFill>
              <a:ea typeface="Verdana" pitchFamily="34" charset="0"/>
              <a:cs typeface="Verdana" pitchFamily="34" charset="0"/>
            </a:endParaRPr>
          </a:p>
        </p:txBody>
      </p:sp>
      <p:pic>
        <p:nvPicPr>
          <p:cNvPr id="76" name="Picture 3" descr="F:\Sight Spectrum\Marketing &amp; Sales\Talend Logo.png"/>
          <p:cNvPicPr>
            <a:picLocks noChangeAspect="1" noChangeArrowheads="1"/>
          </p:cNvPicPr>
          <p:nvPr/>
        </p:nvPicPr>
        <p:blipFill>
          <a:blip r:embed="rId3"/>
          <a:srcRect/>
          <a:stretch>
            <a:fillRect/>
          </a:stretch>
        </p:blipFill>
        <p:spPr bwMode="auto">
          <a:xfrm>
            <a:off x="933909" y="3127357"/>
            <a:ext cx="1689396" cy="408535"/>
          </a:xfrm>
          <a:prstGeom prst="rect">
            <a:avLst/>
          </a:prstGeom>
          <a:noFill/>
        </p:spPr>
      </p:pic>
      <p:grpSp>
        <p:nvGrpSpPr>
          <p:cNvPr id="2" name="Group 1">
            <a:extLst>
              <a:ext uri="{FF2B5EF4-FFF2-40B4-BE49-F238E27FC236}">
                <a16:creationId xmlns:a16="http://schemas.microsoft.com/office/drawing/2014/main" id="{2C653AB1-2A4C-41C5-A2BF-8B81792E86ED}"/>
              </a:ext>
            </a:extLst>
          </p:cNvPr>
          <p:cNvGrpSpPr/>
          <p:nvPr/>
        </p:nvGrpSpPr>
        <p:grpSpPr>
          <a:xfrm>
            <a:off x="107674" y="5141185"/>
            <a:ext cx="3056005" cy="1718806"/>
            <a:chOff x="107674" y="5141185"/>
            <a:chExt cx="3056005" cy="1718806"/>
          </a:xfrm>
        </p:grpSpPr>
        <p:grpSp>
          <p:nvGrpSpPr>
            <p:cNvPr id="77" name="Group 76">
              <a:extLst>
                <a:ext uri="{FF2B5EF4-FFF2-40B4-BE49-F238E27FC236}">
                  <a16:creationId xmlns:a16="http://schemas.microsoft.com/office/drawing/2014/main" id="{2EAD9C69-ED65-40BF-A04D-CDEDAA88380B}"/>
                </a:ext>
              </a:extLst>
            </p:cNvPr>
            <p:cNvGrpSpPr/>
            <p:nvPr/>
          </p:nvGrpSpPr>
          <p:grpSpPr>
            <a:xfrm>
              <a:off x="107674" y="5498606"/>
              <a:ext cx="980659" cy="957251"/>
              <a:chOff x="7235235" y="3519283"/>
              <a:chExt cx="1127715" cy="1127178"/>
            </a:xfrm>
          </p:grpSpPr>
          <p:sp>
            <p:nvSpPr>
              <p:cNvPr id="78" name="Oval 182">
                <a:extLst>
                  <a:ext uri="{FF2B5EF4-FFF2-40B4-BE49-F238E27FC236}">
                    <a16:creationId xmlns:a16="http://schemas.microsoft.com/office/drawing/2014/main" id="{B2F518BA-7A39-4B52-B509-632963FEBCB5}"/>
                  </a:ext>
                </a:extLst>
              </p:cNvPr>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accent2">
                  <a:lumMod val="75000"/>
                </a:schemeClr>
              </a:solidFill>
              <a:ln w="3175" cap="flat" cmpd="sng" algn="ctr">
                <a:solidFill>
                  <a:srgbClr val="50B3CF">
                    <a:lumMod val="60000"/>
                    <a:lumOff val="40000"/>
                  </a:srgbClr>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79" name="Pie 248">
                <a:extLst>
                  <a:ext uri="{FF2B5EF4-FFF2-40B4-BE49-F238E27FC236}">
                    <a16:creationId xmlns:a16="http://schemas.microsoft.com/office/drawing/2014/main" id="{D94248DB-2545-48D2-8916-AA8EABC3890E}"/>
                  </a:ext>
                </a:extLst>
              </p:cNvPr>
              <p:cNvSpPr/>
              <p:nvPr/>
            </p:nvSpPr>
            <p:spPr>
              <a:xfrm>
                <a:off x="7235235" y="3519283"/>
                <a:ext cx="1126118" cy="1126118"/>
              </a:xfrm>
              <a:prstGeom prst="pie">
                <a:avLst>
                  <a:gd name="adj1" fmla="val 3948139"/>
                  <a:gd name="adj2" fmla="val 10698159"/>
                </a:avLst>
              </a:prstGeom>
              <a:solidFill>
                <a:schemeClr val="accent2">
                  <a:lumMod val="75000"/>
                </a:schemeClr>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80" name="Pie 249">
                <a:extLst>
                  <a:ext uri="{FF2B5EF4-FFF2-40B4-BE49-F238E27FC236}">
                    <a16:creationId xmlns:a16="http://schemas.microsoft.com/office/drawing/2014/main" id="{F4068FFD-F6F3-49F6-A74C-6A023D0ACE46}"/>
                  </a:ext>
                </a:extLst>
              </p:cNvPr>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81" name="Oval 80">
                <a:extLst>
                  <a:ext uri="{FF2B5EF4-FFF2-40B4-BE49-F238E27FC236}">
                    <a16:creationId xmlns:a16="http://schemas.microsoft.com/office/drawing/2014/main" id="{FB97BDAC-4C5D-4CB3-BFF3-180B3748FBE2}"/>
                  </a:ext>
                </a:extLst>
              </p:cNvPr>
              <p:cNvSpPr/>
              <p:nvPr/>
            </p:nvSpPr>
            <p:spPr>
              <a:xfrm>
                <a:off x="7325539" y="3609051"/>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82" name="Oval 81">
                <a:extLst>
                  <a:ext uri="{FF2B5EF4-FFF2-40B4-BE49-F238E27FC236}">
                    <a16:creationId xmlns:a16="http://schemas.microsoft.com/office/drawing/2014/main" id="{AD076B8A-AC6D-42DF-B067-CBC817852D1A}"/>
                  </a:ext>
                </a:extLst>
              </p:cNvPr>
              <p:cNvSpPr/>
              <p:nvPr/>
            </p:nvSpPr>
            <p:spPr>
              <a:xfrm>
                <a:off x="7406657"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83" name="Rektangel 76">
              <a:extLst>
                <a:ext uri="{FF2B5EF4-FFF2-40B4-BE49-F238E27FC236}">
                  <a16:creationId xmlns:a16="http://schemas.microsoft.com/office/drawing/2014/main" id="{AD54E4F5-7B19-4638-B273-2C23B65A099E}"/>
                </a:ext>
              </a:extLst>
            </p:cNvPr>
            <p:cNvSpPr>
              <a:spLocks noChangeArrowheads="1"/>
            </p:cNvSpPr>
            <p:nvPr/>
          </p:nvSpPr>
          <p:spPr bwMode="auto">
            <a:xfrm>
              <a:off x="130909" y="6439235"/>
              <a:ext cx="1123829" cy="420756"/>
            </a:xfrm>
            <a:prstGeom prst="rect">
              <a:avLst/>
            </a:prstGeom>
            <a:noFill/>
            <a:ln w="9525">
              <a:noFill/>
              <a:miter lim="800000"/>
              <a:headEnd/>
              <a:tailEnd/>
            </a:ln>
          </p:spPr>
          <p:txBody>
            <a:bodyPr wrap="square" lIns="0" rIns="0">
              <a:spAutoFit/>
            </a:bodyPr>
            <a:lstStyle/>
            <a:p>
              <a:pPr algn="ctr" defTabSz="1300170">
                <a:defRPr/>
              </a:pPr>
              <a:r>
                <a:rPr lang="en-US" sz="1067" b="1" kern="0" noProof="1">
                  <a:solidFill>
                    <a:schemeClr val="tx2"/>
                  </a:solidFill>
                  <a:cs typeface="Calibri" panose="020F0502020204030204" pitchFamily="34" charset="0"/>
                </a:rPr>
                <a:t>Trained Practitioners</a:t>
              </a:r>
              <a:endParaRPr lang="da-DK" sz="1067" b="1" kern="0" dirty="0">
                <a:solidFill>
                  <a:schemeClr val="tx2"/>
                </a:solidFill>
                <a:cs typeface="Calibri" panose="020F0502020204030204" pitchFamily="34" charset="0"/>
              </a:endParaRPr>
            </a:p>
          </p:txBody>
        </p:sp>
        <p:sp>
          <p:nvSpPr>
            <p:cNvPr id="84" name="Rektangel 76">
              <a:extLst>
                <a:ext uri="{FF2B5EF4-FFF2-40B4-BE49-F238E27FC236}">
                  <a16:creationId xmlns:a16="http://schemas.microsoft.com/office/drawing/2014/main" id="{F8F1928D-07B2-4735-892E-35FCE5F8BD13}"/>
                </a:ext>
              </a:extLst>
            </p:cNvPr>
            <p:cNvSpPr>
              <a:spLocks noChangeArrowheads="1"/>
            </p:cNvSpPr>
            <p:nvPr/>
          </p:nvSpPr>
          <p:spPr bwMode="auto">
            <a:xfrm>
              <a:off x="1264384" y="6530100"/>
              <a:ext cx="788887" cy="284183"/>
            </a:xfrm>
            <a:prstGeom prst="rect">
              <a:avLst/>
            </a:prstGeom>
            <a:noFill/>
            <a:ln w="9525">
              <a:noFill/>
              <a:miter lim="800000"/>
              <a:headEnd/>
              <a:tailEnd/>
            </a:ln>
          </p:spPr>
          <p:txBody>
            <a:bodyPr wrap="square" lIns="0" tIns="0" rIns="0" bIns="0">
              <a:noAutofit/>
            </a:bodyPr>
            <a:lstStyle/>
            <a:p>
              <a:pPr algn="ctr" defTabSz="1300170">
                <a:lnSpc>
                  <a:spcPts val="1200"/>
                </a:lnSpc>
                <a:defRPr/>
              </a:pPr>
              <a:r>
                <a:rPr lang="en-US" sz="1067" b="1" kern="0" noProof="1">
                  <a:solidFill>
                    <a:schemeClr val="tx2"/>
                  </a:solidFill>
                  <a:cs typeface="Calibri" panose="020F0502020204030204" pitchFamily="34" charset="0"/>
                </a:rPr>
                <a:t>Projects</a:t>
              </a:r>
              <a:endParaRPr lang="da-DK" sz="1067" b="1" kern="0" dirty="0">
                <a:solidFill>
                  <a:schemeClr val="tx2"/>
                </a:solidFill>
                <a:cs typeface="Calibri" panose="020F0502020204030204" pitchFamily="34" charset="0"/>
              </a:endParaRPr>
            </a:p>
          </p:txBody>
        </p:sp>
        <p:pic>
          <p:nvPicPr>
            <p:cNvPr id="85" name="Picture 84">
              <a:extLst>
                <a:ext uri="{FF2B5EF4-FFF2-40B4-BE49-F238E27FC236}">
                  <a16:creationId xmlns:a16="http://schemas.microsoft.com/office/drawing/2014/main" id="{B49F0F32-C95D-473C-B780-2EB802A67BE8}"/>
                </a:ext>
              </a:extLst>
            </p:cNvPr>
            <p:cNvPicPr>
              <a:picLocks noChangeAspect="1"/>
            </p:cNvPicPr>
            <p:nvPr/>
          </p:nvPicPr>
          <p:blipFill>
            <a:blip r:embed="rId4" cstate="email">
              <a:clrChange>
                <a:clrFrom>
                  <a:srgbClr val="FFFFFF"/>
                </a:clrFrom>
                <a:clrTo>
                  <a:srgbClr val="FFFFFF">
                    <a:alpha val="0"/>
                  </a:srgbClr>
                </a:clrTo>
              </a:clrChange>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30909" y="5182702"/>
              <a:ext cx="393336" cy="301816"/>
            </a:xfrm>
            <a:prstGeom prst="rect">
              <a:avLst/>
            </a:prstGeom>
          </p:spPr>
        </p:pic>
        <p:pic>
          <p:nvPicPr>
            <p:cNvPr id="86" name="Picture 85">
              <a:extLst>
                <a:ext uri="{FF2B5EF4-FFF2-40B4-BE49-F238E27FC236}">
                  <a16:creationId xmlns:a16="http://schemas.microsoft.com/office/drawing/2014/main" id="{3BBD66CE-E65A-4F20-86B9-9D89FFDCFEFA}"/>
                </a:ext>
              </a:extLst>
            </p:cNvPr>
            <p:cNvPicPr>
              <a:picLocks noChangeAspect="1"/>
            </p:cNvPicPr>
            <p:nvPr/>
          </p:nvPicPr>
          <p:blipFill>
            <a:blip r:embed="rId5" cstate="email">
              <a:duotone>
                <a:prstClr val="black"/>
                <a:schemeClr val="accent2">
                  <a:tint val="45000"/>
                  <a:satMod val="400000"/>
                </a:schemeClr>
              </a:duoton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a:ext>
              </a:extLst>
            </a:blip>
            <a:stretch>
              <a:fillRect/>
            </a:stretch>
          </p:blipFill>
          <p:spPr>
            <a:xfrm>
              <a:off x="1192592" y="5141185"/>
              <a:ext cx="355195" cy="372387"/>
            </a:xfrm>
            <a:prstGeom prst="rect">
              <a:avLst/>
            </a:prstGeom>
          </p:spPr>
        </p:pic>
        <p:grpSp>
          <p:nvGrpSpPr>
            <p:cNvPr id="87" name="Group 86">
              <a:extLst>
                <a:ext uri="{FF2B5EF4-FFF2-40B4-BE49-F238E27FC236}">
                  <a16:creationId xmlns:a16="http://schemas.microsoft.com/office/drawing/2014/main" id="{1C6F50F0-5453-4EC8-8E02-5D9FC5C6B822}"/>
                </a:ext>
              </a:extLst>
            </p:cNvPr>
            <p:cNvGrpSpPr/>
            <p:nvPr/>
          </p:nvGrpSpPr>
          <p:grpSpPr>
            <a:xfrm>
              <a:off x="1130284" y="5498606"/>
              <a:ext cx="980659" cy="957251"/>
              <a:chOff x="7235235" y="3519283"/>
              <a:chExt cx="1127715" cy="1127178"/>
            </a:xfrm>
          </p:grpSpPr>
          <p:sp>
            <p:nvSpPr>
              <p:cNvPr id="88" name="Oval 182">
                <a:extLst>
                  <a:ext uri="{FF2B5EF4-FFF2-40B4-BE49-F238E27FC236}">
                    <a16:creationId xmlns:a16="http://schemas.microsoft.com/office/drawing/2014/main" id="{7C438C53-6548-40C5-B748-B7E8AB7EE01C}"/>
                  </a:ext>
                </a:extLst>
              </p:cNvPr>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tx2"/>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89" name="Pie 243">
                <a:extLst>
                  <a:ext uri="{FF2B5EF4-FFF2-40B4-BE49-F238E27FC236}">
                    <a16:creationId xmlns:a16="http://schemas.microsoft.com/office/drawing/2014/main" id="{563195B3-EE78-4C5D-A228-7EE392EC3E9D}"/>
                  </a:ext>
                </a:extLst>
              </p:cNvPr>
              <p:cNvSpPr/>
              <p:nvPr/>
            </p:nvSpPr>
            <p:spPr>
              <a:xfrm>
                <a:off x="7235235" y="3519283"/>
                <a:ext cx="1126118" cy="1126118"/>
              </a:xfrm>
              <a:prstGeom prst="pie">
                <a:avLst>
                  <a:gd name="adj1" fmla="val 3948139"/>
                  <a:gd name="adj2" fmla="val 1069815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0" name="Pie 244">
                <a:extLst>
                  <a:ext uri="{FF2B5EF4-FFF2-40B4-BE49-F238E27FC236}">
                    <a16:creationId xmlns:a16="http://schemas.microsoft.com/office/drawing/2014/main" id="{9B410A41-860C-45A2-93B5-5A748750CE77}"/>
                  </a:ext>
                </a:extLst>
              </p:cNvPr>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1" name="Oval 90">
                <a:extLst>
                  <a:ext uri="{FF2B5EF4-FFF2-40B4-BE49-F238E27FC236}">
                    <a16:creationId xmlns:a16="http://schemas.microsoft.com/office/drawing/2014/main" id="{10D76CCC-5469-40C8-8718-515014E1B208}"/>
                  </a:ext>
                </a:extLst>
              </p:cNvPr>
              <p:cNvSpPr/>
              <p:nvPr/>
            </p:nvSpPr>
            <p:spPr>
              <a:xfrm>
                <a:off x="7326107" y="3592568"/>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94" name="Oval 93">
                <a:extLst>
                  <a:ext uri="{FF2B5EF4-FFF2-40B4-BE49-F238E27FC236}">
                    <a16:creationId xmlns:a16="http://schemas.microsoft.com/office/drawing/2014/main" id="{15B7D25E-3E0C-4D35-8029-C8BA38F55CE7}"/>
                  </a:ext>
                </a:extLst>
              </p:cNvPr>
              <p:cNvSpPr/>
              <p:nvPr/>
            </p:nvSpPr>
            <p:spPr>
              <a:xfrm>
                <a:off x="7422032"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95" name="Rectangle 94">
              <a:extLst>
                <a:ext uri="{FF2B5EF4-FFF2-40B4-BE49-F238E27FC236}">
                  <a16:creationId xmlns:a16="http://schemas.microsoft.com/office/drawing/2014/main" id="{C118F94C-ACB4-46A9-BFC1-65F00EA34170}"/>
                </a:ext>
              </a:extLst>
            </p:cNvPr>
            <p:cNvSpPr/>
            <p:nvPr/>
          </p:nvSpPr>
          <p:spPr>
            <a:xfrm>
              <a:off x="401316" y="5843280"/>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50+  </a:t>
              </a:r>
            </a:p>
          </p:txBody>
        </p:sp>
        <p:sp>
          <p:nvSpPr>
            <p:cNvPr id="96" name="Rektangel 76">
              <a:extLst>
                <a:ext uri="{FF2B5EF4-FFF2-40B4-BE49-F238E27FC236}">
                  <a16:creationId xmlns:a16="http://schemas.microsoft.com/office/drawing/2014/main" id="{7305ED94-B8FD-4FE8-8532-F2CB9438194A}"/>
                </a:ext>
              </a:extLst>
            </p:cNvPr>
            <p:cNvSpPr>
              <a:spLocks noChangeArrowheads="1"/>
            </p:cNvSpPr>
            <p:nvPr/>
          </p:nvSpPr>
          <p:spPr bwMode="auto">
            <a:xfrm>
              <a:off x="2109554" y="6511478"/>
              <a:ext cx="989210" cy="314237"/>
            </a:xfrm>
            <a:prstGeom prst="rect">
              <a:avLst/>
            </a:prstGeom>
            <a:noFill/>
            <a:ln w="9525">
              <a:noFill/>
              <a:miter lim="800000"/>
              <a:headEnd/>
              <a:tailEnd/>
            </a:ln>
          </p:spPr>
          <p:txBody>
            <a:bodyPr wrap="square" lIns="0" tIns="0" rIns="0" bIns="0">
              <a:noAutofit/>
            </a:bodyPr>
            <a:lstStyle/>
            <a:p>
              <a:pPr algn="ctr" defTabSz="1300170">
                <a:lnSpc>
                  <a:spcPts val="1200"/>
                </a:lnSpc>
                <a:defRPr/>
              </a:pPr>
              <a:r>
                <a:rPr lang="en-US" sz="1067" b="1" kern="0" noProof="1">
                  <a:solidFill>
                    <a:schemeClr val="tx2"/>
                  </a:solidFill>
                  <a:cs typeface="Calibri" panose="020F0502020204030204" pitchFamily="34" charset="0"/>
                </a:rPr>
                <a:t>Certified</a:t>
              </a:r>
            </a:p>
            <a:p>
              <a:pPr algn="ctr" defTabSz="1300170">
                <a:lnSpc>
                  <a:spcPts val="1200"/>
                </a:lnSpc>
                <a:defRPr/>
              </a:pPr>
              <a:r>
                <a:rPr lang="en-US" sz="1067" b="1" kern="0" noProof="1">
                  <a:solidFill>
                    <a:schemeClr val="tx2"/>
                  </a:solidFill>
                  <a:cs typeface="Calibri" panose="020F0502020204030204" pitchFamily="34" charset="0"/>
                </a:rPr>
                <a:t>Professionals</a:t>
              </a:r>
            </a:p>
          </p:txBody>
        </p:sp>
        <p:sp>
          <p:nvSpPr>
            <p:cNvPr id="97" name="Rectangle 96">
              <a:extLst>
                <a:ext uri="{FF2B5EF4-FFF2-40B4-BE49-F238E27FC236}">
                  <a16:creationId xmlns:a16="http://schemas.microsoft.com/office/drawing/2014/main" id="{6F5AADB7-2099-4A7D-804C-6876BA53A66C}"/>
                </a:ext>
              </a:extLst>
            </p:cNvPr>
            <p:cNvSpPr/>
            <p:nvPr/>
          </p:nvSpPr>
          <p:spPr>
            <a:xfrm>
              <a:off x="1385695" y="5777619"/>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9 </a:t>
              </a:r>
            </a:p>
          </p:txBody>
        </p:sp>
        <p:pic>
          <p:nvPicPr>
            <p:cNvPr id="98" name="Picture 97">
              <a:extLst>
                <a:ext uri="{FF2B5EF4-FFF2-40B4-BE49-F238E27FC236}">
                  <a16:creationId xmlns:a16="http://schemas.microsoft.com/office/drawing/2014/main" id="{D752D88C-4AFA-46C8-AD15-88D7CF2ED327}"/>
                </a:ext>
              </a:extLst>
            </p:cNvPr>
            <p:cNvPicPr>
              <a:picLocks noChangeAspect="1"/>
            </p:cNvPicPr>
            <p:nvPr/>
          </p:nvPicPr>
          <p:blipFill>
            <a:blip r:embed="rId4" cstate="email">
              <a:clrChange>
                <a:clrFrom>
                  <a:srgbClr val="FFFFFF"/>
                </a:clrFrom>
                <a:clrTo>
                  <a:srgbClr val="FFFFFF">
                    <a:alpha val="0"/>
                  </a:srgbClr>
                </a:clrTo>
              </a:clrChange>
              <a:biLevel thresh="75000"/>
              <a:extLst>
                <a:ext uri="{28A0092B-C50C-407E-A947-70E740481C1C}">
                  <a14:useLocalDpi xmlns:a14="http://schemas.microsoft.com/office/drawing/2010/main"/>
                </a:ext>
              </a:extLst>
            </a:blip>
            <a:stretch>
              <a:fillRect/>
            </a:stretch>
          </p:blipFill>
          <p:spPr>
            <a:xfrm>
              <a:off x="2220354" y="5184655"/>
              <a:ext cx="393336" cy="301816"/>
            </a:xfrm>
            <a:prstGeom prst="rect">
              <a:avLst/>
            </a:prstGeom>
          </p:spPr>
        </p:pic>
        <p:grpSp>
          <p:nvGrpSpPr>
            <p:cNvPr id="99" name="Group 98">
              <a:extLst>
                <a:ext uri="{FF2B5EF4-FFF2-40B4-BE49-F238E27FC236}">
                  <a16:creationId xmlns:a16="http://schemas.microsoft.com/office/drawing/2014/main" id="{0CE7DFC2-0716-4A1A-9308-85444EB57F1A}"/>
                </a:ext>
              </a:extLst>
            </p:cNvPr>
            <p:cNvGrpSpPr/>
            <p:nvPr/>
          </p:nvGrpSpPr>
          <p:grpSpPr>
            <a:xfrm>
              <a:off x="2183020" y="5481836"/>
              <a:ext cx="980659" cy="957251"/>
              <a:chOff x="7235235" y="3519283"/>
              <a:chExt cx="1127715" cy="1127178"/>
            </a:xfrm>
          </p:grpSpPr>
          <p:sp>
            <p:nvSpPr>
              <p:cNvPr id="101" name="Oval 182">
                <a:extLst>
                  <a:ext uri="{FF2B5EF4-FFF2-40B4-BE49-F238E27FC236}">
                    <a16:creationId xmlns:a16="http://schemas.microsoft.com/office/drawing/2014/main" id="{CCAB0B7A-8F9B-405D-9D00-B6638B76102D}"/>
                  </a:ext>
                </a:extLst>
              </p:cNvPr>
              <p:cNvSpPr/>
              <p:nvPr/>
            </p:nvSpPr>
            <p:spPr>
              <a:xfrm>
                <a:off x="7326107" y="3562534"/>
                <a:ext cx="944830" cy="1022918"/>
              </a:xfrm>
              <a:custGeom>
                <a:avLst/>
                <a:gdLst>
                  <a:gd name="connsiteX0" fmla="*/ 0 w 1032582"/>
                  <a:gd name="connsiteY0" fmla="*/ 516289 h 1032578"/>
                  <a:gd name="connsiteX1" fmla="*/ 516291 w 1032582"/>
                  <a:gd name="connsiteY1" fmla="*/ 0 h 1032578"/>
                  <a:gd name="connsiteX2" fmla="*/ 1032582 w 1032582"/>
                  <a:gd name="connsiteY2" fmla="*/ 516289 h 1032578"/>
                  <a:gd name="connsiteX3" fmla="*/ 516291 w 1032582"/>
                  <a:gd name="connsiteY3" fmla="*/ 1032578 h 1032578"/>
                  <a:gd name="connsiteX4" fmla="*/ 0 w 1032582"/>
                  <a:gd name="connsiteY4" fmla="*/ 516289 h 1032578"/>
                  <a:gd name="connsiteX0" fmla="*/ 0 w 999245"/>
                  <a:gd name="connsiteY0" fmla="*/ 516291 h 1032582"/>
                  <a:gd name="connsiteX1" fmla="*/ 516291 w 999245"/>
                  <a:gd name="connsiteY1" fmla="*/ 2 h 1032582"/>
                  <a:gd name="connsiteX2" fmla="*/ 999245 w 999245"/>
                  <a:gd name="connsiteY2" fmla="*/ 511529 h 1032582"/>
                  <a:gd name="connsiteX3" fmla="*/ 516291 w 999245"/>
                  <a:gd name="connsiteY3" fmla="*/ 1032580 h 1032582"/>
                  <a:gd name="connsiteX4" fmla="*/ 0 w 999245"/>
                  <a:gd name="connsiteY4" fmla="*/ 516291 h 1032582"/>
                  <a:gd name="connsiteX0" fmla="*/ 0 w 999245"/>
                  <a:gd name="connsiteY0" fmla="*/ 516291 h 1034596"/>
                  <a:gd name="connsiteX1" fmla="*/ 516291 w 999245"/>
                  <a:gd name="connsiteY1" fmla="*/ 2 h 1034596"/>
                  <a:gd name="connsiteX2" fmla="*/ 999245 w 999245"/>
                  <a:gd name="connsiteY2" fmla="*/ 511529 h 1034596"/>
                  <a:gd name="connsiteX3" fmla="*/ 516291 w 999245"/>
                  <a:gd name="connsiteY3" fmla="*/ 1032580 h 1034596"/>
                  <a:gd name="connsiteX4" fmla="*/ 0 w 999245"/>
                  <a:gd name="connsiteY4" fmla="*/ 516291 h 1034596"/>
                  <a:gd name="connsiteX0" fmla="*/ 0 w 994483"/>
                  <a:gd name="connsiteY0" fmla="*/ 516291 h 1032582"/>
                  <a:gd name="connsiteX1" fmla="*/ 516291 w 994483"/>
                  <a:gd name="connsiteY1" fmla="*/ 2 h 1032582"/>
                  <a:gd name="connsiteX2" fmla="*/ 994483 w 994483"/>
                  <a:gd name="connsiteY2" fmla="*/ 511529 h 1032582"/>
                  <a:gd name="connsiteX3" fmla="*/ 516291 w 994483"/>
                  <a:gd name="connsiteY3" fmla="*/ 1032580 h 1032582"/>
                  <a:gd name="connsiteX4" fmla="*/ 0 w 994483"/>
                  <a:gd name="connsiteY4" fmla="*/ 516291 h 1032582"/>
                  <a:gd name="connsiteX0" fmla="*/ 0 w 994483"/>
                  <a:gd name="connsiteY0" fmla="*/ 516291 h 1040648"/>
                  <a:gd name="connsiteX1" fmla="*/ 516291 w 994483"/>
                  <a:gd name="connsiteY1" fmla="*/ 2 h 1040648"/>
                  <a:gd name="connsiteX2" fmla="*/ 994483 w 994483"/>
                  <a:gd name="connsiteY2" fmla="*/ 511529 h 1040648"/>
                  <a:gd name="connsiteX3" fmla="*/ 516291 w 994483"/>
                  <a:gd name="connsiteY3" fmla="*/ 1032580 h 1040648"/>
                  <a:gd name="connsiteX4" fmla="*/ 0 w 994483"/>
                  <a:gd name="connsiteY4" fmla="*/ 516291 h 1040648"/>
                  <a:gd name="connsiteX0" fmla="*/ 0 w 994483"/>
                  <a:gd name="connsiteY0" fmla="*/ 516291 h 1037694"/>
                  <a:gd name="connsiteX1" fmla="*/ 516291 w 994483"/>
                  <a:gd name="connsiteY1" fmla="*/ 2 h 1037694"/>
                  <a:gd name="connsiteX2" fmla="*/ 994483 w 994483"/>
                  <a:gd name="connsiteY2" fmla="*/ 511529 h 1037694"/>
                  <a:gd name="connsiteX3" fmla="*/ 516291 w 994483"/>
                  <a:gd name="connsiteY3" fmla="*/ 1032580 h 1037694"/>
                  <a:gd name="connsiteX4" fmla="*/ 0 w 994483"/>
                  <a:gd name="connsiteY4" fmla="*/ 516291 h 1037694"/>
                  <a:gd name="connsiteX0" fmla="*/ 0 w 994483"/>
                  <a:gd name="connsiteY0" fmla="*/ 516291 h 1033103"/>
                  <a:gd name="connsiteX1" fmla="*/ 516291 w 994483"/>
                  <a:gd name="connsiteY1" fmla="*/ 2 h 1033103"/>
                  <a:gd name="connsiteX2" fmla="*/ 994483 w 994483"/>
                  <a:gd name="connsiteY2" fmla="*/ 511529 h 1033103"/>
                  <a:gd name="connsiteX3" fmla="*/ 516291 w 994483"/>
                  <a:gd name="connsiteY3" fmla="*/ 1032580 h 1033103"/>
                  <a:gd name="connsiteX4" fmla="*/ 0 w 994483"/>
                  <a:gd name="connsiteY4" fmla="*/ 516291 h 1033103"/>
                  <a:gd name="connsiteX0" fmla="*/ 33 w 994516"/>
                  <a:gd name="connsiteY0" fmla="*/ 516291 h 1028349"/>
                  <a:gd name="connsiteX1" fmla="*/ 516324 w 994516"/>
                  <a:gd name="connsiteY1" fmla="*/ 2 h 1028349"/>
                  <a:gd name="connsiteX2" fmla="*/ 994516 w 994516"/>
                  <a:gd name="connsiteY2" fmla="*/ 511529 h 1028349"/>
                  <a:gd name="connsiteX3" fmla="*/ 540136 w 994516"/>
                  <a:gd name="connsiteY3" fmla="*/ 1027817 h 1028349"/>
                  <a:gd name="connsiteX4" fmla="*/ 33 w 994516"/>
                  <a:gd name="connsiteY4" fmla="*/ 516291 h 1028349"/>
                  <a:gd name="connsiteX0" fmla="*/ 38 w 946896"/>
                  <a:gd name="connsiteY0" fmla="*/ 516291 h 1027818"/>
                  <a:gd name="connsiteX1" fmla="*/ 468704 w 946896"/>
                  <a:gd name="connsiteY1" fmla="*/ 2 h 1027818"/>
                  <a:gd name="connsiteX2" fmla="*/ 946896 w 946896"/>
                  <a:gd name="connsiteY2" fmla="*/ 511529 h 1027818"/>
                  <a:gd name="connsiteX3" fmla="*/ 492516 w 946896"/>
                  <a:gd name="connsiteY3" fmla="*/ 1027817 h 1027818"/>
                  <a:gd name="connsiteX4" fmla="*/ 38 w 946896"/>
                  <a:gd name="connsiteY4" fmla="*/ 516291 h 1027818"/>
                  <a:gd name="connsiteX0" fmla="*/ 95 w 946953"/>
                  <a:gd name="connsiteY0" fmla="*/ 516659 h 1028186"/>
                  <a:gd name="connsiteX1" fmla="*/ 468761 w 946953"/>
                  <a:gd name="connsiteY1" fmla="*/ 370 h 1028186"/>
                  <a:gd name="connsiteX2" fmla="*/ 946953 w 946953"/>
                  <a:gd name="connsiteY2" fmla="*/ 511897 h 1028186"/>
                  <a:gd name="connsiteX3" fmla="*/ 492573 w 946953"/>
                  <a:gd name="connsiteY3" fmla="*/ 1028185 h 1028186"/>
                  <a:gd name="connsiteX4" fmla="*/ 95 w 946953"/>
                  <a:gd name="connsiteY4" fmla="*/ 516659 h 1028186"/>
                  <a:gd name="connsiteX0" fmla="*/ 135 w 946993"/>
                  <a:gd name="connsiteY0" fmla="*/ 516448 h 1027975"/>
                  <a:gd name="connsiteX1" fmla="*/ 468801 w 946993"/>
                  <a:gd name="connsiteY1" fmla="*/ 159 h 1027975"/>
                  <a:gd name="connsiteX2" fmla="*/ 946993 w 946993"/>
                  <a:gd name="connsiteY2" fmla="*/ 511686 h 1027975"/>
                  <a:gd name="connsiteX3" fmla="*/ 492613 w 946993"/>
                  <a:gd name="connsiteY3" fmla="*/ 1027974 h 1027975"/>
                  <a:gd name="connsiteX4" fmla="*/ 135 w 946993"/>
                  <a:gd name="connsiteY4" fmla="*/ 516448 h 1027975"/>
                  <a:gd name="connsiteX0" fmla="*/ 36 w 951656"/>
                  <a:gd name="connsiteY0" fmla="*/ 525833 h 1027846"/>
                  <a:gd name="connsiteX1" fmla="*/ 473464 w 951656"/>
                  <a:gd name="connsiteY1" fmla="*/ 19 h 1027846"/>
                  <a:gd name="connsiteX2" fmla="*/ 951656 w 951656"/>
                  <a:gd name="connsiteY2" fmla="*/ 511546 h 1027846"/>
                  <a:gd name="connsiteX3" fmla="*/ 497276 w 951656"/>
                  <a:gd name="connsiteY3" fmla="*/ 1027834 h 1027846"/>
                  <a:gd name="connsiteX4" fmla="*/ 36 w 951656"/>
                  <a:gd name="connsiteY4" fmla="*/ 525833 h 1027846"/>
                  <a:gd name="connsiteX0" fmla="*/ 3217 w 954837"/>
                  <a:gd name="connsiteY0" fmla="*/ 516309 h 1018322"/>
                  <a:gd name="connsiteX1" fmla="*/ 319483 w 954837"/>
                  <a:gd name="connsiteY1" fmla="*/ 20 h 1018322"/>
                  <a:gd name="connsiteX2" fmla="*/ 954837 w 954837"/>
                  <a:gd name="connsiteY2" fmla="*/ 502022 h 1018322"/>
                  <a:gd name="connsiteX3" fmla="*/ 500457 w 954837"/>
                  <a:gd name="connsiteY3" fmla="*/ 1018310 h 1018322"/>
                  <a:gd name="connsiteX4" fmla="*/ 3217 w 954837"/>
                  <a:gd name="connsiteY4" fmla="*/ 516309 h 1018322"/>
                  <a:gd name="connsiteX0" fmla="*/ 4310 w 955930"/>
                  <a:gd name="connsiteY0" fmla="*/ 516309 h 1013559"/>
                  <a:gd name="connsiteX1" fmla="*/ 320576 w 955930"/>
                  <a:gd name="connsiteY1" fmla="*/ 20 h 1013559"/>
                  <a:gd name="connsiteX2" fmla="*/ 955930 w 955930"/>
                  <a:gd name="connsiteY2" fmla="*/ 502022 h 1013559"/>
                  <a:gd name="connsiteX3" fmla="*/ 534887 w 955930"/>
                  <a:gd name="connsiteY3" fmla="*/ 1013547 h 1013559"/>
                  <a:gd name="connsiteX4" fmla="*/ 4310 w 955930"/>
                  <a:gd name="connsiteY4" fmla="*/ 516309 h 1013559"/>
                  <a:gd name="connsiteX0" fmla="*/ 4310 w 955930"/>
                  <a:gd name="connsiteY0" fmla="*/ 516309 h 1016821"/>
                  <a:gd name="connsiteX1" fmla="*/ 320576 w 955930"/>
                  <a:gd name="connsiteY1" fmla="*/ 20 h 1016821"/>
                  <a:gd name="connsiteX2" fmla="*/ 955930 w 955930"/>
                  <a:gd name="connsiteY2" fmla="*/ 502022 h 1016821"/>
                  <a:gd name="connsiteX3" fmla="*/ 534887 w 955930"/>
                  <a:gd name="connsiteY3" fmla="*/ 1013547 h 1016821"/>
                  <a:gd name="connsiteX4" fmla="*/ 4310 w 955930"/>
                  <a:gd name="connsiteY4" fmla="*/ 516309 h 1016821"/>
                  <a:gd name="connsiteX0" fmla="*/ 3672 w 955292"/>
                  <a:gd name="connsiteY0" fmla="*/ 516309 h 1012112"/>
                  <a:gd name="connsiteX1" fmla="*/ 319938 w 955292"/>
                  <a:gd name="connsiteY1" fmla="*/ 20 h 1012112"/>
                  <a:gd name="connsiteX2" fmla="*/ 955292 w 955292"/>
                  <a:gd name="connsiteY2" fmla="*/ 502022 h 1012112"/>
                  <a:gd name="connsiteX3" fmla="*/ 515199 w 955292"/>
                  <a:gd name="connsiteY3" fmla="*/ 1008785 h 1012112"/>
                  <a:gd name="connsiteX4" fmla="*/ 3672 w 955292"/>
                  <a:gd name="connsiteY4" fmla="*/ 516309 h 1012112"/>
                  <a:gd name="connsiteX0" fmla="*/ 3666 w 952905"/>
                  <a:gd name="connsiteY0" fmla="*/ 516309 h 1008797"/>
                  <a:gd name="connsiteX1" fmla="*/ 319932 w 952905"/>
                  <a:gd name="connsiteY1" fmla="*/ 20 h 1008797"/>
                  <a:gd name="connsiteX2" fmla="*/ 952905 w 952905"/>
                  <a:gd name="connsiteY2" fmla="*/ 502022 h 1008797"/>
                  <a:gd name="connsiteX3" fmla="*/ 515193 w 952905"/>
                  <a:gd name="connsiteY3" fmla="*/ 1008785 h 1008797"/>
                  <a:gd name="connsiteX4" fmla="*/ 3666 w 952905"/>
                  <a:gd name="connsiteY4" fmla="*/ 516309 h 1008797"/>
                  <a:gd name="connsiteX0" fmla="*/ 3666 w 952905"/>
                  <a:gd name="connsiteY0" fmla="*/ 516309 h 1009843"/>
                  <a:gd name="connsiteX1" fmla="*/ 319932 w 952905"/>
                  <a:gd name="connsiteY1" fmla="*/ 20 h 1009843"/>
                  <a:gd name="connsiteX2" fmla="*/ 952905 w 952905"/>
                  <a:gd name="connsiteY2" fmla="*/ 502022 h 1009843"/>
                  <a:gd name="connsiteX3" fmla="*/ 515193 w 952905"/>
                  <a:gd name="connsiteY3" fmla="*/ 1008785 h 1009843"/>
                  <a:gd name="connsiteX4" fmla="*/ 3666 w 952905"/>
                  <a:gd name="connsiteY4" fmla="*/ 516309 h 1009843"/>
                  <a:gd name="connsiteX0" fmla="*/ 3733 w 948210"/>
                  <a:gd name="connsiteY0" fmla="*/ 516309 h 1008797"/>
                  <a:gd name="connsiteX1" fmla="*/ 315237 w 948210"/>
                  <a:gd name="connsiteY1" fmla="*/ 20 h 1008797"/>
                  <a:gd name="connsiteX2" fmla="*/ 948210 w 948210"/>
                  <a:gd name="connsiteY2" fmla="*/ 502022 h 1008797"/>
                  <a:gd name="connsiteX3" fmla="*/ 510498 w 948210"/>
                  <a:gd name="connsiteY3" fmla="*/ 1008785 h 1008797"/>
                  <a:gd name="connsiteX4" fmla="*/ 3733 w 948210"/>
                  <a:gd name="connsiteY4" fmla="*/ 516309 h 1008797"/>
                  <a:gd name="connsiteX0" fmla="*/ 4663 w 949140"/>
                  <a:gd name="connsiteY0" fmla="*/ 516336 h 1008824"/>
                  <a:gd name="connsiteX1" fmla="*/ 316167 w 949140"/>
                  <a:gd name="connsiteY1" fmla="*/ 47 h 1008824"/>
                  <a:gd name="connsiteX2" fmla="*/ 949140 w 949140"/>
                  <a:gd name="connsiteY2" fmla="*/ 502049 h 1008824"/>
                  <a:gd name="connsiteX3" fmla="*/ 511428 w 949140"/>
                  <a:gd name="connsiteY3" fmla="*/ 1008812 h 1008824"/>
                  <a:gd name="connsiteX4" fmla="*/ 4663 w 949140"/>
                  <a:gd name="connsiteY4" fmla="*/ 516336 h 1008824"/>
                  <a:gd name="connsiteX0" fmla="*/ 5502 w 949979"/>
                  <a:gd name="connsiteY0" fmla="*/ 516578 h 1009066"/>
                  <a:gd name="connsiteX1" fmla="*/ 317006 w 949979"/>
                  <a:gd name="connsiteY1" fmla="*/ 289 h 1009066"/>
                  <a:gd name="connsiteX2" fmla="*/ 949979 w 949979"/>
                  <a:gd name="connsiteY2" fmla="*/ 502291 h 1009066"/>
                  <a:gd name="connsiteX3" fmla="*/ 512267 w 949979"/>
                  <a:gd name="connsiteY3" fmla="*/ 1009054 h 1009066"/>
                  <a:gd name="connsiteX4" fmla="*/ 5502 w 949979"/>
                  <a:gd name="connsiteY4" fmla="*/ 516578 h 1009066"/>
                  <a:gd name="connsiteX0" fmla="*/ 4783 w 949260"/>
                  <a:gd name="connsiteY0" fmla="*/ 495177 h 987665"/>
                  <a:gd name="connsiteX1" fmla="*/ 325812 w 949260"/>
                  <a:gd name="connsiteY1" fmla="*/ 319 h 987665"/>
                  <a:gd name="connsiteX2" fmla="*/ 949260 w 949260"/>
                  <a:gd name="connsiteY2" fmla="*/ 480890 h 987665"/>
                  <a:gd name="connsiteX3" fmla="*/ 511548 w 949260"/>
                  <a:gd name="connsiteY3" fmla="*/ 987653 h 987665"/>
                  <a:gd name="connsiteX4" fmla="*/ 4783 w 949260"/>
                  <a:gd name="connsiteY4" fmla="*/ 495177 h 987665"/>
                  <a:gd name="connsiteX0" fmla="*/ 4615 w 949092"/>
                  <a:gd name="connsiteY0" fmla="*/ 488045 h 980533"/>
                  <a:gd name="connsiteX1" fmla="*/ 328025 w 949092"/>
                  <a:gd name="connsiteY1" fmla="*/ 330 h 980533"/>
                  <a:gd name="connsiteX2" fmla="*/ 949092 w 949092"/>
                  <a:gd name="connsiteY2" fmla="*/ 473758 h 980533"/>
                  <a:gd name="connsiteX3" fmla="*/ 511380 w 949092"/>
                  <a:gd name="connsiteY3" fmla="*/ 980521 h 980533"/>
                  <a:gd name="connsiteX4" fmla="*/ 4615 w 949092"/>
                  <a:gd name="connsiteY4" fmla="*/ 488045 h 980533"/>
                  <a:gd name="connsiteX0" fmla="*/ 4615 w 949092"/>
                  <a:gd name="connsiteY0" fmla="*/ 488045 h 980633"/>
                  <a:gd name="connsiteX1" fmla="*/ 328025 w 949092"/>
                  <a:gd name="connsiteY1" fmla="*/ 330 h 980633"/>
                  <a:gd name="connsiteX2" fmla="*/ 949092 w 949092"/>
                  <a:gd name="connsiteY2" fmla="*/ 473758 h 980633"/>
                  <a:gd name="connsiteX3" fmla="*/ 511380 w 949092"/>
                  <a:gd name="connsiteY3" fmla="*/ 980521 h 980633"/>
                  <a:gd name="connsiteX4" fmla="*/ 4615 w 949092"/>
                  <a:gd name="connsiteY4" fmla="*/ 488045 h 980633"/>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4615 w 949092"/>
                  <a:gd name="connsiteY0" fmla="*/ 488045 h 980571"/>
                  <a:gd name="connsiteX1" fmla="*/ 328025 w 949092"/>
                  <a:gd name="connsiteY1" fmla="*/ 330 h 980571"/>
                  <a:gd name="connsiteX2" fmla="*/ 949092 w 949092"/>
                  <a:gd name="connsiteY2" fmla="*/ 473758 h 980571"/>
                  <a:gd name="connsiteX3" fmla="*/ 511380 w 949092"/>
                  <a:gd name="connsiteY3" fmla="*/ 980521 h 980571"/>
                  <a:gd name="connsiteX4" fmla="*/ 4615 w 949092"/>
                  <a:gd name="connsiteY4" fmla="*/ 488045 h 980571"/>
                  <a:gd name="connsiteX0" fmla="*/ 178 w 944655"/>
                  <a:gd name="connsiteY0" fmla="*/ 530391 h 1022918"/>
                  <a:gd name="connsiteX1" fmla="*/ 461396 w 944655"/>
                  <a:gd name="connsiteY1" fmla="*/ 273 h 1022918"/>
                  <a:gd name="connsiteX2" fmla="*/ 944655 w 944655"/>
                  <a:gd name="connsiteY2" fmla="*/ 516104 h 1022918"/>
                  <a:gd name="connsiteX3" fmla="*/ 506943 w 944655"/>
                  <a:gd name="connsiteY3" fmla="*/ 1022867 h 1022918"/>
                  <a:gd name="connsiteX4" fmla="*/ 178 w 944655"/>
                  <a:gd name="connsiteY4" fmla="*/ 530391 h 1022918"/>
                  <a:gd name="connsiteX0" fmla="*/ 301 w 944778"/>
                  <a:gd name="connsiteY0" fmla="*/ 531252 h 1023779"/>
                  <a:gd name="connsiteX1" fmla="*/ 461519 w 944778"/>
                  <a:gd name="connsiteY1" fmla="*/ 1134 h 1023779"/>
                  <a:gd name="connsiteX2" fmla="*/ 944778 w 944778"/>
                  <a:gd name="connsiteY2" fmla="*/ 516965 h 1023779"/>
                  <a:gd name="connsiteX3" fmla="*/ 507066 w 944778"/>
                  <a:gd name="connsiteY3" fmla="*/ 1023728 h 1023779"/>
                  <a:gd name="connsiteX4" fmla="*/ 301 w 944778"/>
                  <a:gd name="connsiteY4" fmla="*/ 531252 h 1023779"/>
                  <a:gd name="connsiteX0" fmla="*/ 351 w 944828"/>
                  <a:gd name="connsiteY0" fmla="*/ 530391 h 1022918"/>
                  <a:gd name="connsiteX1" fmla="*/ 461569 w 944828"/>
                  <a:gd name="connsiteY1" fmla="*/ 273 h 1022918"/>
                  <a:gd name="connsiteX2" fmla="*/ 944828 w 944828"/>
                  <a:gd name="connsiteY2" fmla="*/ 516104 h 1022918"/>
                  <a:gd name="connsiteX3" fmla="*/ 507116 w 944828"/>
                  <a:gd name="connsiteY3" fmla="*/ 1022867 h 1022918"/>
                  <a:gd name="connsiteX4" fmla="*/ 351 w 944828"/>
                  <a:gd name="connsiteY4" fmla="*/ 530391 h 1022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828" h="1022918">
                    <a:moveTo>
                      <a:pt x="351" y="530391"/>
                    </a:moveTo>
                    <a:cubicBezTo>
                      <a:pt x="-7240" y="359959"/>
                      <a:pt x="106665" y="9798"/>
                      <a:pt x="461569" y="273"/>
                    </a:cubicBezTo>
                    <a:cubicBezTo>
                      <a:pt x="816473" y="-9252"/>
                      <a:pt x="944828" y="230965"/>
                      <a:pt x="944828" y="516104"/>
                    </a:cubicBezTo>
                    <a:cubicBezTo>
                      <a:pt x="944828" y="801243"/>
                      <a:pt x="778829" y="1018104"/>
                      <a:pt x="507116" y="1022867"/>
                    </a:cubicBezTo>
                    <a:cubicBezTo>
                      <a:pt x="235403" y="1027630"/>
                      <a:pt x="7942" y="700823"/>
                      <a:pt x="351" y="530391"/>
                    </a:cubicBezTo>
                    <a:close/>
                  </a:path>
                </a:pathLst>
              </a:custGeom>
              <a:solidFill>
                <a:schemeClr val="tx2"/>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102" name="Pie 90">
                <a:extLst>
                  <a:ext uri="{FF2B5EF4-FFF2-40B4-BE49-F238E27FC236}">
                    <a16:creationId xmlns:a16="http://schemas.microsoft.com/office/drawing/2014/main" id="{B69CDDDC-4866-4207-BD76-00BFFA299556}"/>
                  </a:ext>
                </a:extLst>
              </p:cNvPr>
              <p:cNvSpPr/>
              <p:nvPr/>
            </p:nvSpPr>
            <p:spPr>
              <a:xfrm>
                <a:off x="7235235" y="3519283"/>
                <a:ext cx="1126118" cy="1126118"/>
              </a:xfrm>
              <a:prstGeom prst="pie">
                <a:avLst>
                  <a:gd name="adj1" fmla="val 3948139"/>
                  <a:gd name="adj2" fmla="val 1069815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103" name="Pie 91">
                <a:extLst>
                  <a:ext uri="{FF2B5EF4-FFF2-40B4-BE49-F238E27FC236}">
                    <a16:creationId xmlns:a16="http://schemas.microsoft.com/office/drawing/2014/main" id="{3124B0F5-7E32-450F-8950-83EF45CC2B53}"/>
                  </a:ext>
                </a:extLst>
              </p:cNvPr>
              <p:cNvSpPr/>
              <p:nvPr/>
            </p:nvSpPr>
            <p:spPr>
              <a:xfrm>
                <a:off x="7236832" y="3520343"/>
                <a:ext cx="1126118" cy="1126118"/>
              </a:xfrm>
              <a:prstGeom prst="pie">
                <a:avLst>
                  <a:gd name="adj1" fmla="val 16033033"/>
                  <a:gd name="adj2" fmla="val 21566789"/>
                </a:avLst>
              </a:prstGeom>
              <a:solidFill>
                <a:schemeClr val="tx2"/>
              </a:solidFill>
              <a:ln w="9525"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104" name="Oval 103">
                <a:extLst>
                  <a:ext uri="{FF2B5EF4-FFF2-40B4-BE49-F238E27FC236}">
                    <a16:creationId xmlns:a16="http://schemas.microsoft.com/office/drawing/2014/main" id="{DE1FDD97-A3E7-4546-BD67-73FE931EDDFC}"/>
                  </a:ext>
                </a:extLst>
              </p:cNvPr>
              <p:cNvSpPr/>
              <p:nvPr/>
            </p:nvSpPr>
            <p:spPr>
              <a:xfrm>
                <a:off x="7326107" y="3592568"/>
                <a:ext cx="948705" cy="948702"/>
              </a:xfrm>
              <a:prstGeom prst="ellipse">
                <a:avLst/>
              </a:prstGeom>
              <a:solidFill>
                <a:sysClr val="window" lastClr="FFFFFF"/>
              </a:solidFill>
              <a:ln w="3175" cap="flat" cmpd="sng" algn="ctr">
                <a:solidFill>
                  <a:schemeClr val="tx2"/>
                </a:solidFill>
                <a:prstDash val="solid"/>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sp>
            <p:nvSpPr>
              <p:cNvPr id="105" name="Oval 104">
                <a:extLst>
                  <a:ext uri="{FF2B5EF4-FFF2-40B4-BE49-F238E27FC236}">
                    <a16:creationId xmlns:a16="http://schemas.microsoft.com/office/drawing/2014/main" id="{2FC8342F-B16E-45B6-A2D0-A46CD5D8284B}"/>
                  </a:ext>
                </a:extLst>
              </p:cNvPr>
              <p:cNvSpPr/>
              <p:nvPr/>
            </p:nvSpPr>
            <p:spPr>
              <a:xfrm>
                <a:off x="7422032" y="3690169"/>
                <a:ext cx="786467" cy="786467"/>
              </a:xfrm>
              <a:prstGeom prst="ellipse">
                <a:avLst/>
              </a:prstGeom>
              <a:solidFill>
                <a:sysClr val="window" lastClr="FFFFFF"/>
              </a:solidFill>
              <a:ln w="9525" cap="flat" cmpd="sng" algn="ctr">
                <a:noFill/>
                <a:prstDash val="solid"/>
              </a:ln>
              <a:effectLst>
                <a:outerShdw blurRad="50800" dist="38100" dir="2700000" algn="tl" rotWithShape="0">
                  <a:prstClr val="black">
                    <a:alpha val="40000"/>
                  </a:prstClr>
                </a:outerShdw>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609555">
                  <a:defRPr/>
                </a:pPr>
                <a:endParaRPr lang="en-US" sz="2133" kern="0" dirty="0">
                  <a:solidFill>
                    <a:schemeClr val="tx2"/>
                  </a:solidFill>
                  <a:cs typeface="Calibri" panose="020F0502020204030204" pitchFamily="34" charset="0"/>
                </a:endParaRPr>
              </a:p>
            </p:txBody>
          </p:sp>
        </p:grpSp>
        <p:sp>
          <p:nvSpPr>
            <p:cNvPr id="107" name="Rectangle 106">
              <a:extLst>
                <a:ext uri="{FF2B5EF4-FFF2-40B4-BE49-F238E27FC236}">
                  <a16:creationId xmlns:a16="http://schemas.microsoft.com/office/drawing/2014/main" id="{BE66EFC2-7ABA-4208-98F3-5BBAEAEF4FA9}"/>
                </a:ext>
              </a:extLst>
            </p:cNvPr>
            <p:cNvSpPr/>
            <p:nvPr/>
          </p:nvSpPr>
          <p:spPr>
            <a:xfrm>
              <a:off x="2428284" y="5801500"/>
              <a:ext cx="496556" cy="267908"/>
            </a:xfrm>
            <a:prstGeom prst="rect">
              <a:avLst/>
            </a:prstGeom>
          </p:spPr>
          <p:txBody>
            <a:bodyPr wrap="none" lIns="24384" tIns="24384" rIns="24384" bIns="24384" anchor="ctr">
              <a:noAutofit/>
            </a:bodyPr>
            <a:lstStyle/>
            <a:p>
              <a:pPr algn="ctr" defTabSz="1387647">
                <a:defRPr/>
              </a:pPr>
              <a:r>
                <a:rPr lang="en-US" sz="1867" b="1" kern="0" dirty="0">
                  <a:solidFill>
                    <a:schemeClr val="tx2"/>
                  </a:solidFill>
                  <a:cs typeface="Calibri" panose="020F0502020204030204" pitchFamily="34" charset="0"/>
                </a:rPr>
                <a:t>7</a:t>
              </a:r>
            </a:p>
          </p:txBody>
        </p:sp>
      </p:grpSp>
    </p:spTree>
    <p:extLst>
      <p:ext uri="{BB962C8B-B14F-4D97-AF65-F5344CB8AC3E}">
        <p14:creationId xmlns:p14="http://schemas.microsoft.com/office/powerpoint/2010/main" val="2511544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9" name="Group 138">
            <a:extLst>
              <a:ext uri="{FF2B5EF4-FFF2-40B4-BE49-F238E27FC236}">
                <a16:creationId xmlns:a16="http://schemas.microsoft.com/office/drawing/2014/main" id="{6203A1B6-9CD9-A61E-3991-B5EB6CC8679C}"/>
              </a:ext>
            </a:extLst>
          </p:cNvPr>
          <p:cNvGrpSpPr/>
          <p:nvPr/>
        </p:nvGrpSpPr>
        <p:grpSpPr>
          <a:xfrm>
            <a:off x="560301" y="1500101"/>
            <a:ext cx="4614950" cy="1066784"/>
            <a:chOff x="560301" y="1500101"/>
            <a:chExt cx="4614950" cy="1066784"/>
          </a:xfrm>
        </p:grpSpPr>
        <p:sp>
          <p:nvSpPr>
            <p:cNvPr id="2" name="Rectangle 1">
              <a:extLst>
                <a:ext uri="{FF2B5EF4-FFF2-40B4-BE49-F238E27FC236}">
                  <a16:creationId xmlns:a16="http://schemas.microsoft.com/office/drawing/2014/main" id="{DBA528CD-9135-5E49-91A2-BB7D35292A6C}"/>
                </a:ext>
              </a:extLst>
            </p:cNvPr>
            <p:cNvSpPr/>
            <p:nvPr/>
          </p:nvSpPr>
          <p:spPr>
            <a:xfrm>
              <a:off x="671139" y="1597067"/>
              <a:ext cx="4504112" cy="96981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5CD91736-40E4-938D-9A23-FD1F46983BBC}"/>
                </a:ext>
              </a:extLst>
            </p:cNvPr>
            <p:cNvGrpSpPr/>
            <p:nvPr/>
          </p:nvGrpSpPr>
          <p:grpSpPr>
            <a:xfrm>
              <a:off x="560301" y="1500101"/>
              <a:ext cx="4548909" cy="969818"/>
              <a:chOff x="3925455" y="1191491"/>
              <a:chExt cx="4548909" cy="969818"/>
            </a:xfrm>
          </p:grpSpPr>
          <p:sp>
            <p:nvSpPr>
              <p:cNvPr id="7" name="Rectangle 6">
                <a:extLst>
                  <a:ext uri="{FF2B5EF4-FFF2-40B4-BE49-F238E27FC236}">
                    <a16:creationId xmlns:a16="http://schemas.microsoft.com/office/drawing/2014/main" id="{FE9386AC-E046-0B85-B825-86EBF7ED3308}"/>
                  </a:ext>
                </a:extLst>
              </p:cNvPr>
              <p:cNvSpPr/>
              <p:nvPr/>
            </p:nvSpPr>
            <p:spPr>
              <a:xfrm>
                <a:off x="4895271" y="1191491"/>
                <a:ext cx="3579093" cy="969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A214CF1C-3B84-12D3-FD77-BCE94FAA8AB6}"/>
                  </a:ext>
                </a:extLst>
              </p:cNvPr>
              <p:cNvGrpSpPr/>
              <p:nvPr/>
            </p:nvGrpSpPr>
            <p:grpSpPr>
              <a:xfrm>
                <a:off x="3925455" y="1191491"/>
                <a:ext cx="1178646" cy="969818"/>
                <a:chOff x="3925455" y="1191491"/>
                <a:chExt cx="1178646" cy="969818"/>
              </a:xfrm>
            </p:grpSpPr>
            <p:sp>
              <p:nvSpPr>
                <p:cNvPr id="9" name="Rectangle 8">
                  <a:extLst>
                    <a:ext uri="{FF2B5EF4-FFF2-40B4-BE49-F238E27FC236}">
                      <a16:creationId xmlns:a16="http://schemas.microsoft.com/office/drawing/2014/main" id="{1A52F4B5-FFE5-7846-D58B-F968A70A5854}"/>
                    </a:ext>
                  </a:extLst>
                </p:cNvPr>
                <p:cNvSpPr/>
                <p:nvPr/>
              </p:nvSpPr>
              <p:spPr>
                <a:xfrm>
                  <a:off x="3925455" y="1191491"/>
                  <a:ext cx="969818" cy="969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10" name="Isosceles Triangle 9">
                  <a:extLst>
                    <a:ext uri="{FF2B5EF4-FFF2-40B4-BE49-F238E27FC236}">
                      <a16:creationId xmlns:a16="http://schemas.microsoft.com/office/drawing/2014/main" id="{0BD562B1-C278-4E15-7AAE-C7E438AAF218}"/>
                    </a:ext>
                  </a:extLst>
                </p:cNvPr>
                <p:cNvSpPr/>
                <p:nvPr/>
              </p:nvSpPr>
              <p:spPr>
                <a:xfrm rot="5400000">
                  <a:off x="4803124" y="1537059"/>
                  <a:ext cx="323272" cy="2786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38" name="Group 137">
            <a:extLst>
              <a:ext uri="{FF2B5EF4-FFF2-40B4-BE49-F238E27FC236}">
                <a16:creationId xmlns:a16="http://schemas.microsoft.com/office/drawing/2014/main" id="{C460EFFF-A848-B24C-C2EE-0BA9EE2F60E0}"/>
              </a:ext>
            </a:extLst>
          </p:cNvPr>
          <p:cNvGrpSpPr/>
          <p:nvPr/>
        </p:nvGrpSpPr>
        <p:grpSpPr>
          <a:xfrm>
            <a:off x="560301" y="2732492"/>
            <a:ext cx="4614950" cy="1066861"/>
            <a:chOff x="560301" y="2732492"/>
            <a:chExt cx="4614950" cy="1066861"/>
          </a:xfrm>
        </p:grpSpPr>
        <p:sp>
          <p:nvSpPr>
            <p:cNvPr id="3" name="Rectangle 2">
              <a:extLst>
                <a:ext uri="{FF2B5EF4-FFF2-40B4-BE49-F238E27FC236}">
                  <a16:creationId xmlns:a16="http://schemas.microsoft.com/office/drawing/2014/main" id="{FAF3D1EB-0919-3DDF-238A-76DFD57FD2F2}"/>
                </a:ext>
              </a:extLst>
            </p:cNvPr>
            <p:cNvSpPr/>
            <p:nvPr/>
          </p:nvSpPr>
          <p:spPr>
            <a:xfrm>
              <a:off x="671139" y="2829535"/>
              <a:ext cx="4504112" cy="96981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F2938CDB-9C9E-0164-CE14-E4874C9F32AA}"/>
                </a:ext>
              </a:extLst>
            </p:cNvPr>
            <p:cNvGrpSpPr/>
            <p:nvPr/>
          </p:nvGrpSpPr>
          <p:grpSpPr>
            <a:xfrm>
              <a:off x="560301" y="2732492"/>
              <a:ext cx="4548909" cy="969818"/>
              <a:chOff x="3925455" y="1191491"/>
              <a:chExt cx="4548909" cy="969818"/>
            </a:xfrm>
          </p:grpSpPr>
          <p:sp>
            <p:nvSpPr>
              <p:cNvPr id="12" name="Rectangle 11">
                <a:extLst>
                  <a:ext uri="{FF2B5EF4-FFF2-40B4-BE49-F238E27FC236}">
                    <a16:creationId xmlns:a16="http://schemas.microsoft.com/office/drawing/2014/main" id="{487A19E7-3E56-86D9-9490-5BB98E67F5C0}"/>
                  </a:ext>
                </a:extLst>
              </p:cNvPr>
              <p:cNvSpPr/>
              <p:nvPr/>
            </p:nvSpPr>
            <p:spPr>
              <a:xfrm>
                <a:off x="4895271" y="1191491"/>
                <a:ext cx="3579093" cy="969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E28D248C-8001-B7C8-C833-94BBB92A458F}"/>
                  </a:ext>
                </a:extLst>
              </p:cNvPr>
              <p:cNvGrpSpPr/>
              <p:nvPr/>
            </p:nvGrpSpPr>
            <p:grpSpPr>
              <a:xfrm>
                <a:off x="3925455" y="1191491"/>
                <a:ext cx="1178646" cy="969818"/>
                <a:chOff x="3925455" y="1191491"/>
                <a:chExt cx="1178646" cy="969818"/>
              </a:xfrm>
            </p:grpSpPr>
            <p:sp>
              <p:nvSpPr>
                <p:cNvPr id="14" name="Rectangle 13">
                  <a:extLst>
                    <a:ext uri="{FF2B5EF4-FFF2-40B4-BE49-F238E27FC236}">
                      <a16:creationId xmlns:a16="http://schemas.microsoft.com/office/drawing/2014/main" id="{F96179F5-F947-E477-91CA-2A574225BB87}"/>
                    </a:ext>
                  </a:extLst>
                </p:cNvPr>
                <p:cNvSpPr/>
                <p:nvPr/>
              </p:nvSpPr>
              <p:spPr>
                <a:xfrm>
                  <a:off x="3925455" y="1191491"/>
                  <a:ext cx="969818" cy="96981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E95A1B9C-5771-D90D-B338-F66AE00D2B10}"/>
                    </a:ext>
                  </a:extLst>
                </p:cNvPr>
                <p:cNvSpPr/>
                <p:nvPr/>
              </p:nvSpPr>
              <p:spPr>
                <a:xfrm rot="5400000">
                  <a:off x="4803124" y="1537059"/>
                  <a:ext cx="323272" cy="278683"/>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40" name="Group 139">
            <a:extLst>
              <a:ext uri="{FF2B5EF4-FFF2-40B4-BE49-F238E27FC236}">
                <a16:creationId xmlns:a16="http://schemas.microsoft.com/office/drawing/2014/main" id="{A17D3867-FFFE-E1D6-E65F-25A4FB55963E}"/>
              </a:ext>
            </a:extLst>
          </p:cNvPr>
          <p:cNvGrpSpPr/>
          <p:nvPr/>
        </p:nvGrpSpPr>
        <p:grpSpPr>
          <a:xfrm>
            <a:off x="560301" y="3964883"/>
            <a:ext cx="4614950" cy="1066938"/>
            <a:chOff x="560301" y="3964883"/>
            <a:chExt cx="4614950" cy="1066938"/>
          </a:xfrm>
        </p:grpSpPr>
        <p:sp>
          <p:nvSpPr>
            <p:cNvPr id="4" name="Rectangle 3">
              <a:extLst>
                <a:ext uri="{FF2B5EF4-FFF2-40B4-BE49-F238E27FC236}">
                  <a16:creationId xmlns:a16="http://schemas.microsoft.com/office/drawing/2014/main" id="{FEC8239F-1B23-4144-F9A3-CECC351567BE}"/>
                </a:ext>
              </a:extLst>
            </p:cNvPr>
            <p:cNvSpPr/>
            <p:nvPr/>
          </p:nvSpPr>
          <p:spPr>
            <a:xfrm>
              <a:off x="671139" y="4062003"/>
              <a:ext cx="4504112" cy="96981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DC864B9C-0172-71B3-57A1-7F829CC1AB77}"/>
                </a:ext>
              </a:extLst>
            </p:cNvPr>
            <p:cNvGrpSpPr/>
            <p:nvPr/>
          </p:nvGrpSpPr>
          <p:grpSpPr>
            <a:xfrm>
              <a:off x="560301" y="3964883"/>
              <a:ext cx="4548909" cy="969818"/>
              <a:chOff x="3925455" y="1191491"/>
              <a:chExt cx="4548909" cy="969818"/>
            </a:xfrm>
          </p:grpSpPr>
          <p:sp>
            <p:nvSpPr>
              <p:cNvPr id="17" name="Rectangle 16">
                <a:extLst>
                  <a:ext uri="{FF2B5EF4-FFF2-40B4-BE49-F238E27FC236}">
                    <a16:creationId xmlns:a16="http://schemas.microsoft.com/office/drawing/2014/main" id="{E2ED9160-91BE-0315-179C-5CD5E314C4DC}"/>
                  </a:ext>
                </a:extLst>
              </p:cNvPr>
              <p:cNvSpPr/>
              <p:nvPr/>
            </p:nvSpPr>
            <p:spPr>
              <a:xfrm>
                <a:off x="4895271" y="1191491"/>
                <a:ext cx="3579093" cy="969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7B59E8AF-FA13-0770-07B0-F6A14F65E05E}"/>
                  </a:ext>
                </a:extLst>
              </p:cNvPr>
              <p:cNvGrpSpPr/>
              <p:nvPr/>
            </p:nvGrpSpPr>
            <p:grpSpPr>
              <a:xfrm>
                <a:off x="3925455" y="1191491"/>
                <a:ext cx="1178646" cy="969818"/>
                <a:chOff x="3925455" y="1191491"/>
                <a:chExt cx="1178646" cy="969818"/>
              </a:xfrm>
            </p:grpSpPr>
            <p:sp>
              <p:nvSpPr>
                <p:cNvPr id="19" name="Rectangle 18">
                  <a:extLst>
                    <a:ext uri="{FF2B5EF4-FFF2-40B4-BE49-F238E27FC236}">
                      <a16:creationId xmlns:a16="http://schemas.microsoft.com/office/drawing/2014/main" id="{0CE9816D-6B53-7A25-37E1-A804A94B12FA}"/>
                    </a:ext>
                  </a:extLst>
                </p:cNvPr>
                <p:cNvSpPr/>
                <p:nvPr/>
              </p:nvSpPr>
              <p:spPr>
                <a:xfrm>
                  <a:off x="3925455" y="1191491"/>
                  <a:ext cx="969818" cy="96981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20" name="Isosceles Triangle 19">
                  <a:extLst>
                    <a:ext uri="{FF2B5EF4-FFF2-40B4-BE49-F238E27FC236}">
                      <a16:creationId xmlns:a16="http://schemas.microsoft.com/office/drawing/2014/main" id="{66DCFFAE-CB23-97BA-75D6-32DF7623F1CD}"/>
                    </a:ext>
                  </a:extLst>
                </p:cNvPr>
                <p:cNvSpPr/>
                <p:nvPr/>
              </p:nvSpPr>
              <p:spPr>
                <a:xfrm rot="5400000">
                  <a:off x="4803124" y="1537059"/>
                  <a:ext cx="323272" cy="278683"/>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41" name="Group 140">
            <a:extLst>
              <a:ext uri="{FF2B5EF4-FFF2-40B4-BE49-F238E27FC236}">
                <a16:creationId xmlns:a16="http://schemas.microsoft.com/office/drawing/2014/main" id="{A658CBE6-1556-D8D4-BA2C-537A1A2A5341}"/>
              </a:ext>
            </a:extLst>
          </p:cNvPr>
          <p:cNvGrpSpPr/>
          <p:nvPr/>
        </p:nvGrpSpPr>
        <p:grpSpPr>
          <a:xfrm>
            <a:off x="560301" y="5197273"/>
            <a:ext cx="4614949" cy="1067017"/>
            <a:chOff x="560301" y="5197273"/>
            <a:chExt cx="4614949" cy="1067017"/>
          </a:xfrm>
        </p:grpSpPr>
        <p:sp>
          <p:nvSpPr>
            <p:cNvPr id="5" name="Rectangle 4">
              <a:extLst>
                <a:ext uri="{FF2B5EF4-FFF2-40B4-BE49-F238E27FC236}">
                  <a16:creationId xmlns:a16="http://schemas.microsoft.com/office/drawing/2014/main" id="{320BBECA-E0CB-08E5-3EF3-9AE8F91833EC}"/>
                </a:ext>
              </a:extLst>
            </p:cNvPr>
            <p:cNvSpPr/>
            <p:nvPr/>
          </p:nvSpPr>
          <p:spPr>
            <a:xfrm>
              <a:off x="671139" y="5294472"/>
              <a:ext cx="4504111" cy="96981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3E05E88B-9AB5-EABA-EEBA-E19294A6C4C6}"/>
                </a:ext>
              </a:extLst>
            </p:cNvPr>
            <p:cNvGrpSpPr/>
            <p:nvPr/>
          </p:nvGrpSpPr>
          <p:grpSpPr>
            <a:xfrm>
              <a:off x="560301" y="5197273"/>
              <a:ext cx="4548909" cy="969818"/>
              <a:chOff x="3925455" y="1191491"/>
              <a:chExt cx="4548909" cy="969818"/>
            </a:xfrm>
          </p:grpSpPr>
          <p:sp>
            <p:nvSpPr>
              <p:cNvPr id="22" name="Rectangle 21">
                <a:extLst>
                  <a:ext uri="{FF2B5EF4-FFF2-40B4-BE49-F238E27FC236}">
                    <a16:creationId xmlns:a16="http://schemas.microsoft.com/office/drawing/2014/main" id="{B7F13882-CCFB-E1BE-DF71-729D196DF671}"/>
                  </a:ext>
                </a:extLst>
              </p:cNvPr>
              <p:cNvSpPr/>
              <p:nvPr/>
            </p:nvSpPr>
            <p:spPr>
              <a:xfrm>
                <a:off x="4895271" y="1191491"/>
                <a:ext cx="3579093" cy="969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3" name="Group 22">
                <a:extLst>
                  <a:ext uri="{FF2B5EF4-FFF2-40B4-BE49-F238E27FC236}">
                    <a16:creationId xmlns:a16="http://schemas.microsoft.com/office/drawing/2014/main" id="{01E23AB1-2A95-E3E7-DCC9-49B54225747A}"/>
                  </a:ext>
                </a:extLst>
              </p:cNvPr>
              <p:cNvGrpSpPr/>
              <p:nvPr/>
            </p:nvGrpSpPr>
            <p:grpSpPr>
              <a:xfrm>
                <a:off x="3925455" y="1191491"/>
                <a:ext cx="1178646" cy="969818"/>
                <a:chOff x="3925455" y="1191491"/>
                <a:chExt cx="1178646" cy="969818"/>
              </a:xfrm>
            </p:grpSpPr>
            <p:sp>
              <p:nvSpPr>
                <p:cNvPr id="24" name="Rectangle 23">
                  <a:extLst>
                    <a:ext uri="{FF2B5EF4-FFF2-40B4-BE49-F238E27FC236}">
                      <a16:creationId xmlns:a16="http://schemas.microsoft.com/office/drawing/2014/main" id="{B55F64D6-9F9E-0774-EF6D-B06753FE0FEA}"/>
                    </a:ext>
                  </a:extLst>
                </p:cNvPr>
                <p:cNvSpPr/>
                <p:nvPr/>
              </p:nvSpPr>
              <p:spPr>
                <a:xfrm>
                  <a:off x="3925455" y="1191491"/>
                  <a:ext cx="969818" cy="96981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25" name="Isosceles Triangle 24">
                  <a:extLst>
                    <a:ext uri="{FF2B5EF4-FFF2-40B4-BE49-F238E27FC236}">
                      <a16:creationId xmlns:a16="http://schemas.microsoft.com/office/drawing/2014/main" id="{393DECFD-D321-B246-37BD-10639E6D975A}"/>
                    </a:ext>
                  </a:extLst>
                </p:cNvPr>
                <p:cNvSpPr/>
                <p:nvPr/>
              </p:nvSpPr>
              <p:spPr>
                <a:xfrm rot="5400000">
                  <a:off x="4803124" y="1537059"/>
                  <a:ext cx="323272" cy="278683"/>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42" name="Group 141">
            <a:extLst>
              <a:ext uri="{FF2B5EF4-FFF2-40B4-BE49-F238E27FC236}">
                <a16:creationId xmlns:a16="http://schemas.microsoft.com/office/drawing/2014/main" id="{CF0270B9-FDD1-13BE-D5EE-A9578CEB8751}"/>
              </a:ext>
            </a:extLst>
          </p:cNvPr>
          <p:cNvGrpSpPr/>
          <p:nvPr/>
        </p:nvGrpSpPr>
        <p:grpSpPr>
          <a:xfrm>
            <a:off x="6275301" y="1509867"/>
            <a:ext cx="4614950" cy="1066784"/>
            <a:chOff x="560301" y="1500101"/>
            <a:chExt cx="4614950" cy="1066784"/>
          </a:xfrm>
        </p:grpSpPr>
        <p:sp>
          <p:nvSpPr>
            <p:cNvPr id="143" name="Rectangle 142">
              <a:extLst>
                <a:ext uri="{FF2B5EF4-FFF2-40B4-BE49-F238E27FC236}">
                  <a16:creationId xmlns:a16="http://schemas.microsoft.com/office/drawing/2014/main" id="{6C419BEE-AEBA-57BF-912A-2ACB06061892}"/>
                </a:ext>
              </a:extLst>
            </p:cNvPr>
            <p:cNvSpPr/>
            <p:nvPr/>
          </p:nvSpPr>
          <p:spPr>
            <a:xfrm>
              <a:off x="671139" y="1597067"/>
              <a:ext cx="4504112" cy="96981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4" name="Group 143">
              <a:extLst>
                <a:ext uri="{FF2B5EF4-FFF2-40B4-BE49-F238E27FC236}">
                  <a16:creationId xmlns:a16="http://schemas.microsoft.com/office/drawing/2014/main" id="{62723B6C-1D0D-AFF5-B148-EEABB9C3085E}"/>
                </a:ext>
              </a:extLst>
            </p:cNvPr>
            <p:cNvGrpSpPr/>
            <p:nvPr/>
          </p:nvGrpSpPr>
          <p:grpSpPr>
            <a:xfrm>
              <a:off x="560301" y="1500101"/>
              <a:ext cx="4548909" cy="969818"/>
              <a:chOff x="3925455" y="1191491"/>
              <a:chExt cx="4548909" cy="969818"/>
            </a:xfrm>
          </p:grpSpPr>
          <p:sp>
            <p:nvSpPr>
              <p:cNvPr id="145" name="Rectangle 144">
                <a:extLst>
                  <a:ext uri="{FF2B5EF4-FFF2-40B4-BE49-F238E27FC236}">
                    <a16:creationId xmlns:a16="http://schemas.microsoft.com/office/drawing/2014/main" id="{6F96DB7B-3B20-0FDC-6E49-AC848B09F857}"/>
                  </a:ext>
                </a:extLst>
              </p:cNvPr>
              <p:cNvSpPr/>
              <p:nvPr/>
            </p:nvSpPr>
            <p:spPr>
              <a:xfrm>
                <a:off x="4895271" y="1191491"/>
                <a:ext cx="3579093" cy="969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46" name="Group 145">
                <a:extLst>
                  <a:ext uri="{FF2B5EF4-FFF2-40B4-BE49-F238E27FC236}">
                    <a16:creationId xmlns:a16="http://schemas.microsoft.com/office/drawing/2014/main" id="{139FA985-44AC-DBF5-DE2E-67B5BF6C2E46}"/>
                  </a:ext>
                </a:extLst>
              </p:cNvPr>
              <p:cNvGrpSpPr/>
              <p:nvPr/>
            </p:nvGrpSpPr>
            <p:grpSpPr>
              <a:xfrm>
                <a:off x="3925455" y="1191491"/>
                <a:ext cx="1178646" cy="969818"/>
                <a:chOff x="3925455" y="1191491"/>
                <a:chExt cx="1178646" cy="969818"/>
              </a:xfrm>
            </p:grpSpPr>
            <p:sp>
              <p:nvSpPr>
                <p:cNvPr id="147" name="Rectangle 146">
                  <a:extLst>
                    <a:ext uri="{FF2B5EF4-FFF2-40B4-BE49-F238E27FC236}">
                      <a16:creationId xmlns:a16="http://schemas.microsoft.com/office/drawing/2014/main" id="{824E30D0-883C-A5C7-641B-9384E7C4477C}"/>
                    </a:ext>
                  </a:extLst>
                </p:cNvPr>
                <p:cNvSpPr/>
                <p:nvPr/>
              </p:nvSpPr>
              <p:spPr>
                <a:xfrm>
                  <a:off x="3925455" y="1191491"/>
                  <a:ext cx="969818" cy="969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148" name="Isosceles Triangle 147">
                  <a:extLst>
                    <a:ext uri="{FF2B5EF4-FFF2-40B4-BE49-F238E27FC236}">
                      <a16:creationId xmlns:a16="http://schemas.microsoft.com/office/drawing/2014/main" id="{4BDF64CA-8F76-8462-F3CE-5DF7EDC65BC4}"/>
                    </a:ext>
                  </a:extLst>
                </p:cNvPr>
                <p:cNvSpPr/>
                <p:nvPr/>
              </p:nvSpPr>
              <p:spPr>
                <a:xfrm rot="5400000">
                  <a:off x="4803124" y="1537059"/>
                  <a:ext cx="323272" cy="27868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49" name="Group 148">
            <a:extLst>
              <a:ext uri="{FF2B5EF4-FFF2-40B4-BE49-F238E27FC236}">
                <a16:creationId xmlns:a16="http://schemas.microsoft.com/office/drawing/2014/main" id="{5E0D2F83-C67D-BA16-4A98-A4EDF1E4FA5F}"/>
              </a:ext>
            </a:extLst>
          </p:cNvPr>
          <p:cNvGrpSpPr/>
          <p:nvPr/>
        </p:nvGrpSpPr>
        <p:grpSpPr>
          <a:xfrm>
            <a:off x="6275301" y="2742258"/>
            <a:ext cx="4614950" cy="1066861"/>
            <a:chOff x="560301" y="2732492"/>
            <a:chExt cx="4614950" cy="1066861"/>
          </a:xfrm>
        </p:grpSpPr>
        <p:sp>
          <p:nvSpPr>
            <p:cNvPr id="150" name="Rectangle 149">
              <a:extLst>
                <a:ext uri="{FF2B5EF4-FFF2-40B4-BE49-F238E27FC236}">
                  <a16:creationId xmlns:a16="http://schemas.microsoft.com/office/drawing/2014/main" id="{095F5FE0-F16A-7DC8-B3DD-08AD36ACE4B5}"/>
                </a:ext>
              </a:extLst>
            </p:cNvPr>
            <p:cNvSpPr/>
            <p:nvPr/>
          </p:nvSpPr>
          <p:spPr>
            <a:xfrm>
              <a:off x="671139" y="2829535"/>
              <a:ext cx="4504112" cy="96981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1" name="Group 150">
              <a:extLst>
                <a:ext uri="{FF2B5EF4-FFF2-40B4-BE49-F238E27FC236}">
                  <a16:creationId xmlns:a16="http://schemas.microsoft.com/office/drawing/2014/main" id="{0DE61555-7AC3-6C2B-7A07-0EE5A97D9831}"/>
                </a:ext>
              </a:extLst>
            </p:cNvPr>
            <p:cNvGrpSpPr/>
            <p:nvPr/>
          </p:nvGrpSpPr>
          <p:grpSpPr>
            <a:xfrm>
              <a:off x="560301" y="2732492"/>
              <a:ext cx="4548909" cy="969818"/>
              <a:chOff x="3925455" y="1191491"/>
              <a:chExt cx="4548909" cy="969818"/>
            </a:xfrm>
          </p:grpSpPr>
          <p:sp>
            <p:nvSpPr>
              <p:cNvPr id="152" name="Rectangle 151">
                <a:extLst>
                  <a:ext uri="{FF2B5EF4-FFF2-40B4-BE49-F238E27FC236}">
                    <a16:creationId xmlns:a16="http://schemas.microsoft.com/office/drawing/2014/main" id="{D4223044-C961-0EF1-8B7C-CC6189573A2B}"/>
                  </a:ext>
                </a:extLst>
              </p:cNvPr>
              <p:cNvSpPr/>
              <p:nvPr/>
            </p:nvSpPr>
            <p:spPr>
              <a:xfrm>
                <a:off x="4895271" y="1191491"/>
                <a:ext cx="3579093" cy="969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3" name="Group 152">
                <a:extLst>
                  <a:ext uri="{FF2B5EF4-FFF2-40B4-BE49-F238E27FC236}">
                    <a16:creationId xmlns:a16="http://schemas.microsoft.com/office/drawing/2014/main" id="{27929C71-4589-D298-E7BE-796A7CBC45E5}"/>
                  </a:ext>
                </a:extLst>
              </p:cNvPr>
              <p:cNvGrpSpPr/>
              <p:nvPr/>
            </p:nvGrpSpPr>
            <p:grpSpPr>
              <a:xfrm>
                <a:off x="3925455" y="1191491"/>
                <a:ext cx="1178646" cy="969818"/>
                <a:chOff x="3925455" y="1191491"/>
                <a:chExt cx="1178646" cy="969818"/>
              </a:xfrm>
            </p:grpSpPr>
            <p:sp>
              <p:nvSpPr>
                <p:cNvPr id="154" name="Rectangle 153">
                  <a:extLst>
                    <a:ext uri="{FF2B5EF4-FFF2-40B4-BE49-F238E27FC236}">
                      <a16:creationId xmlns:a16="http://schemas.microsoft.com/office/drawing/2014/main" id="{2E331A76-649D-A45A-E99B-CC049A604318}"/>
                    </a:ext>
                  </a:extLst>
                </p:cNvPr>
                <p:cNvSpPr/>
                <p:nvPr/>
              </p:nvSpPr>
              <p:spPr>
                <a:xfrm>
                  <a:off x="3925455" y="1191491"/>
                  <a:ext cx="969818" cy="96981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155" name="Isosceles Triangle 154">
                  <a:extLst>
                    <a:ext uri="{FF2B5EF4-FFF2-40B4-BE49-F238E27FC236}">
                      <a16:creationId xmlns:a16="http://schemas.microsoft.com/office/drawing/2014/main" id="{5858FC34-3A24-E2DD-90AD-51AABFC1D9C6}"/>
                    </a:ext>
                  </a:extLst>
                </p:cNvPr>
                <p:cNvSpPr/>
                <p:nvPr/>
              </p:nvSpPr>
              <p:spPr>
                <a:xfrm rot="5400000">
                  <a:off x="4803124" y="1537059"/>
                  <a:ext cx="323272" cy="278683"/>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56" name="Group 155">
            <a:extLst>
              <a:ext uri="{FF2B5EF4-FFF2-40B4-BE49-F238E27FC236}">
                <a16:creationId xmlns:a16="http://schemas.microsoft.com/office/drawing/2014/main" id="{A9466BD7-AA7B-3C9D-4DD6-253885BEAD1B}"/>
              </a:ext>
            </a:extLst>
          </p:cNvPr>
          <p:cNvGrpSpPr/>
          <p:nvPr/>
        </p:nvGrpSpPr>
        <p:grpSpPr>
          <a:xfrm>
            <a:off x="6275301" y="3974649"/>
            <a:ext cx="4614950" cy="1066938"/>
            <a:chOff x="560301" y="3964883"/>
            <a:chExt cx="4614950" cy="1066938"/>
          </a:xfrm>
        </p:grpSpPr>
        <p:sp>
          <p:nvSpPr>
            <p:cNvPr id="157" name="Rectangle 156">
              <a:extLst>
                <a:ext uri="{FF2B5EF4-FFF2-40B4-BE49-F238E27FC236}">
                  <a16:creationId xmlns:a16="http://schemas.microsoft.com/office/drawing/2014/main" id="{696478E2-4CD7-23D6-58A5-66E77645974D}"/>
                </a:ext>
              </a:extLst>
            </p:cNvPr>
            <p:cNvSpPr/>
            <p:nvPr/>
          </p:nvSpPr>
          <p:spPr>
            <a:xfrm>
              <a:off x="671139" y="4062003"/>
              <a:ext cx="4504112" cy="96981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8" name="Group 157">
              <a:extLst>
                <a:ext uri="{FF2B5EF4-FFF2-40B4-BE49-F238E27FC236}">
                  <a16:creationId xmlns:a16="http://schemas.microsoft.com/office/drawing/2014/main" id="{A7E4C797-47A3-6736-81F5-7D6AA5EBF4BE}"/>
                </a:ext>
              </a:extLst>
            </p:cNvPr>
            <p:cNvGrpSpPr/>
            <p:nvPr/>
          </p:nvGrpSpPr>
          <p:grpSpPr>
            <a:xfrm>
              <a:off x="560301" y="3964883"/>
              <a:ext cx="4548909" cy="969818"/>
              <a:chOff x="3925455" y="1191491"/>
              <a:chExt cx="4548909" cy="969818"/>
            </a:xfrm>
          </p:grpSpPr>
          <p:sp>
            <p:nvSpPr>
              <p:cNvPr id="159" name="Rectangle 158">
                <a:extLst>
                  <a:ext uri="{FF2B5EF4-FFF2-40B4-BE49-F238E27FC236}">
                    <a16:creationId xmlns:a16="http://schemas.microsoft.com/office/drawing/2014/main" id="{C4AF5E39-35FF-BB15-CA7A-676ADF225F07}"/>
                  </a:ext>
                </a:extLst>
              </p:cNvPr>
              <p:cNvSpPr/>
              <p:nvPr/>
            </p:nvSpPr>
            <p:spPr>
              <a:xfrm>
                <a:off x="4895271" y="1191491"/>
                <a:ext cx="3579093" cy="969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0" name="Group 159">
                <a:extLst>
                  <a:ext uri="{FF2B5EF4-FFF2-40B4-BE49-F238E27FC236}">
                    <a16:creationId xmlns:a16="http://schemas.microsoft.com/office/drawing/2014/main" id="{9B7C8E85-9AE3-3CF1-1F2B-59252BEB934E}"/>
                  </a:ext>
                </a:extLst>
              </p:cNvPr>
              <p:cNvGrpSpPr/>
              <p:nvPr/>
            </p:nvGrpSpPr>
            <p:grpSpPr>
              <a:xfrm>
                <a:off x="3925455" y="1191491"/>
                <a:ext cx="1178646" cy="969818"/>
                <a:chOff x="3925455" y="1191491"/>
                <a:chExt cx="1178646" cy="969818"/>
              </a:xfrm>
            </p:grpSpPr>
            <p:sp>
              <p:nvSpPr>
                <p:cNvPr id="161" name="Rectangle 160">
                  <a:extLst>
                    <a:ext uri="{FF2B5EF4-FFF2-40B4-BE49-F238E27FC236}">
                      <a16:creationId xmlns:a16="http://schemas.microsoft.com/office/drawing/2014/main" id="{3077CF9C-37BE-4B2C-2185-1E0FEDB3FBB0}"/>
                    </a:ext>
                  </a:extLst>
                </p:cNvPr>
                <p:cNvSpPr/>
                <p:nvPr/>
              </p:nvSpPr>
              <p:spPr>
                <a:xfrm>
                  <a:off x="3925455" y="1191491"/>
                  <a:ext cx="969818" cy="96981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162" name="Isosceles Triangle 161">
                  <a:extLst>
                    <a:ext uri="{FF2B5EF4-FFF2-40B4-BE49-F238E27FC236}">
                      <a16:creationId xmlns:a16="http://schemas.microsoft.com/office/drawing/2014/main" id="{B05E283E-BC6A-F601-EA16-8E32F0514791}"/>
                    </a:ext>
                  </a:extLst>
                </p:cNvPr>
                <p:cNvSpPr/>
                <p:nvPr/>
              </p:nvSpPr>
              <p:spPr>
                <a:xfrm rot="5400000">
                  <a:off x="4803124" y="1537059"/>
                  <a:ext cx="323272" cy="278683"/>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63" name="Group 162">
            <a:extLst>
              <a:ext uri="{FF2B5EF4-FFF2-40B4-BE49-F238E27FC236}">
                <a16:creationId xmlns:a16="http://schemas.microsoft.com/office/drawing/2014/main" id="{562260DE-2CA3-A33C-D48F-816149F2F36E}"/>
              </a:ext>
            </a:extLst>
          </p:cNvPr>
          <p:cNvGrpSpPr/>
          <p:nvPr/>
        </p:nvGrpSpPr>
        <p:grpSpPr>
          <a:xfrm>
            <a:off x="6275301" y="5207039"/>
            <a:ext cx="4614949" cy="1067017"/>
            <a:chOff x="560301" y="5197273"/>
            <a:chExt cx="4614949" cy="1067017"/>
          </a:xfrm>
        </p:grpSpPr>
        <p:sp>
          <p:nvSpPr>
            <p:cNvPr id="164" name="Rectangle 163">
              <a:extLst>
                <a:ext uri="{FF2B5EF4-FFF2-40B4-BE49-F238E27FC236}">
                  <a16:creationId xmlns:a16="http://schemas.microsoft.com/office/drawing/2014/main" id="{F26AD8B6-5131-302C-53B7-EF93B3E2B827}"/>
                </a:ext>
              </a:extLst>
            </p:cNvPr>
            <p:cNvSpPr/>
            <p:nvPr/>
          </p:nvSpPr>
          <p:spPr>
            <a:xfrm>
              <a:off x="671139" y="5294472"/>
              <a:ext cx="4504111" cy="96981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5" name="Group 164">
              <a:extLst>
                <a:ext uri="{FF2B5EF4-FFF2-40B4-BE49-F238E27FC236}">
                  <a16:creationId xmlns:a16="http://schemas.microsoft.com/office/drawing/2014/main" id="{37A8041B-2896-D894-9CA5-1CB3E47BC2FA}"/>
                </a:ext>
              </a:extLst>
            </p:cNvPr>
            <p:cNvGrpSpPr/>
            <p:nvPr/>
          </p:nvGrpSpPr>
          <p:grpSpPr>
            <a:xfrm>
              <a:off x="560301" y="5197273"/>
              <a:ext cx="4548909" cy="969818"/>
              <a:chOff x="3925455" y="1191491"/>
              <a:chExt cx="4548909" cy="969818"/>
            </a:xfrm>
          </p:grpSpPr>
          <p:sp>
            <p:nvSpPr>
              <p:cNvPr id="166" name="Rectangle 165">
                <a:extLst>
                  <a:ext uri="{FF2B5EF4-FFF2-40B4-BE49-F238E27FC236}">
                    <a16:creationId xmlns:a16="http://schemas.microsoft.com/office/drawing/2014/main" id="{D6C3921D-80B0-AD66-D37B-71F72CC21B6D}"/>
                  </a:ext>
                </a:extLst>
              </p:cNvPr>
              <p:cNvSpPr/>
              <p:nvPr/>
            </p:nvSpPr>
            <p:spPr>
              <a:xfrm>
                <a:off x="4895271" y="1191491"/>
                <a:ext cx="3579093" cy="9698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7" name="Group 166">
                <a:extLst>
                  <a:ext uri="{FF2B5EF4-FFF2-40B4-BE49-F238E27FC236}">
                    <a16:creationId xmlns:a16="http://schemas.microsoft.com/office/drawing/2014/main" id="{82078B15-3016-96D8-7B8E-8DCAE9CA6E4A}"/>
                  </a:ext>
                </a:extLst>
              </p:cNvPr>
              <p:cNvGrpSpPr/>
              <p:nvPr/>
            </p:nvGrpSpPr>
            <p:grpSpPr>
              <a:xfrm>
                <a:off x="3925455" y="1191491"/>
                <a:ext cx="1178646" cy="969818"/>
                <a:chOff x="3925455" y="1191491"/>
                <a:chExt cx="1178646" cy="969818"/>
              </a:xfrm>
            </p:grpSpPr>
            <p:sp>
              <p:nvSpPr>
                <p:cNvPr id="168" name="Rectangle 167">
                  <a:extLst>
                    <a:ext uri="{FF2B5EF4-FFF2-40B4-BE49-F238E27FC236}">
                      <a16:creationId xmlns:a16="http://schemas.microsoft.com/office/drawing/2014/main" id="{ACB10555-559D-B377-BED6-3B52403195F5}"/>
                    </a:ext>
                  </a:extLst>
                </p:cNvPr>
                <p:cNvSpPr/>
                <p:nvPr/>
              </p:nvSpPr>
              <p:spPr>
                <a:xfrm>
                  <a:off x="3925455" y="1191491"/>
                  <a:ext cx="969818" cy="969818"/>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169" name="Isosceles Triangle 168">
                  <a:extLst>
                    <a:ext uri="{FF2B5EF4-FFF2-40B4-BE49-F238E27FC236}">
                      <a16:creationId xmlns:a16="http://schemas.microsoft.com/office/drawing/2014/main" id="{CAD99CE2-8001-539C-F806-ABB4C02DB084}"/>
                    </a:ext>
                  </a:extLst>
                </p:cNvPr>
                <p:cNvSpPr/>
                <p:nvPr/>
              </p:nvSpPr>
              <p:spPr>
                <a:xfrm rot="5400000">
                  <a:off x="4803124" y="1537059"/>
                  <a:ext cx="323272" cy="278683"/>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170" name="Title 1">
            <a:extLst>
              <a:ext uri="{FF2B5EF4-FFF2-40B4-BE49-F238E27FC236}">
                <a16:creationId xmlns:a16="http://schemas.microsoft.com/office/drawing/2014/main" id="{49DAE818-F9C4-5F2C-E043-3B215E73E0CF}"/>
              </a:ext>
            </a:extLst>
          </p:cNvPr>
          <p:cNvSpPr txBox="1">
            <a:spLocks/>
          </p:cNvSpPr>
          <p:nvPr/>
        </p:nvSpPr>
        <p:spPr>
          <a:xfrm>
            <a:off x="442913" y="80910"/>
            <a:ext cx="11306174" cy="8540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30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rebuchet MS" panose="020B0603020202020204" pitchFamily="34" charset="0"/>
                <a:ea typeface="+mj-ea"/>
                <a:cs typeface="+mj-cs"/>
              </a:rPr>
              <a:t>Products, Solutions &amp; Accelerators</a:t>
            </a:r>
          </a:p>
        </p:txBody>
      </p:sp>
      <p:sp>
        <p:nvSpPr>
          <p:cNvPr id="171" name="TextBox 170">
            <a:extLst>
              <a:ext uri="{FF2B5EF4-FFF2-40B4-BE49-F238E27FC236}">
                <a16:creationId xmlns:a16="http://schemas.microsoft.com/office/drawing/2014/main" id="{1FF907B7-B243-9414-AC18-2397C830EBE2}"/>
              </a:ext>
            </a:extLst>
          </p:cNvPr>
          <p:cNvSpPr txBox="1"/>
          <p:nvPr/>
        </p:nvSpPr>
        <p:spPr>
          <a:xfrm>
            <a:off x="1640957" y="1529025"/>
            <a:ext cx="2896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Data Integration Framework</a:t>
            </a:r>
          </a:p>
        </p:txBody>
      </p:sp>
      <p:sp>
        <p:nvSpPr>
          <p:cNvPr id="172" name="TextBox 171">
            <a:extLst>
              <a:ext uri="{FF2B5EF4-FFF2-40B4-BE49-F238E27FC236}">
                <a16:creationId xmlns:a16="http://schemas.microsoft.com/office/drawing/2014/main" id="{6F6F6E87-78F5-0A4F-C314-E79BAF5780CE}"/>
              </a:ext>
            </a:extLst>
          </p:cNvPr>
          <p:cNvSpPr txBox="1"/>
          <p:nvPr/>
        </p:nvSpPr>
        <p:spPr>
          <a:xfrm>
            <a:off x="1598996" y="2757984"/>
            <a:ext cx="27822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Qlik Replication Framework</a:t>
            </a:r>
          </a:p>
        </p:txBody>
      </p:sp>
      <p:sp>
        <p:nvSpPr>
          <p:cNvPr id="173" name="TextBox 172">
            <a:extLst>
              <a:ext uri="{FF2B5EF4-FFF2-40B4-BE49-F238E27FC236}">
                <a16:creationId xmlns:a16="http://schemas.microsoft.com/office/drawing/2014/main" id="{5FDF538A-F82E-D064-ACC0-0A18218937F7}"/>
              </a:ext>
            </a:extLst>
          </p:cNvPr>
          <p:cNvSpPr txBox="1"/>
          <p:nvPr/>
        </p:nvSpPr>
        <p:spPr>
          <a:xfrm>
            <a:off x="7290393" y="1540300"/>
            <a:ext cx="30970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Learning Management System</a:t>
            </a:r>
          </a:p>
        </p:txBody>
      </p:sp>
      <p:sp>
        <p:nvSpPr>
          <p:cNvPr id="174" name="TextBox 173">
            <a:extLst>
              <a:ext uri="{FF2B5EF4-FFF2-40B4-BE49-F238E27FC236}">
                <a16:creationId xmlns:a16="http://schemas.microsoft.com/office/drawing/2014/main" id="{5E3F148C-870A-558E-1266-2CD6E17D2F2D}"/>
              </a:ext>
            </a:extLst>
          </p:cNvPr>
          <p:cNvSpPr txBox="1"/>
          <p:nvPr/>
        </p:nvSpPr>
        <p:spPr>
          <a:xfrm>
            <a:off x="7290393" y="2765945"/>
            <a:ext cx="337149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AI Data Governance Platform</a:t>
            </a:r>
          </a:p>
        </p:txBody>
      </p:sp>
      <p:sp>
        <p:nvSpPr>
          <p:cNvPr id="175" name="TextBox 174">
            <a:extLst>
              <a:ext uri="{FF2B5EF4-FFF2-40B4-BE49-F238E27FC236}">
                <a16:creationId xmlns:a16="http://schemas.microsoft.com/office/drawing/2014/main" id="{681A4D03-D3E9-B515-2D0C-7C3AFD8736AD}"/>
              </a:ext>
            </a:extLst>
          </p:cNvPr>
          <p:cNvSpPr txBox="1"/>
          <p:nvPr/>
        </p:nvSpPr>
        <p:spPr>
          <a:xfrm>
            <a:off x="1541662" y="3964388"/>
            <a:ext cx="303158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Process Migration Framework</a:t>
            </a:r>
          </a:p>
        </p:txBody>
      </p:sp>
      <p:sp>
        <p:nvSpPr>
          <p:cNvPr id="176" name="TextBox 175">
            <a:extLst>
              <a:ext uri="{FF2B5EF4-FFF2-40B4-BE49-F238E27FC236}">
                <a16:creationId xmlns:a16="http://schemas.microsoft.com/office/drawing/2014/main" id="{EC25FF6A-5515-2487-2104-1720043FF674}"/>
              </a:ext>
            </a:extLst>
          </p:cNvPr>
          <p:cNvSpPr txBox="1"/>
          <p:nvPr/>
        </p:nvSpPr>
        <p:spPr>
          <a:xfrm>
            <a:off x="1576621" y="5248909"/>
            <a:ext cx="27822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HC Insights</a:t>
            </a:r>
          </a:p>
        </p:txBody>
      </p:sp>
      <p:sp>
        <p:nvSpPr>
          <p:cNvPr id="177" name="TextBox 176">
            <a:extLst>
              <a:ext uri="{FF2B5EF4-FFF2-40B4-BE49-F238E27FC236}">
                <a16:creationId xmlns:a16="http://schemas.microsoft.com/office/drawing/2014/main" id="{FF967CA5-FB8B-FE76-D595-12B143E52BED}"/>
              </a:ext>
            </a:extLst>
          </p:cNvPr>
          <p:cNvSpPr txBox="1"/>
          <p:nvPr/>
        </p:nvSpPr>
        <p:spPr>
          <a:xfrm>
            <a:off x="7273710" y="3992728"/>
            <a:ext cx="27822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Generative AI Framework</a:t>
            </a:r>
          </a:p>
        </p:txBody>
      </p:sp>
      <p:sp>
        <p:nvSpPr>
          <p:cNvPr id="178" name="TextBox 177">
            <a:extLst>
              <a:ext uri="{FF2B5EF4-FFF2-40B4-BE49-F238E27FC236}">
                <a16:creationId xmlns:a16="http://schemas.microsoft.com/office/drawing/2014/main" id="{607ACA20-08B1-B1B6-362D-604050BD5143}"/>
              </a:ext>
            </a:extLst>
          </p:cNvPr>
          <p:cNvSpPr txBox="1"/>
          <p:nvPr/>
        </p:nvSpPr>
        <p:spPr>
          <a:xfrm>
            <a:off x="7273710" y="5218906"/>
            <a:ext cx="27822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Conversational AI Platform</a:t>
            </a:r>
          </a:p>
        </p:txBody>
      </p:sp>
      <p:sp>
        <p:nvSpPr>
          <p:cNvPr id="179" name="TextBox 178">
            <a:extLst>
              <a:ext uri="{FF2B5EF4-FFF2-40B4-BE49-F238E27FC236}">
                <a16:creationId xmlns:a16="http://schemas.microsoft.com/office/drawing/2014/main" id="{617B26A9-CE36-8492-3306-313CDD407659}"/>
              </a:ext>
            </a:extLst>
          </p:cNvPr>
          <p:cNvSpPr txBox="1"/>
          <p:nvPr/>
        </p:nvSpPr>
        <p:spPr>
          <a:xfrm>
            <a:off x="1638029" y="1986316"/>
            <a:ext cx="337129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A Unified data system harmonizes multiple sources effectively</a:t>
            </a:r>
          </a:p>
        </p:txBody>
      </p:sp>
      <p:sp>
        <p:nvSpPr>
          <p:cNvPr id="180" name="TextBox 179">
            <a:extLst>
              <a:ext uri="{FF2B5EF4-FFF2-40B4-BE49-F238E27FC236}">
                <a16:creationId xmlns:a16="http://schemas.microsoft.com/office/drawing/2014/main" id="{7B30A8B8-3BA5-0680-70F6-49420D3977B9}"/>
              </a:ext>
            </a:extLst>
          </p:cNvPr>
          <p:cNvSpPr txBox="1"/>
          <p:nvPr/>
        </p:nvSpPr>
        <p:spPr>
          <a:xfrm>
            <a:off x="7374823" y="1968159"/>
            <a:ext cx="351542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E-learning platform for delivering, managing, and tracking courses.</a:t>
            </a:r>
          </a:p>
        </p:txBody>
      </p:sp>
      <p:sp>
        <p:nvSpPr>
          <p:cNvPr id="184" name="TextBox 183">
            <a:extLst>
              <a:ext uri="{FF2B5EF4-FFF2-40B4-BE49-F238E27FC236}">
                <a16:creationId xmlns:a16="http://schemas.microsoft.com/office/drawing/2014/main" id="{9FF5CCCC-51AE-73AB-E787-866C6C592885}"/>
              </a:ext>
            </a:extLst>
          </p:cNvPr>
          <p:cNvSpPr txBox="1"/>
          <p:nvPr/>
        </p:nvSpPr>
        <p:spPr>
          <a:xfrm>
            <a:off x="1553380" y="5687915"/>
            <a:ext cx="323882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Healthcare data analysis for insights, </a:t>
            </a:r>
            <a:b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improvements, and decision-making.</a:t>
            </a:r>
          </a:p>
        </p:txBody>
      </p:sp>
      <p:sp>
        <p:nvSpPr>
          <p:cNvPr id="185" name="TextBox 184">
            <a:extLst>
              <a:ext uri="{FF2B5EF4-FFF2-40B4-BE49-F238E27FC236}">
                <a16:creationId xmlns:a16="http://schemas.microsoft.com/office/drawing/2014/main" id="{6B06164F-2510-9AA7-AA18-1254337FE7C6}"/>
              </a:ext>
            </a:extLst>
          </p:cNvPr>
          <p:cNvSpPr txBox="1"/>
          <p:nvPr/>
        </p:nvSpPr>
        <p:spPr>
          <a:xfrm>
            <a:off x="7257735" y="5695896"/>
            <a:ext cx="356647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NLP-driven AI platform bridging the human-machine gap with machine learning.</a:t>
            </a:r>
          </a:p>
        </p:txBody>
      </p:sp>
      <p:sp>
        <p:nvSpPr>
          <p:cNvPr id="28" name="TextBox 27">
            <a:extLst>
              <a:ext uri="{FF2B5EF4-FFF2-40B4-BE49-F238E27FC236}">
                <a16:creationId xmlns:a16="http://schemas.microsoft.com/office/drawing/2014/main" id="{51D0B09D-2AF8-1EBB-028D-6BB4E5E6788C}"/>
              </a:ext>
            </a:extLst>
          </p:cNvPr>
          <p:cNvSpPr txBox="1"/>
          <p:nvPr/>
        </p:nvSpPr>
        <p:spPr>
          <a:xfrm>
            <a:off x="1598996" y="3182200"/>
            <a:ext cx="3646108" cy="523220"/>
          </a:xfrm>
          <a:prstGeom prst="rect">
            <a:avLst/>
          </a:prstGeom>
          <a:noFill/>
        </p:spPr>
        <p:txBody>
          <a:bodyPr wrap="square" rtlCol="0">
            <a:spAutoFit/>
          </a:bodyPr>
          <a:lstStyle>
            <a:defPPr>
              <a:defRPr lang="en-US"/>
            </a:defPPr>
            <a:lvl1pPr>
              <a:defRPr sz="1400">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Monitor replicate server, deploy code, collect data, and send failure notifications to users</a:t>
            </a:r>
          </a:p>
        </p:txBody>
      </p:sp>
      <p:pic>
        <p:nvPicPr>
          <p:cNvPr id="29" name="Picture 28">
            <a:extLst>
              <a:ext uri="{FF2B5EF4-FFF2-40B4-BE49-F238E27FC236}">
                <a16:creationId xmlns:a16="http://schemas.microsoft.com/office/drawing/2014/main" id="{C75A2F97-2209-B30E-C00A-F008CD025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045" y="5355273"/>
            <a:ext cx="590916" cy="590916"/>
          </a:xfrm>
          <a:prstGeom prst="rect">
            <a:avLst/>
          </a:prstGeom>
          <a:noFill/>
        </p:spPr>
      </p:pic>
      <p:pic>
        <p:nvPicPr>
          <p:cNvPr id="30" name="Picture 29">
            <a:extLst>
              <a:ext uri="{FF2B5EF4-FFF2-40B4-BE49-F238E27FC236}">
                <a16:creationId xmlns:a16="http://schemas.microsoft.com/office/drawing/2014/main" id="{F94D3E2F-39D5-CB33-AF69-6C8CE533E8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453" y="1741563"/>
            <a:ext cx="479513" cy="479513"/>
          </a:xfrm>
          <a:prstGeom prst="rect">
            <a:avLst/>
          </a:prstGeom>
        </p:spPr>
      </p:pic>
      <p:pic>
        <p:nvPicPr>
          <p:cNvPr id="31" name="Picture 30">
            <a:extLst>
              <a:ext uri="{FF2B5EF4-FFF2-40B4-BE49-F238E27FC236}">
                <a16:creationId xmlns:a16="http://schemas.microsoft.com/office/drawing/2014/main" id="{54BA0EF3-0307-5FE0-B4E8-809E07207A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0001" y="5452534"/>
            <a:ext cx="452454" cy="452454"/>
          </a:xfrm>
          <a:prstGeom prst="rect">
            <a:avLst/>
          </a:prstGeom>
          <a:noFill/>
        </p:spPr>
      </p:pic>
      <p:pic>
        <p:nvPicPr>
          <p:cNvPr id="32" name="Picture 31">
            <a:extLst>
              <a:ext uri="{FF2B5EF4-FFF2-40B4-BE49-F238E27FC236}">
                <a16:creationId xmlns:a16="http://schemas.microsoft.com/office/drawing/2014/main" id="{F0253581-A363-C352-C3CB-43AF4A15A0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8945" y="2978836"/>
            <a:ext cx="558845" cy="558845"/>
          </a:xfrm>
          <a:prstGeom prst="rect">
            <a:avLst/>
          </a:prstGeom>
        </p:spPr>
      </p:pic>
      <p:sp>
        <p:nvSpPr>
          <p:cNvPr id="33" name="TextBox 32">
            <a:extLst>
              <a:ext uri="{FF2B5EF4-FFF2-40B4-BE49-F238E27FC236}">
                <a16:creationId xmlns:a16="http://schemas.microsoft.com/office/drawing/2014/main" id="{DF60F621-A1B4-9872-5999-341801BC09BE}"/>
              </a:ext>
            </a:extLst>
          </p:cNvPr>
          <p:cNvSpPr txBox="1"/>
          <p:nvPr/>
        </p:nvSpPr>
        <p:spPr>
          <a:xfrm>
            <a:off x="1576621" y="4438014"/>
            <a:ext cx="3545549" cy="523220"/>
          </a:xfrm>
          <a:prstGeom prst="rect">
            <a:avLst/>
          </a:prstGeom>
          <a:noFill/>
        </p:spPr>
        <p:txBody>
          <a:bodyPr wrap="square" rtlCol="0">
            <a:spAutoFit/>
          </a:bodyPr>
          <a:lstStyle>
            <a:defPPr>
              <a:defRPr lang="en-US"/>
            </a:defPPr>
            <a:lvl1pPr>
              <a:defRPr sz="1400">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Cloud-driven data transformation framework to modernize application data </a:t>
            </a:r>
          </a:p>
        </p:txBody>
      </p:sp>
      <p:sp>
        <p:nvSpPr>
          <p:cNvPr id="34" name="TextBox 33">
            <a:extLst>
              <a:ext uri="{FF2B5EF4-FFF2-40B4-BE49-F238E27FC236}">
                <a16:creationId xmlns:a16="http://schemas.microsoft.com/office/drawing/2014/main" id="{556A36C5-DB71-3AED-E9D2-940912981515}"/>
              </a:ext>
            </a:extLst>
          </p:cNvPr>
          <p:cNvSpPr txBox="1"/>
          <p:nvPr/>
        </p:nvSpPr>
        <p:spPr>
          <a:xfrm>
            <a:off x="7292222" y="4462583"/>
            <a:ext cx="371814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Enterprise-grade conversational AI for business automation, analytics, and integration </a:t>
            </a:r>
          </a:p>
        </p:txBody>
      </p:sp>
      <p:pic>
        <p:nvPicPr>
          <p:cNvPr id="36" name="Picture 35">
            <a:extLst>
              <a:ext uri="{FF2B5EF4-FFF2-40B4-BE49-F238E27FC236}">
                <a16:creationId xmlns:a16="http://schemas.microsoft.com/office/drawing/2014/main" id="{19AAD4BB-8D74-3F40-4EF9-764901CDBE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50001" y="4223789"/>
            <a:ext cx="458572" cy="458572"/>
          </a:xfrm>
          <a:prstGeom prst="rect">
            <a:avLst/>
          </a:prstGeom>
        </p:spPr>
      </p:pic>
      <p:pic>
        <p:nvPicPr>
          <p:cNvPr id="38" name="Picture 37">
            <a:extLst>
              <a:ext uri="{FF2B5EF4-FFF2-40B4-BE49-F238E27FC236}">
                <a16:creationId xmlns:a16="http://schemas.microsoft.com/office/drawing/2014/main" id="{9C785099-F0AC-D22E-AC26-CC4BE920DB9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64736" y="1762717"/>
            <a:ext cx="430303" cy="430303"/>
          </a:xfrm>
          <a:prstGeom prst="rect">
            <a:avLst/>
          </a:prstGeom>
        </p:spPr>
      </p:pic>
      <p:pic>
        <p:nvPicPr>
          <p:cNvPr id="40" name="Picture 39">
            <a:extLst>
              <a:ext uri="{FF2B5EF4-FFF2-40B4-BE49-F238E27FC236}">
                <a16:creationId xmlns:a16="http://schemas.microsoft.com/office/drawing/2014/main" id="{D2FA359A-A63F-FC9F-4E45-F2C4B030CDD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5453" y="4199792"/>
            <a:ext cx="527381" cy="527381"/>
          </a:xfrm>
          <a:prstGeom prst="rect">
            <a:avLst/>
          </a:prstGeom>
        </p:spPr>
      </p:pic>
      <p:sp>
        <p:nvSpPr>
          <p:cNvPr id="26" name="TextBox 25">
            <a:extLst>
              <a:ext uri="{FF2B5EF4-FFF2-40B4-BE49-F238E27FC236}">
                <a16:creationId xmlns:a16="http://schemas.microsoft.com/office/drawing/2014/main" id="{9DD95B74-EE64-A25A-D3CA-EA88788A9FF1}"/>
              </a:ext>
            </a:extLst>
          </p:cNvPr>
          <p:cNvSpPr txBox="1"/>
          <p:nvPr/>
        </p:nvSpPr>
        <p:spPr>
          <a:xfrm>
            <a:off x="7220539" y="3234852"/>
            <a:ext cx="366971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A Platform  that drives transparent, explainable, and auditable artificial intelligence workflows</a:t>
            </a:r>
          </a:p>
        </p:txBody>
      </p:sp>
      <p:pic>
        <p:nvPicPr>
          <p:cNvPr id="35" name="Picture 34">
            <a:extLst>
              <a:ext uri="{FF2B5EF4-FFF2-40B4-BE49-F238E27FC236}">
                <a16:creationId xmlns:a16="http://schemas.microsoft.com/office/drawing/2014/main" id="{8F22B477-70B0-5E18-D488-9BD9B725F4A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02618" y="2970944"/>
            <a:ext cx="555109" cy="555109"/>
          </a:xfrm>
          <a:prstGeom prst="rect">
            <a:avLst/>
          </a:prstGeom>
        </p:spPr>
      </p:pic>
    </p:spTree>
    <p:extLst>
      <p:ext uri="{BB962C8B-B14F-4D97-AF65-F5344CB8AC3E}">
        <p14:creationId xmlns:p14="http://schemas.microsoft.com/office/powerpoint/2010/main" val="3868940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15A62-7600-A6BD-BE6F-A4DACB6E886D}"/>
              </a:ext>
            </a:extLst>
          </p:cNvPr>
          <p:cNvSpPr>
            <a:spLocks noGrp="1"/>
          </p:cNvSpPr>
          <p:nvPr>
            <p:ph type="title"/>
          </p:nvPr>
        </p:nvSpPr>
        <p:spPr>
          <a:xfrm>
            <a:off x="1102278" y="88537"/>
            <a:ext cx="11306174" cy="854075"/>
          </a:xfrm>
        </p:spPr>
        <p:txBody>
          <a:bodyPr vert="horz" lIns="91440" tIns="45720" rIns="91440" bIns="45720" rtlCol="0" anchor="ctr">
            <a:noAutofit/>
          </a:bodyPr>
          <a:lstStyle/>
          <a:p>
            <a:pPr>
              <a:spcAft>
                <a:spcPts val="300"/>
              </a:spcAft>
            </a:pPr>
            <a:r>
              <a:rPr lang="en-US" sz="3200" dirty="0">
                <a:latin typeface="Trebuchet MS" panose="020B0603020202020204" pitchFamily="34" charset="0"/>
                <a:sym typeface="Georgia"/>
              </a:rPr>
              <a:t>Workforce</a:t>
            </a:r>
            <a:r>
              <a:rPr lang="en-US" b="1" dirty="0">
                <a:latin typeface="Trebuchet MS" panose="020B0603020202020204" pitchFamily="34" charset="0"/>
                <a:sym typeface="Georgia"/>
              </a:rPr>
              <a:t> </a:t>
            </a:r>
            <a:r>
              <a:rPr lang="en-US" sz="3200" dirty="0">
                <a:latin typeface="Trebuchet MS" panose="020B0603020202020204" pitchFamily="34" charset="0"/>
                <a:sym typeface="Georgia"/>
              </a:rPr>
              <a:t>Solutions</a:t>
            </a:r>
            <a:endParaRPr lang="en-US" sz="3200" dirty="0">
              <a:latin typeface="Trebuchet MS" panose="020B0603020202020204" pitchFamily="34" charset="0"/>
            </a:endParaRPr>
          </a:p>
        </p:txBody>
      </p:sp>
      <p:grpSp>
        <p:nvGrpSpPr>
          <p:cNvPr id="4" name="Google Shape;472;p4">
            <a:extLst>
              <a:ext uri="{FF2B5EF4-FFF2-40B4-BE49-F238E27FC236}">
                <a16:creationId xmlns:a16="http://schemas.microsoft.com/office/drawing/2014/main" id="{50C21CB3-009F-4736-7AF0-A93A9F87AF78}"/>
              </a:ext>
            </a:extLst>
          </p:cNvPr>
          <p:cNvGrpSpPr/>
          <p:nvPr/>
        </p:nvGrpSpPr>
        <p:grpSpPr>
          <a:xfrm>
            <a:off x="1338184" y="3825943"/>
            <a:ext cx="2568119" cy="2312867"/>
            <a:chOff x="182790" y="1487609"/>
            <a:chExt cx="2568119" cy="2312867"/>
          </a:xfrm>
          <a:solidFill>
            <a:schemeClr val="bg1"/>
          </a:solidFill>
        </p:grpSpPr>
        <p:sp>
          <p:nvSpPr>
            <p:cNvPr id="5" name="Google Shape;473;p4">
              <a:extLst>
                <a:ext uri="{FF2B5EF4-FFF2-40B4-BE49-F238E27FC236}">
                  <a16:creationId xmlns:a16="http://schemas.microsoft.com/office/drawing/2014/main" id="{CBA25DB2-72CC-F898-2BD8-1E475AE28AF0}"/>
                </a:ext>
              </a:extLst>
            </p:cNvPr>
            <p:cNvSpPr/>
            <p:nvPr/>
          </p:nvSpPr>
          <p:spPr>
            <a:xfrm>
              <a:off x="182790" y="1822158"/>
              <a:ext cx="2568119" cy="1978318"/>
            </a:xfrm>
            <a:prstGeom prst="roundRect">
              <a:avLst>
                <a:gd name="adj" fmla="val 5178"/>
              </a:avLst>
            </a:prstGeom>
            <a:grpFill/>
            <a:ln>
              <a:solidFill>
                <a:schemeClr val="bg1">
                  <a:lumMod val="65000"/>
                </a:schemeClr>
              </a:solidFill>
            </a:ln>
            <a:effectLst>
              <a:outerShdw blurRad="139700" sx="102000" sy="102000" algn="ctr" rotWithShape="0">
                <a:schemeClr val="lt1">
                  <a:alpha val="20000"/>
                </a:schemeClr>
              </a:outerShdw>
            </a:effectLst>
          </p:spPr>
          <p:txBody>
            <a:bodyPr spcFirstLastPara="1" wrap="square" lIns="91425" tIns="45700" rIns="91425" bIns="45700" anchor="ctr" anchorCtr="0">
              <a:noAutofit/>
            </a:bodyPr>
            <a:lstStyle/>
            <a:p>
              <a:pPr marL="228600" marR="0" lvl="1" indent="-114300" algn="l" defTabSz="914400" rtl="0" eaLnBrk="1" fontAlgn="auto" latinLnBrk="0" hangingPunct="1">
                <a:lnSpc>
                  <a:spcPct val="90000"/>
                </a:lnSpc>
                <a:spcBef>
                  <a:spcPts val="0"/>
                </a:spcBef>
                <a:spcAft>
                  <a:spcPts val="0"/>
                </a:spcAft>
                <a:buClr>
                  <a:prstClr val="black"/>
                </a:buClr>
                <a:buSzPts val="1800"/>
                <a:buFont typeface="Arial"/>
                <a:buNone/>
                <a:tabLst/>
                <a:defRPr/>
              </a:pPr>
              <a:endParaRPr kumimoji="0" sz="18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endParaRPr>
            </a:p>
          </p:txBody>
        </p:sp>
        <p:sp>
          <p:nvSpPr>
            <p:cNvPr id="6" name="Google Shape;474;p4">
              <a:extLst>
                <a:ext uri="{FF2B5EF4-FFF2-40B4-BE49-F238E27FC236}">
                  <a16:creationId xmlns:a16="http://schemas.microsoft.com/office/drawing/2014/main" id="{801F7604-B678-5524-BE5C-9C09854CA962}"/>
                </a:ext>
              </a:extLst>
            </p:cNvPr>
            <p:cNvSpPr/>
            <p:nvPr/>
          </p:nvSpPr>
          <p:spPr>
            <a:xfrm>
              <a:off x="1160849" y="1487609"/>
              <a:ext cx="612000" cy="612000"/>
            </a:xfrm>
            <a:prstGeom prst="ellipse">
              <a:avLst/>
            </a:prstGeom>
            <a:solidFill>
              <a:srgbClr val="00B0F0"/>
            </a:solidFill>
            <a:ln>
              <a:noFill/>
            </a:ln>
            <a:effectLst>
              <a:outerShdw blurRad="190500" dist="38100" dir="2700000" algn="tl" rotWithShape="0">
                <a:srgbClr val="000000">
                  <a:alpha val="9803"/>
                </a:srgbClr>
              </a:outerShdw>
            </a:effectLst>
          </p:spPr>
          <p:txBody>
            <a:bodyPr spcFirstLastPara="1" wrap="square" lIns="91425" tIns="45700" rIns="91425" bIns="45700" anchor="ctr" anchorCtr="0">
              <a:noAutofit/>
            </a:bodyPr>
            <a:lstStyle/>
            <a:p>
              <a:pPr marL="0" marR="0" lvl="1" indent="0" algn="l" defTabSz="914400" rtl="0" eaLnBrk="1" fontAlgn="auto" latinLnBrk="0" hangingPunct="1">
                <a:lnSpc>
                  <a:spcPct val="90000"/>
                </a:lnSpc>
                <a:spcBef>
                  <a:spcPts val="0"/>
                </a:spcBef>
                <a:spcAft>
                  <a:spcPts val="0"/>
                </a:spcAft>
                <a:buClr>
                  <a:prstClr val="white"/>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7" name="Google Shape;475;p4">
              <a:extLst>
                <a:ext uri="{FF2B5EF4-FFF2-40B4-BE49-F238E27FC236}">
                  <a16:creationId xmlns:a16="http://schemas.microsoft.com/office/drawing/2014/main" id="{12CBB715-1176-5685-537D-1003C1213B51}"/>
                </a:ext>
              </a:extLst>
            </p:cNvPr>
            <p:cNvSpPr/>
            <p:nvPr/>
          </p:nvSpPr>
          <p:spPr>
            <a:xfrm>
              <a:off x="284068" y="2505224"/>
              <a:ext cx="2400699" cy="1107996"/>
            </a:xfrm>
            <a:prstGeom prst="rect">
              <a:avLst/>
            </a:prstGeom>
            <a:noFill/>
            <a:ln>
              <a:noFill/>
            </a:ln>
          </p:spPr>
          <p:txBody>
            <a:bodyPr spcFirstLastPara="1" wrap="square" lIns="0" tIns="0" rIns="0" bIns="0" anchor="t" anchorCtr="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Unmatched staffing experience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Fastest turnaround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Cost effective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Highly flexible and customized services</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8" name="Google Shape;476;p4">
              <a:extLst>
                <a:ext uri="{FF2B5EF4-FFF2-40B4-BE49-F238E27FC236}">
                  <a16:creationId xmlns:a16="http://schemas.microsoft.com/office/drawing/2014/main" id="{89EFBAB0-D36C-524B-E5C0-433B48A3D252}"/>
                </a:ext>
              </a:extLst>
            </p:cNvPr>
            <p:cNvSpPr/>
            <p:nvPr/>
          </p:nvSpPr>
          <p:spPr>
            <a:xfrm>
              <a:off x="523784" y="2178625"/>
              <a:ext cx="1886131" cy="246221"/>
            </a:xfrm>
            <a:prstGeom prst="rect">
              <a:avLst/>
            </a:prstGeom>
            <a:grp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Contract Staffing</a:t>
              </a:r>
              <a:endParaRPr kumimoji="0" sz="14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endParaRPr>
            </a:p>
          </p:txBody>
        </p:sp>
      </p:grpSp>
      <p:grpSp>
        <p:nvGrpSpPr>
          <p:cNvPr id="9" name="Google Shape;477;p4">
            <a:extLst>
              <a:ext uri="{FF2B5EF4-FFF2-40B4-BE49-F238E27FC236}">
                <a16:creationId xmlns:a16="http://schemas.microsoft.com/office/drawing/2014/main" id="{6EB68266-C114-AAA7-8BA5-CCCE7BB51EBE}"/>
              </a:ext>
            </a:extLst>
          </p:cNvPr>
          <p:cNvGrpSpPr/>
          <p:nvPr/>
        </p:nvGrpSpPr>
        <p:grpSpPr>
          <a:xfrm>
            <a:off x="4836294" y="1056549"/>
            <a:ext cx="2568119" cy="2312867"/>
            <a:chOff x="6182787" y="1487609"/>
            <a:chExt cx="2568119" cy="2312867"/>
          </a:xfrm>
          <a:solidFill>
            <a:schemeClr val="bg1"/>
          </a:solidFill>
        </p:grpSpPr>
        <p:sp>
          <p:nvSpPr>
            <p:cNvPr id="10" name="Google Shape;478;p4">
              <a:extLst>
                <a:ext uri="{FF2B5EF4-FFF2-40B4-BE49-F238E27FC236}">
                  <a16:creationId xmlns:a16="http://schemas.microsoft.com/office/drawing/2014/main" id="{FDCEC9C1-7228-3EC2-01DC-BB3C1F720A90}"/>
                </a:ext>
              </a:extLst>
            </p:cNvPr>
            <p:cNvSpPr/>
            <p:nvPr/>
          </p:nvSpPr>
          <p:spPr>
            <a:xfrm>
              <a:off x="6182787" y="1822158"/>
              <a:ext cx="2568119" cy="1978318"/>
            </a:xfrm>
            <a:prstGeom prst="roundRect">
              <a:avLst>
                <a:gd name="adj" fmla="val 5178"/>
              </a:avLst>
            </a:prstGeom>
            <a:grpFill/>
            <a:ln>
              <a:solidFill>
                <a:schemeClr val="bg1">
                  <a:lumMod val="65000"/>
                </a:schemeClr>
              </a:solidFill>
            </a:ln>
            <a:effectLst>
              <a:outerShdw blurRad="139700" sx="102000" sy="102000" algn="ctr" rotWithShape="0">
                <a:schemeClr val="lt1">
                  <a:alpha val="20000"/>
                </a:schemeClr>
              </a:outerShdw>
            </a:effectLst>
          </p:spPr>
          <p:txBody>
            <a:bodyPr spcFirstLastPara="1" wrap="square" lIns="91425" tIns="45700" rIns="91425" bIns="45700" anchor="ctr" anchorCtr="0">
              <a:noAutofit/>
            </a:bodyPr>
            <a:lstStyle/>
            <a:p>
              <a:pPr marL="228600" marR="0" lvl="1" indent="-114300" algn="l" defTabSz="914400" rtl="0" eaLnBrk="1" fontAlgn="auto" latinLnBrk="0" hangingPunct="1">
                <a:lnSpc>
                  <a:spcPct val="90000"/>
                </a:lnSpc>
                <a:spcBef>
                  <a:spcPts val="0"/>
                </a:spcBef>
                <a:spcAft>
                  <a:spcPts val="0"/>
                </a:spcAft>
                <a:buClr>
                  <a:prstClr val="black"/>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11" name="Google Shape;479;p4">
              <a:extLst>
                <a:ext uri="{FF2B5EF4-FFF2-40B4-BE49-F238E27FC236}">
                  <a16:creationId xmlns:a16="http://schemas.microsoft.com/office/drawing/2014/main" id="{2D88EC25-45BF-C437-CF66-3AC5798A6A39}"/>
                </a:ext>
              </a:extLst>
            </p:cNvPr>
            <p:cNvSpPr/>
            <p:nvPr/>
          </p:nvSpPr>
          <p:spPr>
            <a:xfrm>
              <a:off x="7160846" y="1487609"/>
              <a:ext cx="612000" cy="612000"/>
            </a:xfrm>
            <a:prstGeom prst="ellipse">
              <a:avLst/>
            </a:prstGeom>
            <a:solidFill>
              <a:srgbClr val="00B0F0"/>
            </a:solidFill>
            <a:ln>
              <a:noFill/>
            </a:ln>
            <a:effectLst>
              <a:outerShdw blurRad="190500" dist="38100" dir="2700000" algn="tl" rotWithShape="0">
                <a:srgbClr val="000000">
                  <a:alpha val="9803"/>
                </a:srgbClr>
              </a:outerShdw>
            </a:effectLst>
          </p:spPr>
          <p:txBody>
            <a:bodyPr spcFirstLastPara="1" wrap="square" lIns="91425" tIns="45700" rIns="91425" bIns="45700" anchor="ctr" anchorCtr="0">
              <a:noAutofit/>
            </a:bodyPr>
            <a:lstStyle/>
            <a:p>
              <a:pPr marL="0" marR="0" lvl="1" indent="0" algn="l" defTabSz="914400" rtl="0" eaLnBrk="1" fontAlgn="auto" latinLnBrk="0" hangingPunct="1">
                <a:lnSpc>
                  <a:spcPct val="90000"/>
                </a:lnSpc>
                <a:spcBef>
                  <a:spcPts val="0"/>
                </a:spcBef>
                <a:spcAft>
                  <a:spcPts val="0"/>
                </a:spcAft>
                <a:buClr>
                  <a:prstClr val="white"/>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12" name="Google Shape;480;p4">
              <a:extLst>
                <a:ext uri="{FF2B5EF4-FFF2-40B4-BE49-F238E27FC236}">
                  <a16:creationId xmlns:a16="http://schemas.microsoft.com/office/drawing/2014/main" id="{5446B4A9-8DE2-4CC2-4654-3E799B8AC19A}"/>
                </a:ext>
              </a:extLst>
            </p:cNvPr>
            <p:cNvSpPr/>
            <p:nvPr/>
          </p:nvSpPr>
          <p:spPr>
            <a:xfrm>
              <a:off x="6523781" y="2178625"/>
              <a:ext cx="1886131" cy="492443"/>
            </a:xfrm>
            <a:prstGeom prst="rect">
              <a:avLst/>
            </a:prstGeom>
            <a:grp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Executive Search &amp; Selection</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3" name="Google Shape;481;p4">
              <a:extLst>
                <a:ext uri="{FF2B5EF4-FFF2-40B4-BE49-F238E27FC236}">
                  <a16:creationId xmlns:a16="http://schemas.microsoft.com/office/drawing/2014/main" id="{A1409989-7836-C73D-29AD-32844E726F6F}"/>
                </a:ext>
              </a:extLst>
            </p:cNvPr>
            <p:cNvSpPr/>
            <p:nvPr/>
          </p:nvSpPr>
          <p:spPr>
            <a:xfrm>
              <a:off x="6284317" y="2761424"/>
              <a:ext cx="2365058" cy="369332"/>
            </a:xfrm>
            <a:prstGeom prst="rect">
              <a:avLst/>
            </a:prstGeom>
            <a:noFill/>
            <a:ln>
              <a:noFill/>
            </a:ln>
          </p:spPr>
          <p:txBody>
            <a:bodyPr spcFirstLastPara="1" wrap="square" lIns="0" tIns="0" rIns="0" bIns="0" anchor="t" anchorCtr="0">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We find the best of the best to shape your organization</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grpSp>
      <p:grpSp>
        <p:nvGrpSpPr>
          <p:cNvPr id="14" name="Google Shape;482;p4">
            <a:extLst>
              <a:ext uri="{FF2B5EF4-FFF2-40B4-BE49-F238E27FC236}">
                <a16:creationId xmlns:a16="http://schemas.microsoft.com/office/drawing/2014/main" id="{C45E1D0A-BE02-B3B5-DB6B-95AB2CDB13C1}"/>
              </a:ext>
            </a:extLst>
          </p:cNvPr>
          <p:cNvGrpSpPr/>
          <p:nvPr/>
        </p:nvGrpSpPr>
        <p:grpSpPr>
          <a:xfrm>
            <a:off x="8287588" y="1022018"/>
            <a:ext cx="2568119" cy="2312867"/>
            <a:chOff x="9035148" y="1487609"/>
            <a:chExt cx="2568119" cy="2312867"/>
          </a:xfrm>
          <a:solidFill>
            <a:schemeClr val="bg1"/>
          </a:solidFill>
        </p:grpSpPr>
        <p:sp>
          <p:nvSpPr>
            <p:cNvPr id="15" name="Google Shape;483;p4">
              <a:extLst>
                <a:ext uri="{FF2B5EF4-FFF2-40B4-BE49-F238E27FC236}">
                  <a16:creationId xmlns:a16="http://schemas.microsoft.com/office/drawing/2014/main" id="{96CAD18D-FB05-3BAD-BA51-B57BBE984577}"/>
                </a:ext>
              </a:extLst>
            </p:cNvPr>
            <p:cNvSpPr/>
            <p:nvPr/>
          </p:nvSpPr>
          <p:spPr>
            <a:xfrm>
              <a:off x="9035148" y="1822158"/>
              <a:ext cx="2568119" cy="1978318"/>
            </a:xfrm>
            <a:prstGeom prst="roundRect">
              <a:avLst>
                <a:gd name="adj" fmla="val 5178"/>
              </a:avLst>
            </a:prstGeom>
            <a:grpFill/>
            <a:ln>
              <a:solidFill>
                <a:schemeClr val="bg1">
                  <a:lumMod val="65000"/>
                </a:schemeClr>
              </a:solidFill>
            </a:ln>
            <a:effectLst>
              <a:outerShdw blurRad="139700" sx="102000" sy="102000" algn="ctr" rotWithShape="0">
                <a:schemeClr val="lt1">
                  <a:alpha val="20000"/>
                </a:schemeClr>
              </a:outerShdw>
            </a:effectLst>
          </p:spPr>
          <p:txBody>
            <a:bodyPr spcFirstLastPara="1" wrap="square" lIns="91425" tIns="45700" rIns="91425" bIns="45700" anchor="ctr" anchorCtr="0">
              <a:noAutofit/>
            </a:bodyPr>
            <a:lstStyle/>
            <a:p>
              <a:pPr marL="228600" marR="0" lvl="1" indent="-114300" algn="l" defTabSz="914400" rtl="0" eaLnBrk="1" fontAlgn="auto" latinLnBrk="0" hangingPunct="1">
                <a:lnSpc>
                  <a:spcPct val="90000"/>
                </a:lnSpc>
                <a:spcBef>
                  <a:spcPts val="0"/>
                </a:spcBef>
                <a:spcAft>
                  <a:spcPts val="0"/>
                </a:spcAft>
                <a:buClr>
                  <a:prstClr val="black"/>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16" name="Google Shape;484;p4">
              <a:extLst>
                <a:ext uri="{FF2B5EF4-FFF2-40B4-BE49-F238E27FC236}">
                  <a16:creationId xmlns:a16="http://schemas.microsoft.com/office/drawing/2014/main" id="{900F1CC4-DC56-0282-6096-23FE68398943}"/>
                </a:ext>
              </a:extLst>
            </p:cNvPr>
            <p:cNvSpPr/>
            <p:nvPr/>
          </p:nvSpPr>
          <p:spPr>
            <a:xfrm>
              <a:off x="10013207" y="1487609"/>
              <a:ext cx="612000" cy="612000"/>
            </a:xfrm>
            <a:prstGeom prst="ellipse">
              <a:avLst/>
            </a:prstGeom>
            <a:solidFill>
              <a:srgbClr val="00B0F0"/>
            </a:solidFill>
            <a:ln>
              <a:noFill/>
            </a:ln>
            <a:effectLst>
              <a:outerShdw blurRad="190500" dist="38100" dir="2700000" algn="tl" rotWithShape="0">
                <a:srgbClr val="000000">
                  <a:alpha val="9803"/>
                </a:srgbClr>
              </a:outerShdw>
            </a:effectLst>
          </p:spPr>
          <p:txBody>
            <a:bodyPr spcFirstLastPara="1" wrap="square" lIns="91425" tIns="45700" rIns="91425" bIns="45700" anchor="ctr" anchorCtr="0">
              <a:noAutofit/>
            </a:bodyPr>
            <a:lstStyle/>
            <a:p>
              <a:pPr marL="0" marR="0" lvl="1" indent="0" algn="l" defTabSz="914400" rtl="0" eaLnBrk="1" fontAlgn="auto" latinLnBrk="0" hangingPunct="1">
                <a:lnSpc>
                  <a:spcPct val="90000"/>
                </a:lnSpc>
                <a:spcBef>
                  <a:spcPts val="0"/>
                </a:spcBef>
                <a:spcAft>
                  <a:spcPts val="0"/>
                </a:spcAft>
                <a:buClr>
                  <a:prstClr val="white"/>
                </a:buClr>
                <a:buSzPts val="1800"/>
                <a:buFont typeface="Arial"/>
                <a:buNone/>
                <a:tabLst/>
                <a:defRPr/>
              </a:pPr>
              <a:endParaRPr kumimoji="0" sz="18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endParaRPr>
            </a:p>
          </p:txBody>
        </p:sp>
        <p:sp>
          <p:nvSpPr>
            <p:cNvPr id="17" name="Google Shape;485;p4">
              <a:extLst>
                <a:ext uri="{FF2B5EF4-FFF2-40B4-BE49-F238E27FC236}">
                  <a16:creationId xmlns:a16="http://schemas.microsoft.com/office/drawing/2014/main" id="{FFA53BB8-6774-F80C-73CA-190106F9B9BC}"/>
                </a:ext>
              </a:extLst>
            </p:cNvPr>
            <p:cNvSpPr/>
            <p:nvPr/>
          </p:nvSpPr>
          <p:spPr>
            <a:xfrm>
              <a:off x="9247498" y="2199396"/>
              <a:ext cx="2143415" cy="492443"/>
            </a:xfrm>
            <a:prstGeom prst="rect">
              <a:avLst/>
            </a:prstGeom>
            <a:grp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Recruitment Process Outsourcing</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18" name="Google Shape;486;p4">
              <a:extLst>
                <a:ext uri="{FF2B5EF4-FFF2-40B4-BE49-F238E27FC236}">
                  <a16:creationId xmlns:a16="http://schemas.microsoft.com/office/drawing/2014/main" id="{DD2D1DBD-693C-8198-476C-40409F80E72C}"/>
                </a:ext>
              </a:extLst>
            </p:cNvPr>
            <p:cNvSpPr/>
            <p:nvPr/>
          </p:nvSpPr>
          <p:spPr>
            <a:xfrm>
              <a:off x="9202568" y="2751776"/>
              <a:ext cx="2188345" cy="738664"/>
            </a:xfrm>
            <a:prstGeom prst="rect">
              <a:avLst/>
            </a:prstGeom>
            <a:noFill/>
            <a:ln>
              <a:noFill/>
            </a:ln>
          </p:spPr>
          <p:txBody>
            <a:bodyPr spcFirstLastPara="1" wrap="square" lIns="0" tIns="0" rIns="0" bIns="0" anchor="t" anchorCtr="0">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We own your recruitment functions to enable you to focus on your core business objectives</a:t>
              </a:r>
              <a:endParaRPr kumimoji="0"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endParaRPr>
            </a:p>
          </p:txBody>
        </p:sp>
      </p:grpSp>
      <p:grpSp>
        <p:nvGrpSpPr>
          <p:cNvPr id="19" name="Google Shape;487;p4">
            <a:extLst>
              <a:ext uri="{FF2B5EF4-FFF2-40B4-BE49-F238E27FC236}">
                <a16:creationId xmlns:a16="http://schemas.microsoft.com/office/drawing/2014/main" id="{D7B3F12C-8480-830E-C794-8A9440035DE8}"/>
              </a:ext>
            </a:extLst>
          </p:cNvPr>
          <p:cNvGrpSpPr/>
          <p:nvPr/>
        </p:nvGrpSpPr>
        <p:grpSpPr>
          <a:xfrm>
            <a:off x="1305471" y="1069814"/>
            <a:ext cx="2647647" cy="2312867"/>
            <a:chOff x="182790" y="4057686"/>
            <a:chExt cx="2647647" cy="2312867"/>
          </a:xfrm>
          <a:solidFill>
            <a:schemeClr val="bg1"/>
          </a:solidFill>
        </p:grpSpPr>
        <p:sp>
          <p:nvSpPr>
            <p:cNvPr id="20" name="Google Shape;488;p4">
              <a:extLst>
                <a:ext uri="{FF2B5EF4-FFF2-40B4-BE49-F238E27FC236}">
                  <a16:creationId xmlns:a16="http://schemas.microsoft.com/office/drawing/2014/main" id="{0906ED51-41D4-3020-885E-638BA99BB96E}"/>
                </a:ext>
              </a:extLst>
            </p:cNvPr>
            <p:cNvSpPr/>
            <p:nvPr/>
          </p:nvSpPr>
          <p:spPr>
            <a:xfrm>
              <a:off x="182790" y="4392235"/>
              <a:ext cx="2647647" cy="1978318"/>
            </a:xfrm>
            <a:prstGeom prst="roundRect">
              <a:avLst>
                <a:gd name="adj" fmla="val 5178"/>
              </a:avLst>
            </a:prstGeom>
            <a:grpFill/>
            <a:ln>
              <a:solidFill>
                <a:schemeClr val="bg1">
                  <a:lumMod val="65000"/>
                </a:schemeClr>
              </a:solidFill>
            </a:ln>
            <a:effectLst>
              <a:outerShdw blurRad="139700" sx="102000" sy="102000" algn="ctr" rotWithShape="0">
                <a:schemeClr val="lt1">
                  <a:alpha val="20000"/>
                </a:schemeClr>
              </a:outerShdw>
            </a:effectLst>
          </p:spPr>
          <p:txBody>
            <a:bodyPr spcFirstLastPara="1" wrap="square" lIns="91425" tIns="45700" rIns="91425" bIns="45700" anchor="ctr" anchorCtr="0">
              <a:noAutofit/>
            </a:bodyPr>
            <a:lstStyle/>
            <a:p>
              <a:pPr marL="228600" marR="0" lvl="1" indent="-114300" algn="l" defTabSz="914400" rtl="0" eaLnBrk="1" fontAlgn="auto" latinLnBrk="0" hangingPunct="1">
                <a:lnSpc>
                  <a:spcPct val="90000"/>
                </a:lnSpc>
                <a:spcBef>
                  <a:spcPts val="0"/>
                </a:spcBef>
                <a:spcAft>
                  <a:spcPts val="0"/>
                </a:spcAft>
                <a:buClr>
                  <a:prstClr val="black"/>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21" name="Google Shape;489;p4">
              <a:extLst>
                <a:ext uri="{FF2B5EF4-FFF2-40B4-BE49-F238E27FC236}">
                  <a16:creationId xmlns:a16="http://schemas.microsoft.com/office/drawing/2014/main" id="{E33ABB21-5BE9-30C2-0DF2-F9E92CA442FD}"/>
                </a:ext>
              </a:extLst>
            </p:cNvPr>
            <p:cNvSpPr/>
            <p:nvPr/>
          </p:nvSpPr>
          <p:spPr>
            <a:xfrm>
              <a:off x="1160849" y="4057686"/>
              <a:ext cx="612000" cy="612000"/>
            </a:xfrm>
            <a:prstGeom prst="ellipse">
              <a:avLst/>
            </a:prstGeom>
            <a:solidFill>
              <a:srgbClr val="00B0F0"/>
            </a:solidFill>
            <a:ln>
              <a:noFill/>
            </a:ln>
            <a:effectLst>
              <a:outerShdw blurRad="190500" dist="38100" dir="2700000" algn="tl" rotWithShape="0">
                <a:srgbClr val="000000">
                  <a:alpha val="9803"/>
                </a:srgbClr>
              </a:outerShdw>
            </a:effectLst>
          </p:spPr>
          <p:txBody>
            <a:bodyPr spcFirstLastPara="1" wrap="square" lIns="91425" tIns="45700" rIns="91425" bIns="45700" anchor="ctr" anchorCtr="0">
              <a:noAutofit/>
            </a:bodyPr>
            <a:lstStyle/>
            <a:p>
              <a:pPr marL="0" marR="0" lvl="1" indent="0" algn="l" defTabSz="914400" rtl="0" eaLnBrk="1" fontAlgn="auto" latinLnBrk="0" hangingPunct="1">
                <a:lnSpc>
                  <a:spcPct val="90000"/>
                </a:lnSpc>
                <a:spcBef>
                  <a:spcPts val="0"/>
                </a:spcBef>
                <a:spcAft>
                  <a:spcPts val="0"/>
                </a:spcAft>
                <a:buClr>
                  <a:prstClr val="white"/>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22" name="Google Shape;490;p4">
              <a:extLst>
                <a:ext uri="{FF2B5EF4-FFF2-40B4-BE49-F238E27FC236}">
                  <a16:creationId xmlns:a16="http://schemas.microsoft.com/office/drawing/2014/main" id="{E8BB9953-F8E2-1FBF-25E7-B2CAF81D6AEB}"/>
                </a:ext>
              </a:extLst>
            </p:cNvPr>
            <p:cNvSpPr/>
            <p:nvPr/>
          </p:nvSpPr>
          <p:spPr>
            <a:xfrm>
              <a:off x="213612" y="5187125"/>
              <a:ext cx="2503868" cy="923330"/>
            </a:xfrm>
            <a:prstGeom prst="rect">
              <a:avLst/>
            </a:prstGeom>
            <a:noFill/>
            <a:ln>
              <a:noFill/>
            </a:ln>
          </p:spPr>
          <p:txBody>
            <a:bodyPr spcFirstLastPara="1" wrap="square" lIns="0" tIns="0" rIns="0" bIns="0" anchor="t" anchorCtr="0">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We train the market candidates according to your needs.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This program includes training, hiring and deployment as per customer needs.</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23" name="Google Shape;491;p4">
              <a:extLst>
                <a:ext uri="{FF2B5EF4-FFF2-40B4-BE49-F238E27FC236}">
                  <a16:creationId xmlns:a16="http://schemas.microsoft.com/office/drawing/2014/main" id="{60AED70F-19D4-3602-507C-1C180D28E29C}"/>
                </a:ext>
              </a:extLst>
            </p:cNvPr>
            <p:cNvSpPr/>
            <p:nvPr/>
          </p:nvSpPr>
          <p:spPr>
            <a:xfrm>
              <a:off x="401412" y="4748702"/>
              <a:ext cx="2196300" cy="246221"/>
            </a:xfrm>
            <a:prstGeom prst="rect">
              <a:avLst/>
            </a:prstGeom>
            <a:grp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Hire, Train &amp; Deploy</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grpSp>
      <p:grpSp>
        <p:nvGrpSpPr>
          <p:cNvPr id="24" name="Google Shape;492;p4">
            <a:extLst>
              <a:ext uri="{FF2B5EF4-FFF2-40B4-BE49-F238E27FC236}">
                <a16:creationId xmlns:a16="http://schemas.microsoft.com/office/drawing/2014/main" id="{4DD55CC3-0181-41A0-1914-2A81B22565C4}"/>
              </a:ext>
            </a:extLst>
          </p:cNvPr>
          <p:cNvGrpSpPr/>
          <p:nvPr/>
        </p:nvGrpSpPr>
        <p:grpSpPr>
          <a:xfrm>
            <a:off x="4800653" y="3835790"/>
            <a:ext cx="2568119" cy="2312867"/>
            <a:chOff x="3330426" y="4057686"/>
            <a:chExt cx="2568119" cy="2312867"/>
          </a:xfrm>
          <a:solidFill>
            <a:schemeClr val="bg1"/>
          </a:solidFill>
        </p:grpSpPr>
        <p:sp>
          <p:nvSpPr>
            <p:cNvPr id="25" name="Google Shape;493;p4">
              <a:extLst>
                <a:ext uri="{FF2B5EF4-FFF2-40B4-BE49-F238E27FC236}">
                  <a16:creationId xmlns:a16="http://schemas.microsoft.com/office/drawing/2014/main" id="{1C7733CE-E002-AB87-47EC-4C8A395053AD}"/>
                </a:ext>
              </a:extLst>
            </p:cNvPr>
            <p:cNvSpPr/>
            <p:nvPr/>
          </p:nvSpPr>
          <p:spPr>
            <a:xfrm>
              <a:off x="3330426" y="4392235"/>
              <a:ext cx="2568119" cy="1978318"/>
            </a:xfrm>
            <a:prstGeom prst="roundRect">
              <a:avLst>
                <a:gd name="adj" fmla="val 5178"/>
              </a:avLst>
            </a:prstGeom>
            <a:grpFill/>
            <a:ln>
              <a:solidFill>
                <a:schemeClr val="bg1">
                  <a:lumMod val="65000"/>
                </a:schemeClr>
              </a:solidFill>
            </a:ln>
            <a:effectLst>
              <a:outerShdw blurRad="139700" sx="102000" sy="102000" algn="ctr" rotWithShape="0">
                <a:schemeClr val="lt1">
                  <a:alpha val="20000"/>
                </a:schemeClr>
              </a:outerShdw>
            </a:effectLst>
          </p:spPr>
          <p:txBody>
            <a:bodyPr spcFirstLastPara="1" wrap="square" lIns="91425" tIns="45700" rIns="91425" bIns="45700" anchor="ctr" anchorCtr="0">
              <a:noAutofit/>
            </a:bodyPr>
            <a:lstStyle/>
            <a:p>
              <a:pPr marL="228600" marR="0" lvl="1" indent="-114300" algn="l" defTabSz="914400" rtl="0" eaLnBrk="1" fontAlgn="auto" latinLnBrk="0" hangingPunct="1">
                <a:lnSpc>
                  <a:spcPct val="90000"/>
                </a:lnSpc>
                <a:spcBef>
                  <a:spcPts val="0"/>
                </a:spcBef>
                <a:spcAft>
                  <a:spcPts val="0"/>
                </a:spcAft>
                <a:buClr>
                  <a:prstClr val="black"/>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26" name="Google Shape;494;p4">
              <a:extLst>
                <a:ext uri="{FF2B5EF4-FFF2-40B4-BE49-F238E27FC236}">
                  <a16:creationId xmlns:a16="http://schemas.microsoft.com/office/drawing/2014/main" id="{2F36A963-189B-B362-F56B-655643690D05}"/>
                </a:ext>
              </a:extLst>
            </p:cNvPr>
            <p:cNvSpPr/>
            <p:nvPr/>
          </p:nvSpPr>
          <p:spPr>
            <a:xfrm>
              <a:off x="4308485" y="4057686"/>
              <a:ext cx="612000" cy="612000"/>
            </a:xfrm>
            <a:prstGeom prst="ellipse">
              <a:avLst/>
            </a:prstGeom>
            <a:solidFill>
              <a:srgbClr val="00B0F0"/>
            </a:solidFill>
            <a:ln>
              <a:noFill/>
            </a:ln>
            <a:effectLst>
              <a:outerShdw blurRad="190500" dist="38100" dir="2700000" algn="tl" rotWithShape="0">
                <a:srgbClr val="000000">
                  <a:alpha val="9803"/>
                </a:srgbClr>
              </a:outerShdw>
            </a:effectLst>
          </p:spPr>
          <p:txBody>
            <a:bodyPr spcFirstLastPara="1" wrap="square" lIns="91425" tIns="45700" rIns="91425" bIns="45700" anchor="ctr" anchorCtr="0">
              <a:noAutofit/>
            </a:bodyPr>
            <a:lstStyle/>
            <a:p>
              <a:pPr marL="0" marR="0" lvl="1" indent="0" algn="l" defTabSz="914400" rtl="0" eaLnBrk="1" fontAlgn="auto" latinLnBrk="0" hangingPunct="1">
                <a:lnSpc>
                  <a:spcPct val="90000"/>
                </a:lnSpc>
                <a:spcBef>
                  <a:spcPts val="0"/>
                </a:spcBef>
                <a:spcAft>
                  <a:spcPts val="0"/>
                </a:spcAft>
                <a:buClr>
                  <a:prstClr val="white"/>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27" name="Google Shape;495;p4">
              <a:extLst>
                <a:ext uri="{FF2B5EF4-FFF2-40B4-BE49-F238E27FC236}">
                  <a16:creationId xmlns:a16="http://schemas.microsoft.com/office/drawing/2014/main" id="{0ACAA19A-61EF-B006-877C-3E6FB8B814C6}"/>
                </a:ext>
              </a:extLst>
            </p:cNvPr>
            <p:cNvSpPr/>
            <p:nvPr/>
          </p:nvSpPr>
          <p:spPr>
            <a:xfrm>
              <a:off x="3671420" y="4748702"/>
              <a:ext cx="1886131" cy="492443"/>
            </a:xfrm>
            <a:prstGeom prst="rect">
              <a:avLst/>
            </a:prstGeom>
            <a:grp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 </a:t>
              </a:r>
              <a:r>
                <a:rPr kumimoji="0" lang="en-US" sz="16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Technical Assessment</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28" name="Google Shape;496;p4">
              <a:extLst>
                <a:ext uri="{FF2B5EF4-FFF2-40B4-BE49-F238E27FC236}">
                  <a16:creationId xmlns:a16="http://schemas.microsoft.com/office/drawing/2014/main" id="{5702F58E-A74D-FD3C-780F-D9ADE0E49450}"/>
                </a:ext>
              </a:extLst>
            </p:cNvPr>
            <p:cNvSpPr/>
            <p:nvPr/>
          </p:nvSpPr>
          <p:spPr>
            <a:xfrm>
              <a:off x="3414136" y="5309019"/>
              <a:ext cx="2400699" cy="738664"/>
            </a:xfrm>
            <a:prstGeom prst="rect">
              <a:avLst/>
            </a:prstGeom>
            <a:noFill/>
            <a:ln>
              <a:noFill/>
            </a:ln>
          </p:spPr>
          <p:txBody>
            <a:bodyPr spcFirstLastPara="1" wrap="square" lIns="0" tIns="0" rIns="0" bIns="0" anchor="t" anchorCtr="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Our industry expert evaluators evaluate every candidate technically to provide you the best resources</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grpSp>
      <p:grpSp>
        <p:nvGrpSpPr>
          <p:cNvPr id="29" name="Google Shape;497;p4">
            <a:extLst>
              <a:ext uri="{FF2B5EF4-FFF2-40B4-BE49-F238E27FC236}">
                <a16:creationId xmlns:a16="http://schemas.microsoft.com/office/drawing/2014/main" id="{50A000E6-DED1-5226-72FE-826868631CF9}"/>
              </a:ext>
            </a:extLst>
          </p:cNvPr>
          <p:cNvGrpSpPr/>
          <p:nvPr/>
        </p:nvGrpSpPr>
        <p:grpSpPr>
          <a:xfrm>
            <a:off x="8287588" y="3835790"/>
            <a:ext cx="2568119" cy="2312867"/>
            <a:chOff x="9035148" y="4057686"/>
            <a:chExt cx="2568119" cy="2312867"/>
          </a:xfrm>
          <a:solidFill>
            <a:schemeClr val="bg1"/>
          </a:solidFill>
        </p:grpSpPr>
        <p:sp>
          <p:nvSpPr>
            <p:cNvPr id="30" name="Google Shape;498;p4">
              <a:extLst>
                <a:ext uri="{FF2B5EF4-FFF2-40B4-BE49-F238E27FC236}">
                  <a16:creationId xmlns:a16="http://schemas.microsoft.com/office/drawing/2014/main" id="{402610F6-4EFA-33C6-CF0E-75774EEA7654}"/>
                </a:ext>
              </a:extLst>
            </p:cNvPr>
            <p:cNvSpPr/>
            <p:nvPr/>
          </p:nvSpPr>
          <p:spPr>
            <a:xfrm>
              <a:off x="9035148" y="4392235"/>
              <a:ext cx="2568119" cy="1978318"/>
            </a:xfrm>
            <a:prstGeom prst="roundRect">
              <a:avLst>
                <a:gd name="adj" fmla="val 5178"/>
              </a:avLst>
            </a:prstGeom>
            <a:grpFill/>
            <a:ln>
              <a:solidFill>
                <a:schemeClr val="bg1">
                  <a:lumMod val="65000"/>
                </a:schemeClr>
              </a:solidFill>
            </a:ln>
            <a:effectLst>
              <a:outerShdw blurRad="139700" sx="102000" sy="102000" algn="ctr" rotWithShape="0">
                <a:schemeClr val="lt1">
                  <a:alpha val="20000"/>
                </a:schemeClr>
              </a:outerShdw>
            </a:effectLst>
          </p:spPr>
          <p:txBody>
            <a:bodyPr spcFirstLastPara="1" wrap="square" lIns="91425" tIns="45700" rIns="91425" bIns="45700" anchor="ctr" anchorCtr="0">
              <a:noAutofit/>
            </a:bodyPr>
            <a:lstStyle/>
            <a:p>
              <a:pPr marL="228600" marR="0" lvl="1" indent="-114300" algn="l" defTabSz="914400" rtl="0" eaLnBrk="1" fontAlgn="auto" latinLnBrk="0" hangingPunct="1">
                <a:lnSpc>
                  <a:spcPct val="90000"/>
                </a:lnSpc>
                <a:spcBef>
                  <a:spcPts val="0"/>
                </a:spcBef>
                <a:spcAft>
                  <a:spcPts val="0"/>
                </a:spcAft>
                <a:buClr>
                  <a:prstClr val="black"/>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31" name="Google Shape;499;p4">
              <a:extLst>
                <a:ext uri="{FF2B5EF4-FFF2-40B4-BE49-F238E27FC236}">
                  <a16:creationId xmlns:a16="http://schemas.microsoft.com/office/drawing/2014/main" id="{1DBA1300-7EFA-7D16-F9CA-1D3C7658CFA5}"/>
                </a:ext>
              </a:extLst>
            </p:cNvPr>
            <p:cNvSpPr/>
            <p:nvPr/>
          </p:nvSpPr>
          <p:spPr>
            <a:xfrm>
              <a:off x="10013207" y="4057686"/>
              <a:ext cx="612000" cy="612000"/>
            </a:xfrm>
            <a:prstGeom prst="ellipse">
              <a:avLst/>
            </a:prstGeom>
            <a:solidFill>
              <a:srgbClr val="00B0F0"/>
            </a:solidFill>
            <a:ln>
              <a:noFill/>
            </a:ln>
            <a:effectLst>
              <a:outerShdw blurRad="190500" dist="38100" dir="2700000" algn="tl" rotWithShape="0">
                <a:srgbClr val="000000">
                  <a:alpha val="9803"/>
                </a:srgbClr>
              </a:outerShdw>
            </a:effectLst>
          </p:spPr>
          <p:txBody>
            <a:bodyPr spcFirstLastPara="1" wrap="square" lIns="91425" tIns="45700" rIns="91425" bIns="45700" anchor="ctr" anchorCtr="0">
              <a:noAutofit/>
            </a:bodyPr>
            <a:lstStyle/>
            <a:p>
              <a:pPr marL="0" marR="0" lvl="1" indent="0" algn="l" defTabSz="914400" rtl="0" eaLnBrk="1" fontAlgn="auto" latinLnBrk="0" hangingPunct="1">
                <a:lnSpc>
                  <a:spcPct val="90000"/>
                </a:lnSpc>
                <a:spcBef>
                  <a:spcPts val="0"/>
                </a:spcBef>
                <a:spcAft>
                  <a:spcPts val="0"/>
                </a:spcAft>
                <a:buClr>
                  <a:prstClr val="white"/>
                </a:buClr>
                <a:buSzPts val="1800"/>
                <a:buFont typeface="Arial"/>
                <a:buNone/>
                <a:tabLst/>
                <a:defRPr/>
              </a:pPr>
              <a:endParaRPr kumimoji="0" sz="1800" b="1" i="0" u="none" strike="noStrike" kern="1200" cap="none" spc="0" normalizeH="0" baseline="0" noProof="0">
                <a:ln>
                  <a:noFill/>
                </a:ln>
                <a:solidFill>
                  <a:prstClr val="black"/>
                </a:solidFill>
                <a:effectLst/>
                <a:uLnTx/>
                <a:uFillTx/>
                <a:latin typeface="Arial Rounded"/>
                <a:ea typeface="Arial Rounded"/>
                <a:cs typeface="Arial Rounded"/>
                <a:sym typeface="Arial Rounded"/>
              </a:endParaRPr>
            </a:p>
          </p:txBody>
        </p:sp>
        <p:sp>
          <p:nvSpPr>
            <p:cNvPr id="32" name="Google Shape;500;p4">
              <a:extLst>
                <a:ext uri="{FF2B5EF4-FFF2-40B4-BE49-F238E27FC236}">
                  <a16:creationId xmlns:a16="http://schemas.microsoft.com/office/drawing/2014/main" id="{F050A711-8080-31BF-96FB-4A34E9638862}"/>
                </a:ext>
              </a:extLst>
            </p:cNvPr>
            <p:cNvSpPr/>
            <p:nvPr/>
          </p:nvSpPr>
          <p:spPr>
            <a:xfrm>
              <a:off x="9035148" y="4748702"/>
              <a:ext cx="2568119" cy="49244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 </a:t>
              </a:r>
              <a:r>
                <a:rPr kumimoji="0" lang="en-US" sz="16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Payroll management &amp; transfer services</a:t>
              </a:r>
              <a:endParaRPr kumimoji="0" sz="1800" b="0" i="0" u="none" strike="noStrike" kern="1200" cap="none" spc="0" normalizeH="0" baseline="0" noProof="0" dirty="0">
                <a:ln>
                  <a:noFill/>
                </a:ln>
                <a:solidFill>
                  <a:prstClr val="black"/>
                </a:solidFill>
                <a:effectLst/>
                <a:uLnTx/>
                <a:uFillTx/>
                <a:latin typeface="Trebuchet MS"/>
                <a:ea typeface="+mn-ea"/>
                <a:cs typeface="+mn-cs"/>
              </a:endParaRPr>
            </a:p>
          </p:txBody>
        </p:sp>
        <p:sp>
          <p:nvSpPr>
            <p:cNvPr id="33" name="Google Shape;501;p4">
              <a:extLst>
                <a:ext uri="{FF2B5EF4-FFF2-40B4-BE49-F238E27FC236}">
                  <a16:creationId xmlns:a16="http://schemas.microsoft.com/office/drawing/2014/main" id="{939441F0-0D48-B258-4362-228857A0ADDE}"/>
                </a:ext>
              </a:extLst>
            </p:cNvPr>
            <p:cNvSpPr/>
            <p:nvPr/>
          </p:nvSpPr>
          <p:spPr>
            <a:xfrm>
              <a:off x="9202568" y="5412946"/>
              <a:ext cx="2400699" cy="369332"/>
            </a:xfrm>
            <a:prstGeom prst="rect">
              <a:avLst/>
            </a:prstGeom>
            <a:noFill/>
            <a:ln>
              <a:noFill/>
            </a:ln>
          </p:spPr>
          <p:txBody>
            <a:bodyPr spcFirstLastPara="1" wrap="square" lIns="0" tIns="0" rIns="0" bIns="0" anchor="t" anchorCtr="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rPr>
                <a:t>Existing and new, we manage it all.</a:t>
              </a:r>
              <a:endParaRPr kumimoji="0" sz="1200" b="1" i="0" u="none" strike="noStrike" kern="1200" cap="none" spc="0" normalizeH="0" baseline="0" noProof="0" dirty="0">
                <a:ln>
                  <a:noFill/>
                </a:ln>
                <a:solidFill>
                  <a:prstClr val="black"/>
                </a:solidFill>
                <a:effectLst/>
                <a:uLnTx/>
                <a:uFillTx/>
                <a:latin typeface="Arial Rounded"/>
                <a:ea typeface="Arial Rounded"/>
                <a:cs typeface="Arial Rounded"/>
                <a:sym typeface="Arial Rounded"/>
              </a:endParaRPr>
            </a:p>
          </p:txBody>
        </p:sp>
      </p:grpSp>
      <p:pic>
        <p:nvPicPr>
          <p:cNvPr id="34" name="Google Shape;502;p4" descr="Staff Icon Png #83235 - Free Icons Library">
            <a:extLst>
              <a:ext uri="{FF2B5EF4-FFF2-40B4-BE49-F238E27FC236}">
                <a16:creationId xmlns:a16="http://schemas.microsoft.com/office/drawing/2014/main" id="{5F83EE52-7926-5DE6-AD7E-440DD49C6D44}"/>
              </a:ext>
            </a:extLst>
          </p:cNvPr>
          <p:cNvPicPr preferRelativeResize="0"/>
          <p:nvPr/>
        </p:nvPicPr>
        <p:blipFill rotWithShape="1">
          <a:blip r:embed="rId3">
            <a:alphaModFix/>
          </a:blip>
          <a:srcRect/>
          <a:stretch/>
        </p:blipFill>
        <p:spPr>
          <a:xfrm>
            <a:off x="2396262" y="4018145"/>
            <a:ext cx="487100" cy="268886"/>
          </a:xfrm>
          <a:prstGeom prst="rect">
            <a:avLst/>
          </a:prstGeom>
          <a:noFill/>
          <a:ln>
            <a:noFill/>
          </a:ln>
        </p:spPr>
      </p:pic>
      <p:pic>
        <p:nvPicPr>
          <p:cNvPr id="35" name="Google Shape;503;p4" descr="Executive Icons - Download Free Vector Icons | Noun Project">
            <a:extLst>
              <a:ext uri="{FF2B5EF4-FFF2-40B4-BE49-F238E27FC236}">
                <a16:creationId xmlns:a16="http://schemas.microsoft.com/office/drawing/2014/main" id="{17B8A28B-E616-7A01-3D9A-3B41C0937167}"/>
              </a:ext>
            </a:extLst>
          </p:cNvPr>
          <p:cNvPicPr preferRelativeResize="0"/>
          <p:nvPr/>
        </p:nvPicPr>
        <p:blipFill rotWithShape="1">
          <a:blip r:embed="rId4">
            <a:alphaModFix/>
          </a:blip>
          <a:srcRect/>
          <a:stretch/>
        </p:blipFill>
        <p:spPr>
          <a:xfrm>
            <a:off x="5923736" y="1165932"/>
            <a:ext cx="393234" cy="393234"/>
          </a:xfrm>
          <a:prstGeom prst="rect">
            <a:avLst/>
          </a:prstGeom>
          <a:noFill/>
          <a:ln>
            <a:noFill/>
          </a:ln>
        </p:spPr>
      </p:pic>
      <p:pic>
        <p:nvPicPr>
          <p:cNvPr id="36" name="Google Shape;504;p4">
            <a:extLst>
              <a:ext uri="{FF2B5EF4-FFF2-40B4-BE49-F238E27FC236}">
                <a16:creationId xmlns:a16="http://schemas.microsoft.com/office/drawing/2014/main" id="{4C5422C8-A121-688E-2C65-9A29370E532E}"/>
              </a:ext>
            </a:extLst>
          </p:cNvPr>
          <p:cNvPicPr preferRelativeResize="0"/>
          <p:nvPr/>
        </p:nvPicPr>
        <p:blipFill rotWithShape="1">
          <a:blip r:embed="rId5">
            <a:alphaModFix/>
          </a:blip>
          <a:srcRect/>
          <a:stretch/>
        </p:blipFill>
        <p:spPr>
          <a:xfrm>
            <a:off x="9349384" y="3959826"/>
            <a:ext cx="402833" cy="402833"/>
          </a:xfrm>
          <a:prstGeom prst="rect">
            <a:avLst/>
          </a:prstGeom>
          <a:noFill/>
          <a:ln>
            <a:noFill/>
          </a:ln>
        </p:spPr>
      </p:pic>
      <p:pic>
        <p:nvPicPr>
          <p:cNvPr id="37" name="Google Shape;505;p4">
            <a:extLst>
              <a:ext uri="{FF2B5EF4-FFF2-40B4-BE49-F238E27FC236}">
                <a16:creationId xmlns:a16="http://schemas.microsoft.com/office/drawing/2014/main" id="{4CB7B54A-056D-0630-C16D-D3AFE56FE88D}"/>
              </a:ext>
            </a:extLst>
          </p:cNvPr>
          <p:cNvPicPr preferRelativeResize="0"/>
          <p:nvPr/>
        </p:nvPicPr>
        <p:blipFill rotWithShape="1">
          <a:blip r:embed="rId6">
            <a:alphaModFix/>
          </a:blip>
          <a:srcRect/>
          <a:stretch/>
        </p:blipFill>
        <p:spPr>
          <a:xfrm>
            <a:off x="5870965" y="3997618"/>
            <a:ext cx="369202" cy="369202"/>
          </a:xfrm>
          <a:prstGeom prst="rect">
            <a:avLst/>
          </a:prstGeom>
          <a:noFill/>
          <a:ln>
            <a:noFill/>
          </a:ln>
        </p:spPr>
      </p:pic>
      <p:pic>
        <p:nvPicPr>
          <p:cNvPr id="38" name="Google Shape;506;p4">
            <a:extLst>
              <a:ext uri="{FF2B5EF4-FFF2-40B4-BE49-F238E27FC236}">
                <a16:creationId xmlns:a16="http://schemas.microsoft.com/office/drawing/2014/main" id="{B9031A85-6BEB-D619-A78C-9D742E39425A}"/>
              </a:ext>
            </a:extLst>
          </p:cNvPr>
          <p:cNvPicPr preferRelativeResize="0"/>
          <p:nvPr/>
        </p:nvPicPr>
        <p:blipFill rotWithShape="1">
          <a:blip r:embed="rId7">
            <a:alphaModFix/>
          </a:blip>
          <a:srcRect/>
          <a:stretch/>
        </p:blipFill>
        <p:spPr>
          <a:xfrm>
            <a:off x="9391076" y="1126190"/>
            <a:ext cx="361141" cy="361141"/>
          </a:xfrm>
          <a:prstGeom prst="rect">
            <a:avLst/>
          </a:prstGeom>
          <a:noFill/>
          <a:ln>
            <a:noFill/>
          </a:ln>
        </p:spPr>
      </p:pic>
      <p:pic>
        <p:nvPicPr>
          <p:cNvPr id="39" name="Google Shape;507;p4">
            <a:extLst>
              <a:ext uri="{FF2B5EF4-FFF2-40B4-BE49-F238E27FC236}">
                <a16:creationId xmlns:a16="http://schemas.microsoft.com/office/drawing/2014/main" id="{A86689C5-EDA2-3439-1170-A9A9513FE76B}"/>
              </a:ext>
            </a:extLst>
          </p:cNvPr>
          <p:cNvPicPr preferRelativeResize="0"/>
          <p:nvPr/>
        </p:nvPicPr>
        <p:blipFill rotWithShape="1">
          <a:blip r:embed="rId8">
            <a:alphaModFix/>
          </a:blip>
          <a:srcRect/>
          <a:stretch/>
        </p:blipFill>
        <p:spPr>
          <a:xfrm>
            <a:off x="2417383" y="1236748"/>
            <a:ext cx="344293" cy="344293"/>
          </a:xfrm>
          <a:prstGeom prst="rect">
            <a:avLst/>
          </a:prstGeom>
          <a:noFill/>
          <a:ln>
            <a:noFill/>
          </a:ln>
        </p:spPr>
      </p:pic>
    </p:spTree>
    <p:extLst>
      <p:ext uri="{BB962C8B-B14F-4D97-AF65-F5344CB8AC3E}">
        <p14:creationId xmlns:p14="http://schemas.microsoft.com/office/powerpoint/2010/main" val="1476328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E4B2-2746-349D-3F69-E60C050420AD}"/>
              </a:ext>
            </a:extLst>
          </p:cNvPr>
          <p:cNvSpPr>
            <a:spLocks noGrp="1"/>
          </p:cNvSpPr>
          <p:nvPr>
            <p:ph type="title"/>
          </p:nvPr>
        </p:nvSpPr>
        <p:spPr>
          <a:xfrm>
            <a:off x="1221306" y="92162"/>
            <a:ext cx="9711308" cy="825946"/>
          </a:xfrm>
        </p:spPr>
        <p:txBody>
          <a:bodyPr vert="horz" wrap="square" lIns="0" tIns="0" rIns="0" bIns="0" rtlCol="0" anchor="ctr">
            <a:normAutofit/>
          </a:bodyPr>
          <a:lstStyle/>
          <a:p>
            <a:r>
              <a:rPr lang="en-US" sz="3200" dirty="0">
                <a:latin typeface="Trebuchet MS" panose="020B0603020202020204" pitchFamily="34" charset="0"/>
              </a:rPr>
              <a:t>Talent Factory – Skill@Scale &amp; Speed</a:t>
            </a:r>
          </a:p>
        </p:txBody>
      </p:sp>
      <p:sp>
        <p:nvSpPr>
          <p:cNvPr id="5" name="Freeform 33">
            <a:extLst>
              <a:ext uri="{FF2B5EF4-FFF2-40B4-BE49-F238E27FC236}">
                <a16:creationId xmlns:a16="http://schemas.microsoft.com/office/drawing/2014/main" id="{39105350-6D25-F774-CFB3-9C7A565D3029}"/>
              </a:ext>
            </a:extLst>
          </p:cNvPr>
          <p:cNvSpPr/>
          <p:nvPr/>
        </p:nvSpPr>
        <p:spPr>
          <a:xfrm>
            <a:off x="4577515" y="2431768"/>
            <a:ext cx="6823140" cy="959880"/>
          </a:xfrm>
          <a:custGeom>
            <a:avLst/>
            <a:gdLst>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4858647"/>
              <a:gd name="connsiteY0" fmla="*/ 8757 h 790575"/>
              <a:gd name="connsiteX1" fmla="*/ 4553847 w 4858647"/>
              <a:gd name="connsiteY1" fmla="*/ 0 h 790575"/>
              <a:gd name="connsiteX2" fmla="*/ 4858647 w 4858647"/>
              <a:gd name="connsiteY2" fmla="*/ 190500 h 790575"/>
              <a:gd name="connsiteX3" fmla="*/ 4858647 w 4858647"/>
              <a:gd name="connsiteY3" fmla="*/ 571500 h 790575"/>
              <a:gd name="connsiteX4" fmla="*/ 4639572 w 4858647"/>
              <a:gd name="connsiteY4" fmla="*/ 790575 h 790575"/>
              <a:gd name="connsiteX5" fmla="*/ 3772797 w 4858647"/>
              <a:gd name="connsiteY5" fmla="*/ 790575 h 790575"/>
              <a:gd name="connsiteX0" fmla="*/ 0 w 5303054"/>
              <a:gd name="connsiteY0" fmla="*/ 8757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24131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8757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0 h 797192"/>
              <a:gd name="connsiteX1" fmla="*/ 4998254 w 5303054"/>
              <a:gd name="connsiteY1" fmla="*/ 6617 h 797192"/>
              <a:gd name="connsiteX2" fmla="*/ 5303054 w 5303054"/>
              <a:gd name="connsiteY2" fmla="*/ 197117 h 797192"/>
              <a:gd name="connsiteX3" fmla="*/ 5303054 w 5303054"/>
              <a:gd name="connsiteY3" fmla="*/ 578117 h 797192"/>
              <a:gd name="connsiteX4" fmla="*/ 5083979 w 5303054"/>
              <a:gd name="connsiteY4" fmla="*/ 797192 h 797192"/>
              <a:gd name="connsiteX5" fmla="*/ 4217204 w 5303054"/>
              <a:gd name="connsiteY5" fmla="*/ 797192 h 797192"/>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3054" h="790575">
                <a:moveTo>
                  <a:pt x="0" y="1070"/>
                </a:moveTo>
                <a:lnTo>
                  <a:pt x="4998254" y="0"/>
                </a:lnTo>
                <a:cubicBezTo>
                  <a:pt x="5279939" y="3175"/>
                  <a:pt x="5299879" y="19050"/>
                  <a:pt x="5303054" y="190500"/>
                </a:cubicBezTo>
                <a:lnTo>
                  <a:pt x="5303054" y="571500"/>
                </a:lnTo>
                <a:cubicBezTo>
                  <a:pt x="5299879" y="785897"/>
                  <a:pt x="5284004" y="777875"/>
                  <a:pt x="5083979" y="790575"/>
                </a:cubicBezTo>
                <a:lnTo>
                  <a:pt x="4217204" y="790575"/>
                </a:lnTo>
              </a:path>
            </a:pathLst>
          </a:cu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accent6"/>
              </a:solidFill>
              <a:sym typeface="Arial"/>
            </a:endParaRPr>
          </a:p>
        </p:txBody>
      </p:sp>
      <p:sp>
        <p:nvSpPr>
          <p:cNvPr id="6" name="Rectangle 5">
            <a:extLst>
              <a:ext uri="{FF2B5EF4-FFF2-40B4-BE49-F238E27FC236}">
                <a16:creationId xmlns:a16="http://schemas.microsoft.com/office/drawing/2014/main" id="{9ACD96A4-AF61-EB14-A403-45B43F27DDB8}"/>
              </a:ext>
            </a:extLst>
          </p:cNvPr>
          <p:cNvSpPr/>
          <p:nvPr/>
        </p:nvSpPr>
        <p:spPr>
          <a:xfrm>
            <a:off x="1070648" y="1624481"/>
            <a:ext cx="2511328" cy="4005379"/>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600" dirty="0">
              <a:solidFill>
                <a:schemeClr val="tx2"/>
              </a:solidFill>
              <a:sym typeface="Arial"/>
            </a:endParaRPr>
          </a:p>
        </p:txBody>
      </p:sp>
      <p:sp>
        <p:nvSpPr>
          <p:cNvPr id="7" name="Freeform 39">
            <a:extLst>
              <a:ext uri="{FF2B5EF4-FFF2-40B4-BE49-F238E27FC236}">
                <a16:creationId xmlns:a16="http://schemas.microsoft.com/office/drawing/2014/main" id="{6B307D1A-8373-9ECF-5DDD-CF46403A7F76}"/>
              </a:ext>
            </a:extLst>
          </p:cNvPr>
          <p:cNvSpPr/>
          <p:nvPr/>
        </p:nvSpPr>
        <p:spPr>
          <a:xfrm>
            <a:off x="3985810" y="1592683"/>
            <a:ext cx="1370332" cy="1440278"/>
          </a:xfrm>
          <a:custGeom>
            <a:avLst/>
            <a:gdLst>
              <a:gd name="connsiteX0" fmla="*/ 812800 w 1765300"/>
              <a:gd name="connsiteY0" fmla="*/ 1689100 h 1689100"/>
              <a:gd name="connsiteX1" fmla="*/ 1765300 w 1765300"/>
              <a:gd name="connsiteY1" fmla="*/ 723900 h 1689100"/>
              <a:gd name="connsiteX2" fmla="*/ 0 w 1765300"/>
              <a:gd name="connsiteY2" fmla="*/ 0 h 1689100"/>
              <a:gd name="connsiteX3" fmla="*/ 0 w 1765300"/>
              <a:gd name="connsiteY3" fmla="*/ 1492250 h 1689100"/>
              <a:gd name="connsiteX4" fmla="*/ 812800 w 1765300"/>
              <a:gd name="connsiteY4" fmla="*/ 1689100 h 1689100"/>
              <a:gd name="connsiteX0" fmla="*/ 717550 w 1765300"/>
              <a:gd name="connsiteY0" fmla="*/ 1803400 h 1803400"/>
              <a:gd name="connsiteX1" fmla="*/ 1765300 w 1765300"/>
              <a:gd name="connsiteY1" fmla="*/ 723900 h 1803400"/>
              <a:gd name="connsiteX2" fmla="*/ 0 w 1765300"/>
              <a:gd name="connsiteY2" fmla="*/ 0 h 1803400"/>
              <a:gd name="connsiteX3" fmla="*/ 0 w 1765300"/>
              <a:gd name="connsiteY3" fmla="*/ 1492250 h 1803400"/>
              <a:gd name="connsiteX4" fmla="*/ 717550 w 1765300"/>
              <a:gd name="connsiteY4" fmla="*/ 1803400 h 1803400"/>
              <a:gd name="connsiteX0" fmla="*/ 717550 w 1765300"/>
              <a:gd name="connsiteY0" fmla="*/ 1803927 h 1803927"/>
              <a:gd name="connsiteX1" fmla="*/ 1765300 w 1765300"/>
              <a:gd name="connsiteY1" fmla="*/ 724427 h 1803927"/>
              <a:gd name="connsiteX2" fmla="*/ 0 w 1765300"/>
              <a:gd name="connsiteY2" fmla="*/ 527 h 1803927"/>
              <a:gd name="connsiteX3" fmla="*/ 0 w 1765300"/>
              <a:gd name="connsiteY3" fmla="*/ 1492777 h 1803927"/>
              <a:gd name="connsiteX4" fmla="*/ 717550 w 1765300"/>
              <a:gd name="connsiteY4" fmla="*/ 1803927 h 1803927"/>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5300" h="1804144">
                <a:moveTo>
                  <a:pt x="717550" y="1804144"/>
                </a:moveTo>
                <a:lnTo>
                  <a:pt x="1765300" y="724644"/>
                </a:lnTo>
                <a:cubicBezTo>
                  <a:pt x="1361017" y="330944"/>
                  <a:pt x="709083" y="-18306"/>
                  <a:pt x="0" y="744"/>
                </a:cubicBezTo>
                <a:lnTo>
                  <a:pt x="0" y="1492994"/>
                </a:lnTo>
                <a:cubicBezTo>
                  <a:pt x="429683" y="1399861"/>
                  <a:pt x="700617" y="1725827"/>
                  <a:pt x="717550" y="1804144"/>
                </a:cubicBez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US" sz="1200" b="1" dirty="0"/>
              <a:t>Hire Train Deploy</a:t>
            </a:r>
          </a:p>
        </p:txBody>
      </p:sp>
      <p:sp>
        <p:nvSpPr>
          <p:cNvPr id="8" name="Rectangle 7">
            <a:extLst>
              <a:ext uri="{FF2B5EF4-FFF2-40B4-BE49-F238E27FC236}">
                <a16:creationId xmlns:a16="http://schemas.microsoft.com/office/drawing/2014/main" id="{B528F593-EB84-0E5E-50D5-DA3384E65D53}"/>
              </a:ext>
            </a:extLst>
          </p:cNvPr>
          <p:cNvSpPr/>
          <p:nvPr/>
        </p:nvSpPr>
        <p:spPr>
          <a:xfrm>
            <a:off x="6277299" y="3663464"/>
            <a:ext cx="5221343" cy="63700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188227" indent="-188227" defTabSz="752909">
              <a:buFont typeface="Wingdings" panose="05000000000000000000" pitchFamily="2" charset="2"/>
              <a:buChar char="§"/>
            </a:pPr>
            <a:r>
              <a:rPr lang="en-US" sz="1400" dirty="0">
                <a:solidFill>
                  <a:schemeClr val="accent6">
                    <a:lumMod val="75000"/>
                  </a:schemeClr>
                </a:solidFill>
                <a:sym typeface="Arial"/>
              </a:rPr>
              <a:t>Provide organizations with immediate access to expertise and services without the need for long-term commitments. </a:t>
            </a:r>
          </a:p>
          <a:p>
            <a:pPr marL="188227" indent="-188227" defTabSz="752909">
              <a:buFont typeface="Wingdings" panose="05000000000000000000" pitchFamily="2" charset="2"/>
              <a:buChar char="§"/>
            </a:pPr>
            <a:r>
              <a:rPr lang="en-US" sz="1400" dirty="0">
                <a:solidFill>
                  <a:schemeClr val="accent6">
                    <a:lumMod val="75000"/>
                  </a:schemeClr>
                </a:solidFill>
                <a:sym typeface="Arial"/>
              </a:rPr>
              <a:t>Offers flexibility, scalability and cost efficiency</a:t>
            </a:r>
          </a:p>
        </p:txBody>
      </p:sp>
      <p:sp>
        <p:nvSpPr>
          <p:cNvPr id="9" name="Rectangle 8">
            <a:extLst>
              <a:ext uri="{FF2B5EF4-FFF2-40B4-BE49-F238E27FC236}">
                <a16:creationId xmlns:a16="http://schemas.microsoft.com/office/drawing/2014/main" id="{04B8FCC5-2555-301A-AAB3-8F0C7F4ABB0C}"/>
              </a:ext>
            </a:extLst>
          </p:cNvPr>
          <p:cNvSpPr/>
          <p:nvPr/>
        </p:nvSpPr>
        <p:spPr bwMode="auto">
          <a:xfrm flipH="1">
            <a:off x="3569403" y="1420232"/>
            <a:ext cx="419971" cy="4395296"/>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61963" tIns="30981" rIns="61963" bIns="30981" numCol="1" rtlCol="0"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619613" eaLnBrk="0" fontAlgn="base" hangingPunct="0">
              <a:spcBef>
                <a:spcPct val="0"/>
              </a:spcBef>
              <a:spcAft>
                <a:spcPct val="0"/>
              </a:spcAft>
            </a:pPr>
            <a:endParaRPr lang="en-US" sz="1626" b="1" dirty="0">
              <a:solidFill>
                <a:schemeClr val="tx2"/>
              </a:solidFill>
              <a:ea typeface="ＭＳ Ｐゴシック" pitchFamily="-12" charset="-128"/>
              <a:cs typeface="ＭＳ Ｐゴシック" pitchFamily="-12" charset="-128"/>
              <a:sym typeface="Arial"/>
            </a:endParaRPr>
          </a:p>
        </p:txBody>
      </p:sp>
      <p:sp>
        <p:nvSpPr>
          <p:cNvPr id="10" name="Freeform 28">
            <a:extLst>
              <a:ext uri="{FF2B5EF4-FFF2-40B4-BE49-F238E27FC236}">
                <a16:creationId xmlns:a16="http://schemas.microsoft.com/office/drawing/2014/main" id="{2F01EF06-F6BC-3B6A-9843-D91AFA2CA360}"/>
              </a:ext>
            </a:extLst>
          </p:cNvPr>
          <p:cNvSpPr/>
          <p:nvPr/>
        </p:nvSpPr>
        <p:spPr>
          <a:xfrm>
            <a:off x="738857" y="2482083"/>
            <a:ext cx="327911" cy="131802"/>
          </a:xfrm>
          <a:custGeom>
            <a:avLst/>
            <a:gdLst>
              <a:gd name="connsiteX0" fmla="*/ 0 w 215900"/>
              <a:gd name="connsiteY0" fmla="*/ 0 h 165100"/>
              <a:gd name="connsiteX1" fmla="*/ 215900 w 215900"/>
              <a:gd name="connsiteY1" fmla="*/ 165100 h 165100"/>
              <a:gd name="connsiteX2" fmla="*/ 215900 w 215900"/>
              <a:gd name="connsiteY2" fmla="*/ 6350 h 165100"/>
              <a:gd name="connsiteX3" fmla="*/ 0 w 215900"/>
              <a:gd name="connsiteY3" fmla="*/ 0 h 165100"/>
              <a:gd name="connsiteX0" fmla="*/ 0 w 215900"/>
              <a:gd name="connsiteY0" fmla="*/ 0 h 165100"/>
              <a:gd name="connsiteX1" fmla="*/ 215900 w 215900"/>
              <a:gd name="connsiteY1" fmla="*/ 165100 h 165100"/>
              <a:gd name="connsiteX2" fmla="*/ 215900 w 215900"/>
              <a:gd name="connsiteY2" fmla="*/ 1587 h 165100"/>
              <a:gd name="connsiteX3" fmla="*/ 0 w 215900"/>
              <a:gd name="connsiteY3" fmla="*/ 0 h 165100"/>
            </a:gdLst>
            <a:ahLst/>
            <a:cxnLst>
              <a:cxn ang="0">
                <a:pos x="connsiteX0" y="connsiteY0"/>
              </a:cxn>
              <a:cxn ang="0">
                <a:pos x="connsiteX1" y="connsiteY1"/>
              </a:cxn>
              <a:cxn ang="0">
                <a:pos x="connsiteX2" y="connsiteY2"/>
              </a:cxn>
              <a:cxn ang="0">
                <a:pos x="connsiteX3" y="connsiteY3"/>
              </a:cxn>
            </a:cxnLst>
            <a:rect l="l" t="t" r="r" b="b"/>
            <a:pathLst>
              <a:path w="215900" h="165100">
                <a:moveTo>
                  <a:pt x="0" y="0"/>
                </a:moveTo>
                <a:lnTo>
                  <a:pt x="215900" y="165100"/>
                </a:lnTo>
                <a:lnTo>
                  <a:pt x="215900" y="1587"/>
                </a:lnTo>
                <a:lnTo>
                  <a:pt x="0" y="0"/>
                </a:lnTo>
                <a:close/>
              </a:path>
            </a:pathLst>
          </a:cu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600" dirty="0">
              <a:solidFill>
                <a:schemeClr val="tx2"/>
              </a:solidFill>
              <a:sym typeface="Arial"/>
            </a:endParaRPr>
          </a:p>
        </p:txBody>
      </p:sp>
      <p:sp>
        <p:nvSpPr>
          <p:cNvPr id="11" name="Freeform 29">
            <a:extLst>
              <a:ext uri="{FF2B5EF4-FFF2-40B4-BE49-F238E27FC236}">
                <a16:creationId xmlns:a16="http://schemas.microsoft.com/office/drawing/2014/main" id="{DB189D41-9BC8-9917-6BCD-CFFBD4B6CB97}"/>
              </a:ext>
            </a:extLst>
          </p:cNvPr>
          <p:cNvSpPr/>
          <p:nvPr/>
        </p:nvSpPr>
        <p:spPr>
          <a:xfrm>
            <a:off x="741484" y="3374369"/>
            <a:ext cx="327911" cy="131802"/>
          </a:xfrm>
          <a:custGeom>
            <a:avLst/>
            <a:gdLst>
              <a:gd name="connsiteX0" fmla="*/ 0 w 215900"/>
              <a:gd name="connsiteY0" fmla="*/ 0 h 165100"/>
              <a:gd name="connsiteX1" fmla="*/ 215900 w 215900"/>
              <a:gd name="connsiteY1" fmla="*/ 165100 h 165100"/>
              <a:gd name="connsiteX2" fmla="*/ 215900 w 215900"/>
              <a:gd name="connsiteY2" fmla="*/ 6350 h 165100"/>
              <a:gd name="connsiteX3" fmla="*/ 0 w 215900"/>
              <a:gd name="connsiteY3" fmla="*/ 0 h 165100"/>
              <a:gd name="connsiteX0" fmla="*/ 0 w 215900"/>
              <a:gd name="connsiteY0" fmla="*/ 0 h 165100"/>
              <a:gd name="connsiteX1" fmla="*/ 215900 w 215900"/>
              <a:gd name="connsiteY1" fmla="*/ 165100 h 165100"/>
              <a:gd name="connsiteX2" fmla="*/ 215900 w 215900"/>
              <a:gd name="connsiteY2" fmla="*/ 1587 h 165100"/>
              <a:gd name="connsiteX3" fmla="*/ 0 w 215900"/>
              <a:gd name="connsiteY3" fmla="*/ 0 h 165100"/>
            </a:gdLst>
            <a:ahLst/>
            <a:cxnLst>
              <a:cxn ang="0">
                <a:pos x="connsiteX0" y="connsiteY0"/>
              </a:cxn>
              <a:cxn ang="0">
                <a:pos x="connsiteX1" y="connsiteY1"/>
              </a:cxn>
              <a:cxn ang="0">
                <a:pos x="connsiteX2" y="connsiteY2"/>
              </a:cxn>
              <a:cxn ang="0">
                <a:pos x="connsiteX3" y="connsiteY3"/>
              </a:cxn>
            </a:cxnLst>
            <a:rect l="l" t="t" r="r" b="b"/>
            <a:pathLst>
              <a:path w="215900" h="165100">
                <a:moveTo>
                  <a:pt x="0" y="0"/>
                </a:moveTo>
                <a:lnTo>
                  <a:pt x="215900" y="165100"/>
                </a:lnTo>
                <a:lnTo>
                  <a:pt x="215900" y="1587"/>
                </a:lnTo>
                <a:lnTo>
                  <a:pt x="0" y="0"/>
                </a:lnTo>
                <a:close/>
              </a:path>
            </a:pathLst>
          </a:cu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600" dirty="0">
              <a:solidFill>
                <a:schemeClr val="tx2"/>
              </a:solidFill>
              <a:sym typeface="Arial"/>
            </a:endParaRPr>
          </a:p>
        </p:txBody>
      </p:sp>
      <p:sp>
        <p:nvSpPr>
          <p:cNvPr id="12" name="Freeform 30">
            <a:extLst>
              <a:ext uri="{FF2B5EF4-FFF2-40B4-BE49-F238E27FC236}">
                <a16:creationId xmlns:a16="http://schemas.microsoft.com/office/drawing/2014/main" id="{312C68B3-863B-AAC2-259C-0B5C4F0341D0}"/>
              </a:ext>
            </a:extLst>
          </p:cNvPr>
          <p:cNvSpPr/>
          <p:nvPr/>
        </p:nvSpPr>
        <p:spPr>
          <a:xfrm>
            <a:off x="734532" y="4319703"/>
            <a:ext cx="343180" cy="131802"/>
          </a:xfrm>
          <a:custGeom>
            <a:avLst/>
            <a:gdLst>
              <a:gd name="connsiteX0" fmla="*/ 0 w 215900"/>
              <a:gd name="connsiteY0" fmla="*/ 0 h 165100"/>
              <a:gd name="connsiteX1" fmla="*/ 215900 w 215900"/>
              <a:gd name="connsiteY1" fmla="*/ 165100 h 165100"/>
              <a:gd name="connsiteX2" fmla="*/ 215900 w 215900"/>
              <a:gd name="connsiteY2" fmla="*/ 6350 h 165100"/>
              <a:gd name="connsiteX3" fmla="*/ 0 w 215900"/>
              <a:gd name="connsiteY3" fmla="*/ 0 h 165100"/>
              <a:gd name="connsiteX0" fmla="*/ 0 w 215900"/>
              <a:gd name="connsiteY0" fmla="*/ 0 h 165100"/>
              <a:gd name="connsiteX1" fmla="*/ 215900 w 215900"/>
              <a:gd name="connsiteY1" fmla="*/ 165100 h 165100"/>
              <a:gd name="connsiteX2" fmla="*/ 215900 w 215900"/>
              <a:gd name="connsiteY2" fmla="*/ 1587 h 165100"/>
              <a:gd name="connsiteX3" fmla="*/ 0 w 215900"/>
              <a:gd name="connsiteY3" fmla="*/ 0 h 165100"/>
            </a:gdLst>
            <a:ahLst/>
            <a:cxnLst>
              <a:cxn ang="0">
                <a:pos x="connsiteX0" y="connsiteY0"/>
              </a:cxn>
              <a:cxn ang="0">
                <a:pos x="connsiteX1" y="connsiteY1"/>
              </a:cxn>
              <a:cxn ang="0">
                <a:pos x="connsiteX2" y="connsiteY2"/>
              </a:cxn>
              <a:cxn ang="0">
                <a:pos x="connsiteX3" y="connsiteY3"/>
              </a:cxn>
            </a:cxnLst>
            <a:rect l="l" t="t" r="r" b="b"/>
            <a:pathLst>
              <a:path w="215900" h="165100">
                <a:moveTo>
                  <a:pt x="0" y="0"/>
                </a:moveTo>
                <a:lnTo>
                  <a:pt x="215900" y="165100"/>
                </a:lnTo>
                <a:lnTo>
                  <a:pt x="215900" y="1587"/>
                </a:lnTo>
                <a:lnTo>
                  <a:pt x="0" y="0"/>
                </a:lnTo>
                <a:close/>
              </a:path>
            </a:pathLst>
          </a:cu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600" dirty="0">
              <a:solidFill>
                <a:schemeClr val="tx2"/>
              </a:solidFill>
              <a:sym typeface="Arial"/>
            </a:endParaRPr>
          </a:p>
        </p:txBody>
      </p:sp>
      <p:sp>
        <p:nvSpPr>
          <p:cNvPr id="13" name="Freeform 31">
            <a:extLst>
              <a:ext uri="{FF2B5EF4-FFF2-40B4-BE49-F238E27FC236}">
                <a16:creationId xmlns:a16="http://schemas.microsoft.com/office/drawing/2014/main" id="{30541095-183D-3D75-A145-862E1D1393A9}"/>
              </a:ext>
            </a:extLst>
          </p:cNvPr>
          <p:cNvSpPr/>
          <p:nvPr/>
        </p:nvSpPr>
        <p:spPr>
          <a:xfrm>
            <a:off x="737300" y="5221960"/>
            <a:ext cx="327910" cy="131802"/>
          </a:xfrm>
          <a:custGeom>
            <a:avLst/>
            <a:gdLst>
              <a:gd name="connsiteX0" fmla="*/ 0 w 215900"/>
              <a:gd name="connsiteY0" fmla="*/ 0 h 165100"/>
              <a:gd name="connsiteX1" fmla="*/ 215900 w 215900"/>
              <a:gd name="connsiteY1" fmla="*/ 165100 h 165100"/>
              <a:gd name="connsiteX2" fmla="*/ 215900 w 215900"/>
              <a:gd name="connsiteY2" fmla="*/ 6350 h 165100"/>
              <a:gd name="connsiteX3" fmla="*/ 0 w 215900"/>
              <a:gd name="connsiteY3" fmla="*/ 0 h 165100"/>
              <a:gd name="connsiteX0" fmla="*/ 0 w 215900"/>
              <a:gd name="connsiteY0" fmla="*/ 0 h 165100"/>
              <a:gd name="connsiteX1" fmla="*/ 215900 w 215900"/>
              <a:gd name="connsiteY1" fmla="*/ 165100 h 165100"/>
              <a:gd name="connsiteX2" fmla="*/ 215900 w 215900"/>
              <a:gd name="connsiteY2" fmla="*/ 1587 h 165100"/>
              <a:gd name="connsiteX3" fmla="*/ 0 w 215900"/>
              <a:gd name="connsiteY3" fmla="*/ 0 h 165100"/>
            </a:gdLst>
            <a:ahLst/>
            <a:cxnLst>
              <a:cxn ang="0">
                <a:pos x="connsiteX0" y="connsiteY0"/>
              </a:cxn>
              <a:cxn ang="0">
                <a:pos x="connsiteX1" y="connsiteY1"/>
              </a:cxn>
              <a:cxn ang="0">
                <a:pos x="connsiteX2" y="connsiteY2"/>
              </a:cxn>
              <a:cxn ang="0">
                <a:pos x="connsiteX3" y="connsiteY3"/>
              </a:cxn>
            </a:cxnLst>
            <a:rect l="l" t="t" r="r" b="b"/>
            <a:pathLst>
              <a:path w="215900" h="165100">
                <a:moveTo>
                  <a:pt x="0" y="0"/>
                </a:moveTo>
                <a:lnTo>
                  <a:pt x="215900" y="165100"/>
                </a:lnTo>
                <a:lnTo>
                  <a:pt x="215900" y="1587"/>
                </a:lnTo>
                <a:lnTo>
                  <a:pt x="0" y="0"/>
                </a:lnTo>
                <a:close/>
              </a:path>
            </a:pathLst>
          </a:cu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600" dirty="0">
              <a:solidFill>
                <a:schemeClr val="tx2"/>
              </a:solidFill>
              <a:sym typeface="Arial"/>
            </a:endParaRPr>
          </a:p>
        </p:txBody>
      </p:sp>
      <p:sp>
        <p:nvSpPr>
          <p:cNvPr id="14" name="Freeform 32">
            <a:extLst>
              <a:ext uri="{FF2B5EF4-FFF2-40B4-BE49-F238E27FC236}">
                <a16:creationId xmlns:a16="http://schemas.microsoft.com/office/drawing/2014/main" id="{0DA5AEB3-57E4-D090-38D5-D78B39C38149}"/>
              </a:ext>
            </a:extLst>
          </p:cNvPr>
          <p:cNvSpPr/>
          <p:nvPr/>
        </p:nvSpPr>
        <p:spPr>
          <a:xfrm>
            <a:off x="4619719" y="1387089"/>
            <a:ext cx="6823140" cy="897754"/>
          </a:xfrm>
          <a:custGeom>
            <a:avLst/>
            <a:gdLst>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4858647"/>
              <a:gd name="connsiteY0" fmla="*/ 8757 h 790575"/>
              <a:gd name="connsiteX1" fmla="*/ 4553847 w 4858647"/>
              <a:gd name="connsiteY1" fmla="*/ 0 h 790575"/>
              <a:gd name="connsiteX2" fmla="*/ 4858647 w 4858647"/>
              <a:gd name="connsiteY2" fmla="*/ 190500 h 790575"/>
              <a:gd name="connsiteX3" fmla="*/ 4858647 w 4858647"/>
              <a:gd name="connsiteY3" fmla="*/ 571500 h 790575"/>
              <a:gd name="connsiteX4" fmla="*/ 4639572 w 4858647"/>
              <a:gd name="connsiteY4" fmla="*/ 790575 h 790575"/>
              <a:gd name="connsiteX5" fmla="*/ 3772797 w 4858647"/>
              <a:gd name="connsiteY5" fmla="*/ 790575 h 790575"/>
              <a:gd name="connsiteX0" fmla="*/ 0 w 5303054"/>
              <a:gd name="connsiteY0" fmla="*/ 8757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24131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8757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0 h 797192"/>
              <a:gd name="connsiteX1" fmla="*/ 4998254 w 5303054"/>
              <a:gd name="connsiteY1" fmla="*/ 6617 h 797192"/>
              <a:gd name="connsiteX2" fmla="*/ 5303054 w 5303054"/>
              <a:gd name="connsiteY2" fmla="*/ 197117 h 797192"/>
              <a:gd name="connsiteX3" fmla="*/ 5303054 w 5303054"/>
              <a:gd name="connsiteY3" fmla="*/ 578117 h 797192"/>
              <a:gd name="connsiteX4" fmla="*/ 5083979 w 5303054"/>
              <a:gd name="connsiteY4" fmla="*/ 797192 h 797192"/>
              <a:gd name="connsiteX5" fmla="*/ 4217204 w 5303054"/>
              <a:gd name="connsiteY5" fmla="*/ 797192 h 797192"/>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3054" h="790575">
                <a:moveTo>
                  <a:pt x="0" y="1070"/>
                </a:moveTo>
                <a:lnTo>
                  <a:pt x="4998254" y="0"/>
                </a:lnTo>
                <a:cubicBezTo>
                  <a:pt x="5279939" y="3175"/>
                  <a:pt x="5299879" y="19050"/>
                  <a:pt x="5303054" y="190500"/>
                </a:cubicBezTo>
                <a:lnTo>
                  <a:pt x="5303054" y="571500"/>
                </a:lnTo>
                <a:cubicBezTo>
                  <a:pt x="5299879" y="785897"/>
                  <a:pt x="5284004" y="777875"/>
                  <a:pt x="5083979" y="790575"/>
                </a:cubicBezTo>
                <a:lnTo>
                  <a:pt x="4217204" y="790575"/>
                </a:lnTo>
              </a:path>
            </a:pathLst>
          </a:cu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15" name="Freeform 34">
            <a:extLst>
              <a:ext uri="{FF2B5EF4-FFF2-40B4-BE49-F238E27FC236}">
                <a16:creationId xmlns:a16="http://schemas.microsoft.com/office/drawing/2014/main" id="{BB519B08-CA19-830F-3817-1F9428C87AFF}"/>
              </a:ext>
            </a:extLst>
          </p:cNvPr>
          <p:cNvSpPr/>
          <p:nvPr/>
        </p:nvSpPr>
        <p:spPr>
          <a:xfrm>
            <a:off x="4619719" y="3611030"/>
            <a:ext cx="6823140" cy="767454"/>
          </a:xfrm>
          <a:custGeom>
            <a:avLst/>
            <a:gdLst>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4858647"/>
              <a:gd name="connsiteY0" fmla="*/ 8757 h 790575"/>
              <a:gd name="connsiteX1" fmla="*/ 4553847 w 4858647"/>
              <a:gd name="connsiteY1" fmla="*/ 0 h 790575"/>
              <a:gd name="connsiteX2" fmla="*/ 4858647 w 4858647"/>
              <a:gd name="connsiteY2" fmla="*/ 190500 h 790575"/>
              <a:gd name="connsiteX3" fmla="*/ 4858647 w 4858647"/>
              <a:gd name="connsiteY3" fmla="*/ 571500 h 790575"/>
              <a:gd name="connsiteX4" fmla="*/ 4639572 w 4858647"/>
              <a:gd name="connsiteY4" fmla="*/ 790575 h 790575"/>
              <a:gd name="connsiteX5" fmla="*/ 3772797 w 4858647"/>
              <a:gd name="connsiteY5" fmla="*/ 790575 h 790575"/>
              <a:gd name="connsiteX0" fmla="*/ 0 w 5303054"/>
              <a:gd name="connsiteY0" fmla="*/ 8757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24131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8757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0 h 797192"/>
              <a:gd name="connsiteX1" fmla="*/ 4998254 w 5303054"/>
              <a:gd name="connsiteY1" fmla="*/ 6617 h 797192"/>
              <a:gd name="connsiteX2" fmla="*/ 5303054 w 5303054"/>
              <a:gd name="connsiteY2" fmla="*/ 197117 h 797192"/>
              <a:gd name="connsiteX3" fmla="*/ 5303054 w 5303054"/>
              <a:gd name="connsiteY3" fmla="*/ 578117 h 797192"/>
              <a:gd name="connsiteX4" fmla="*/ 5083979 w 5303054"/>
              <a:gd name="connsiteY4" fmla="*/ 797192 h 797192"/>
              <a:gd name="connsiteX5" fmla="*/ 4217204 w 5303054"/>
              <a:gd name="connsiteY5" fmla="*/ 797192 h 797192"/>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3054" h="790575">
                <a:moveTo>
                  <a:pt x="0" y="1070"/>
                </a:moveTo>
                <a:lnTo>
                  <a:pt x="4998254" y="0"/>
                </a:lnTo>
                <a:cubicBezTo>
                  <a:pt x="5279939" y="3175"/>
                  <a:pt x="5299879" y="19050"/>
                  <a:pt x="5303054" y="190500"/>
                </a:cubicBezTo>
                <a:lnTo>
                  <a:pt x="5303054" y="571500"/>
                </a:lnTo>
                <a:cubicBezTo>
                  <a:pt x="5299879" y="785897"/>
                  <a:pt x="5284004" y="777875"/>
                  <a:pt x="5083979" y="790575"/>
                </a:cubicBezTo>
                <a:lnTo>
                  <a:pt x="4217204" y="790575"/>
                </a:lnTo>
              </a:path>
            </a:pathLst>
          </a:cu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16" name="Freeform 35">
            <a:extLst>
              <a:ext uri="{FF2B5EF4-FFF2-40B4-BE49-F238E27FC236}">
                <a16:creationId xmlns:a16="http://schemas.microsoft.com/office/drawing/2014/main" id="{003C699A-FB6D-DC91-921D-B0A9DAD7903A}"/>
              </a:ext>
            </a:extLst>
          </p:cNvPr>
          <p:cNvSpPr/>
          <p:nvPr/>
        </p:nvSpPr>
        <p:spPr>
          <a:xfrm>
            <a:off x="4659640" y="4520421"/>
            <a:ext cx="6783219" cy="1009511"/>
          </a:xfrm>
          <a:custGeom>
            <a:avLst/>
            <a:gdLst>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1828800"/>
              <a:gd name="connsiteY0" fmla="*/ 0 h 790575"/>
              <a:gd name="connsiteX1" fmla="*/ 1524000 w 1828800"/>
              <a:gd name="connsiteY1" fmla="*/ 0 h 790575"/>
              <a:gd name="connsiteX2" fmla="*/ 1828800 w 1828800"/>
              <a:gd name="connsiteY2" fmla="*/ 190500 h 790575"/>
              <a:gd name="connsiteX3" fmla="*/ 1828800 w 1828800"/>
              <a:gd name="connsiteY3" fmla="*/ 571500 h 790575"/>
              <a:gd name="connsiteX4" fmla="*/ 1609725 w 1828800"/>
              <a:gd name="connsiteY4" fmla="*/ 790575 h 790575"/>
              <a:gd name="connsiteX5" fmla="*/ 742950 w 1828800"/>
              <a:gd name="connsiteY5" fmla="*/ 790575 h 790575"/>
              <a:gd name="connsiteX0" fmla="*/ 0 w 4858647"/>
              <a:gd name="connsiteY0" fmla="*/ 8757 h 790575"/>
              <a:gd name="connsiteX1" fmla="*/ 4553847 w 4858647"/>
              <a:gd name="connsiteY1" fmla="*/ 0 h 790575"/>
              <a:gd name="connsiteX2" fmla="*/ 4858647 w 4858647"/>
              <a:gd name="connsiteY2" fmla="*/ 190500 h 790575"/>
              <a:gd name="connsiteX3" fmla="*/ 4858647 w 4858647"/>
              <a:gd name="connsiteY3" fmla="*/ 571500 h 790575"/>
              <a:gd name="connsiteX4" fmla="*/ 4639572 w 4858647"/>
              <a:gd name="connsiteY4" fmla="*/ 790575 h 790575"/>
              <a:gd name="connsiteX5" fmla="*/ 3772797 w 4858647"/>
              <a:gd name="connsiteY5" fmla="*/ 790575 h 790575"/>
              <a:gd name="connsiteX0" fmla="*/ 0 w 5303054"/>
              <a:gd name="connsiteY0" fmla="*/ 8757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24131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8757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0 h 797192"/>
              <a:gd name="connsiteX1" fmla="*/ 4998254 w 5303054"/>
              <a:gd name="connsiteY1" fmla="*/ 6617 h 797192"/>
              <a:gd name="connsiteX2" fmla="*/ 5303054 w 5303054"/>
              <a:gd name="connsiteY2" fmla="*/ 197117 h 797192"/>
              <a:gd name="connsiteX3" fmla="*/ 5303054 w 5303054"/>
              <a:gd name="connsiteY3" fmla="*/ 578117 h 797192"/>
              <a:gd name="connsiteX4" fmla="*/ 5083979 w 5303054"/>
              <a:gd name="connsiteY4" fmla="*/ 797192 h 797192"/>
              <a:gd name="connsiteX5" fmla="*/ 4217204 w 5303054"/>
              <a:gd name="connsiteY5" fmla="*/ 797192 h 797192"/>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 name="connsiteX0" fmla="*/ 0 w 5303054"/>
              <a:gd name="connsiteY0" fmla="*/ 1070 h 790575"/>
              <a:gd name="connsiteX1" fmla="*/ 4998254 w 5303054"/>
              <a:gd name="connsiteY1" fmla="*/ 0 h 790575"/>
              <a:gd name="connsiteX2" fmla="*/ 5303054 w 5303054"/>
              <a:gd name="connsiteY2" fmla="*/ 190500 h 790575"/>
              <a:gd name="connsiteX3" fmla="*/ 5303054 w 5303054"/>
              <a:gd name="connsiteY3" fmla="*/ 571500 h 790575"/>
              <a:gd name="connsiteX4" fmla="*/ 5083979 w 5303054"/>
              <a:gd name="connsiteY4" fmla="*/ 790575 h 790575"/>
              <a:gd name="connsiteX5" fmla="*/ 4217204 w 5303054"/>
              <a:gd name="connsiteY5" fmla="*/ 790575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3054" h="790575">
                <a:moveTo>
                  <a:pt x="0" y="1070"/>
                </a:moveTo>
                <a:lnTo>
                  <a:pt x="4998254" y="0"/>
                </a:lnTo>
                <a:cubicBezTo>
                  <a:pt x="5279939" y="3175"/>
                  <a:pt x="5299879" y="19050"/>
                  <a:pt x="5303054" y="190500"/>
                </a:cubicBezTo>
                <a:lnTo>
                  <a:pt x="5303054" y="571500"/>
                </a:lnTo>
                <a:cubicBezTo>
                  <a:pt x="5299879" y="785897"/>
                  <a:pt x="5284004" y="777875"/>
                  <a:pt x="5083979" y="790575"/>
                </a:cubicBezTo>
                <a:lnTo>
                  <a:pt x="4217204" y="790575"/>
                </a:lnTo>
              </a:path>
            </a:pathLst>
          </a:cu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17" name="Freeform 36">
            <a:extLst>
              <a:ext uri="{FF2B5EF4-FFF2-40B4-BE49-F238E27FC236}">
                <a16:creationId xmlns:a16="http://schemas.microsoft.com/office/drawing/2014/main" id="{515F6A8D-4242-3A3D-41DD-2EFC8DA3CC56}"/>
              </a:ext>
            </a:extLst>
          </p:cNvPr>
          <p:cNvSpPr/>
          <p:nvPr/>
        </p:nvSpPr>
        <p:spPr>
          <a:xfrm rot="8063071">
            <a:off x="3778768" y="4185025"/>
            <a:ext cx="1433190" cy="1501520"/>
          </a:xfrm>
          <a:custGeom>
            <a:avLst/>
            <a:gdLst>
              <a:gd name="connsiteX0" fmla="*/ 812800 w 1765300"/>
              <a:gd name="connsiteY0" fmla="*/ 1689100 h 1689100"/>
              <a:gd name="connsiteX1" fmla="*/ 1765300 w 1765300"/>
              <a:gd name="connsiteY1" fmla="*/ 723900 h 1689100"/>
              <a:gd name="connsiteX2" fmla="*/ 0 w 1765300"/>
              <a:gd name="connsiteY2" fmla="*/ 0 h 1689100"/>
              <a:gd name="connsiteX3" fmla="*/ 0 w 1765300"/>
              <a:gd name="connsiteY3" fmla="*/ 1492250 h 1689100"/>
              <a:gd name="connsiteX4" fmla="*/ 812800 w 1765300"/>
              <a:gd name="connsiteY4" fmla="*/ 1689100 h 1689100"/>
              <a:gd name="connsiteX0" fmla="*/ 717550 w 1765300"/>
              <a:gd name="connsiteY0" fmla="*/ 1803400 h 1803400"/>
              <a:gd name="connsiteX1" fmla="*/ 1765300 w 1765300"/>
              <a:gd name="connsiteY1" fmla="*/ 723900 h 1803400"/>
              <a:gd name="connsiteX2" fmla="*/ 0 w 1765300"/>
              <a:gd name="connsiteY2" fmla="*/ 0 h 1803400"/>
              <a:gd name="connsiteX3" fmla="*/ 0 w 1765300"/>
              <a:gd name="connsiteY3" fmla="*/ 1492250 h 1803400"/>
              <a:gd name="connsiteX4" fmla="*/ 717550 w 1765300"/>
              <a:gd name="connsiteY4" fmla="*/ 1803400 h 1803400"/>
              <a:gd name="connsiteX0" fmla="*/ 717550 w 1765300"/>
              <a:gd name="connsiteY0" fmla="*/ 1803927 h 1803927"/>
              <a:gd name="connsiteX1" fmla="*/ 1765300 w 1765300"/>
              <a:gd name="connsiteY1" fmla="*/ 724427 h 1803927"/>
              <a:gd name="connsiteX2" fmla="*/ 0 w 1765300"/>
              <a:gd name="connsiteY2" fmla="*/ 527 h 1803927"/>
              <a:gd name="connsiteX3" fmla="*/ 0 w 1765300"/>
              <a:gd name="connsiteY3" fmla="*/ 1492777 h 1803927"/>
              <a:gd name="connsiteX4" fmla="*/ 717550 w 1765300"/>
              <a:gd name="connsiteY4" fmla="*/ 1803927 h 1803927"/>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5300" h="1804144">
                <a:moveTo>
                  <a:pt x="717550" y="1804144"/>
                </a:moveTo>
                <a:lnTo>
                  <a:pt x="1765300" y="724644"/>
                </a:lnTo>
                <a:cubicBezTo>
                  <a:pt x="1361017" y="330944"/>
                  <a:pt x="709083" y="-18306"/>
                  <a:pt x="0" y="744"/>
                </a:cubicBezTo>
                <a:lnTo>
                  <a:pt x="0" y="1492994"/>
                </a:lnTo>
                <a:cubicBezTo>
                  <a:pt x="429683" y="1399861"/>
                  <a:pt x="700617" y="1725827"/>
                  <a:pt x="717550" y="1804144"/>
                </a:cubicBezTo>
                <a:close/>
              </a:path>
            </a:pathLst>
          </a:custGeom>
          <a:solidFill>
            <a:srgbClr val="85B2F6"/>
          </a:solidFill>
          <a:ln>
            <a:no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000" dirty="0">
              <a:solidFill>
                <a:schemeClr val="bg1"/>
              </a:solidFill>
              <a:sym typeface="Arial"/>
            </a:endParaRPr>
          </a:p>
        </p:txBody>
      </p:sp>
      <p:sp>
        <p:nvSpPr>
          <p:cNvPr id="18" name="Freeform 37">
            <a:extLst>
              <a:ext uri="{FF2B5EF4-FFF2-40B4-BE49-F238E27FC236}">
                <a16:creationId xmlns:a16="http://schemas.microsoft.com/office/drawing/2014/main" id="{F5544BA1-278C-1915-9EC1-BDFFE07146A7}"/>
              </a:ext>
            </a:extLst>
          </p:cNvPr>
          <p:cNvSpPr/>
          <p:nvPr/>
        </p:nvSpPr>
        <p:spPr>
          <a:xfrm rot="5400000">
            <a:off x="4653942" y="3646154"/>
            <a:ext cx="1262907" cy="1192557"/>
          </a:xfrm>
          <a:custGeom>
            <a:avLst/>
            <a:gdLst>
              <a:gd name="connsiteX0" fmla="*/ 812800 w 1765300"/>
              <a:gd name="connsiteY0" fmla="*/ 1689100 h 1689100"/>
              <a:gd name="connsiteX1" fmla="*/ 1765300 w 1765300"/>
              <a:gd name="connsiteY1" fmla="*/ 723900 h 1689100"/>
              <a:gd name="connsiteX2" fmla="*/ 0 w 1765300"/>
              <a:gd name="connsiteY2" fmla="*/ 0 h 1689100"/>
              <a:gd name="connsiteX3" fmla="*/ 0 w 1765300"/>
              <a:gd name="connsiteY3" fmla="*/ 1492250 h 1689100"/>
              <a:gd name="connsiteX4" fmla="*/ 812800 w 1765300"/>
              <a:gd name="connsiteY4" fmla="*/ 1689100 h 1689100"/>
              <a:gd name="connsiteX0" fmla="*/ 717550 w 1765300"/>
              <a:gd name="connsiteY0" fmla="*/ 1803400 h 1803400"/>
              <a:gd name="connsiteX1" fmla="*/ 1765300 w 1765300"/>
              <a:gd name="connsiteY1" fmla="*/ 723900 h 1803400"/>
              <a:gd name="connsiteX2" fmla="*/ 0 w 1765300"/>
              <a:gd name="connsiteY2" fmla="*/ 0 h 1803400"/>
              <a:gd name="connsiteX3" fmla="*/ 0 w 1765300"/>
              <a:gd name="connsiteY3" fmla="*/ 1492250 h 1803400"/>
              <a:gd name="connsiteX4" fmla="*/ 717550 w 1765300"/>
              <a:gd name="connsiteY4" fmla="*/ 1803400 h 1803400"/>
              <a:gd name="connsiteX0" fmla="*/ 717550 w 1765300"/>
              <a:gd name="connsiteY0" fmla="*/ 1803927 h 1803927"/>
              <a:gd name="connsiteX1" fmla="*/ 1765300 w 1765300"/>
              <a:gd name="connsiteY1" fmla="*/ 724427 h 1803927"/>
              <a:gd name="connsiteX2" fmla="*/ 0 w 1765300"/>
              <a:gd name="connsiteY2" fmla="*/ 527 h 1803927"/>
              <a:gd name="connsiteX3" fmla="*/ 0 w 1765300"/>
              <a:gd name="connsiteY3" fmla="*/ 1492777 h 1803927"/>
              <a:gd name="connsiteX4" fmla="*/ 717550 w 1765300"/>
              <a:gd name="connsiteY4" fmla="*/ 1803927 h 1803927"/>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5300" h="1804144">
                <a:moveTo>
                  <a:pt x="717550" y="1804144"/>
                </a:moveTo>
                <a:lnTo>
                  <a:pt x="1765300" y="724644"/>
                </a:lnTo>
                <a:cubicBezTo>
                  <a:pt x="1361017" y="330944"/>
                  <a:pt x="709083" y="-18306"/>
                  <a:pt x="0" y="744"/>
                </a:cubicBezTo>
                <a:lnTo>
                  <a:pt x="0" y="1492994"/>
                </a:lnTo>
                <a:cubicBezTo>
                  <a:pt x="429683" y="1399861"/>
                  <a:pt x="700617" y="1725827"/>
                  <a:pt x="717550" y="1804144"/>
                </a:cubicBezTo>
                <a:close/>
              </a:path>
            </a:pathLst>
          </a:custGeom>
          <a:solidFill>
            <a:srgbClr val="0E58C4"/>
          </a:solidFill>
          <a:ln>
            <a:no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885062">
              <a:defRPr/>
            </a:pPr>
            <a:endParaRPr lang="en-US" sz="1000" b="1" dirty="0">
              <a:solidFill>
                <a:schemeClr val="bg1"/>
              </a:solidFill>
              <a:cs typeface="Calibri" panose="020F0502020204030204" pitchFamily="34" charset="0"/>
              <a:sym typeface="Arial"/>
            </a:endParaRPr>
          </a:p>
        </p:txBody>
      </p:sp>
      <p:sp>
        <p:nvSpPr>
          <p:cNvPr id="19" name="Freeform 38">
            <a:extLst>
              <a:ext uri="{FF2B5EF4-FFF2-40B4-BE49-F238E27FC236}">
                <a16:creationId xmlns:a16="http://schemas.microsoft.com/office/drawing/2014/main" id="{A08B558E-4F91-C82D-AF7B-DEDAA64BE80C}"/>
              </a:ext>
            </a:extLst>
          </p:cNvPr>
          <p:cNvSpPr/>
          <p:nvPr/>
        </p:nvSpPr>
        <p:spPr>
          <a:xfrm rot="2719109">
            <a:off x="4597981" y="2510817"/>
            <a:ext cx="1409268" cy="1400485"/>
          </a:xfrm>
          <a:custGeom>
            <a:avLst/>
            <a:gdLst>
              <a:gd name="connsiteX0" fmla="*/ 812800 w 1765300"/>
              <a:gd name="connsiteY0" fmla="*/ 1689100 h 1689100"/>
              <a:gd name="connsiteX1" fmla="*/ 1765300 w 1765300"/>
              <a:gd name="connsiteY1" fmla="*/ 723900 h 1689100"/>
              <a:gd name="connsiteX2" fmla="*/ 0 w 1765300"/>
              <a:gd name="connsiteY2" fmla="*/ 0 h 1689100"/>
              <a:gd name="connsiteX3" fmla="*/ 0 w 1765300"/>
              <a:gd name="connsiteY3" fmla="*/ 1492250 h 1689100"/>
              <a:gd name="connsiteX4" fmla="*/ 812800 w 1765300"/>
              <a:gd name="connsiteY4" fmla="*/ 1689100 h 1689100"/>
              <a:gd name="connsiteX0" fmla="*/ 717550 w 1765300"/>
              <a:gd name="connsiteY0" fmla="*/ 1803400 h 1803400"/>
              <a:gd name="connsiteX1" fmla="*/ 1765300 w 1765300"/>
              <a:gd name="connsiteY1" fmla="*/ 723900 h 1803400"/>
              <a:gd name="connsiteX2" fmla="*/ 0 w 1765300"/>
              <a:gd name="connsiteY2" fmla="*/ 0 h 1803400"/>
              <a:gd name="connsiteX3" fmla="*/ 0 w 1765300"/>
              <a:gd name="connsiteY3" fmla="*/ 1492250 h 1803400"/>
              <a:gd name="connsiteX4" fmla="*/ 717550 w 1765300"/>
              <a:gd name="connsiteY4" fmla="*/ 1803400 h 1803400"/>
              <a:gd name="connsiteX0" fmla="*/ 717550 w 1765300"/>
              <a:gd name="connsiteY0" fmla="*/ 1803927 h 1803927"/>
              <a:gd name="connsiteX1" fmla="*/ 1765300 w 1765300"/>
              <a:gd name="connsiteY1" fmla="*/ 724427 h 1803927"/>
              <a:gd name="connsiteX2" fmla="*/ 0 w 1765300"/>
              <a:gd name="connsiteY2" fmla="*/ 527 h 1803927"/>
              <a:gd name="connsiteX3" fmla="*/ 0 w 1765300"/>
              <a:gd name="connsiteY3" fmla="*/ 1492777 h 1803927"/>
              <a:gd name="connsiteX4" fmla="*/ 717550 w 1765300"/>
              <a:gd name="connsiteY4" fmla="*/ 1803927 h 1803927"/>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 name="connsiteX0" fmla="*/ 717550 w 1765300"/>
              <a:gd name="connsiteY0" fmla="*/ 1804144 h 1804144"/>
              <a:gd name="connsiteX1" fmla="*/ 1765300 w 1765300"/>
              <a:gd name="connsiteY1" fmla="*/ 724644 h 1804144"/>
              <a:gd name="connsiteX2" fmla="*/ 0 w 1765300"/>
              <a:gd name="connsiteY2" fmla="*/ 744 h 1804144"/>
              <a:gd name="connsiteX3" fmla="*/ 0 w 1765300"/>
              <a:gd name="connsiteY3" fmla="*/ 1492994 h 1804144"/>
              <a:gd name="connsiteX4" fmla="*/ 717550 w 1765300"/>
              <a:gd name="connsiteY4" fmla="*/ 1804144 h 180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5300" h="1804144">
                <a:moveTo>
                  <a:pt x="717550" y="1804144"/>
                </a:moveTo>
                <a:lnTo>
                  <a:pt x="1765300" y="724644"/>
                </a:lnTo>
                <a:cubicBezTo>
                  <a:pt x="1361017" y="330944"/>
                  <a:pt x="709083" y="-18306"/>
                  <a:pt x="0" y="744"/>
                </a:cubicBezTo>
                <a:lnTo>
                  <a:pt x="0" y="1492994"/>
                </a:lnTo>
                <a:cubicBezTo>
                  <a:pt x="429683" y="1399861"/>
                  <a:pt x="700617" y="1725827"/>
                  <a:pt x="717550" y="1804144"/>
                </a:cubicBezTo>
                <a:close/>
              </a:path>
            </a:pathLst>
          </a:custGeom>
          <a:solidFill>
            <a:schemeClr val="bg2">
              <a:lumMod val="9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000" b="1" dirty="0">
              <a:solidFill>
                <a:schemeClr val="bg1"/>
              </a:solidFill>
              <a:sym typeface="Arial"/>
            </a:endParaRPr>
          </a:p>
        </p:txBody>
      </p:sp>
      <p:sp>
        <p:nvSpPr>
          <p:cNvPr id="20" name="Oval 19">
            <a:extLst>
              <a:ext uri="{FF2B5EF4-FFF2-40B4-BE49-F238E27FC236}">
                <a16:creationId xmlns:a16="http://schemas.microsoft.com/office/drawing/2014/main" id="{359002E3-D462-77ED-97D0-E2DC44413129}"/>
              </a:ext>
            </a:extLst>
          </p:cNvPr>
          <p:cNvSpPr/>
          <p:nvPr/>
        </p:nvSpPr>
        <p:spPr>
          <a:xfrm>
            <a:off x="4303332" y="1417821"/>
            <a:ext cx="645930" cy="664282"/>
          </a:xfrm>
          <a:prstGeom prst="ellipse">
            <a:avLst/>
          </a:prstGeom>
          <a:solidFill>
            <a:schemeClr val="bg1"/>
          </a:solidFill>
          <a:ln>
            <a:noFill/>
          </a:ln>
          <a:effectLst>
            <a:outerShdw blurRad="50800" dist="38100" dir="18900000" algn="b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21" name="Rectangle 20">
            <a:extLst>
              <a:ext uri="{FF2B5EF4-FFF2-40B4-BE49-F238E27FC236}">
                <a16:creationId xmlns:a16="http://schemas.microsoft.com/office/drawing/2014/main" id="{F1A01A3B-510A-D712-FC19-2A0C1E1250CC}"/>
              </a:ext>
            </a:extLst>
          </p:cNvPr>
          <p:cNvSpPr/>
          <p:nvPr/>
        </p:nvSpPr>
        <p:spPr>
          <a:xfrm>
            <a:off x="4659640" y="3820721"/>
            <a:ext cx="1089378" cy="259045"/>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885082">
              <a:lnSpc>
                <a:spcPts val="1288"/>
              </a:lnSpc>
            </a:pPr>
            <a:endParaRPr lang="en-US" sz="1084" b="1" dirty="0">
              <a:solidFill>
                <a:schemeClr val="tx2"/>
              </a:solidFill>
              <a:sym typeface="Arial"/>
            </a:endParaRPr>
          </a:p>
        </p:txBody>
      </p:sp>
      <p:sp>
        <p:nvSpPr>
          <p:cNvPr id="22" name="Oval 21">
            <a:extLst>
              <a:ext uri="{FF2B5EF4-FFF2-40B4-BE49-F238E27FC236}">
                <a16:creationId xmlns:a16="http://schemas.microsoft.com/office/drawing/2014/main" id="{E07A1915-B33F-41E9-536B-E77C6737F7EF}"/>
              </a:ext>
            </a:extLst>
          </p:cNvPr>
          <p:cNvSpPr/>
          <p:nvPr/>
        </p:nvSpPr>
        <p:spPr>
          <a:xfrm>
            <a:off x="5375283" y="2347785"/>
            <a:ext cx="645930" cy="664282"/>
          </a:xfrm>
          <a:prstGeom prst="ellipse">
            <a:avLst/>
          </a:prstGeom>
          <a:solidFill>
            <a:schemeClr val="bg1"/>
          </a:solidFill>
          <a:ln>
            <a:noFill/>
          </a:ln>
          <a:effectLst>
            <a:outerShdw blurRad="50800" dist="38100" dir="18900000" algn="b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23" name="Oval 22">
            <a:extLst>
              <a:ext uri="{FF2B5EF4-FFF2-40B4-BE49-F238E27FC236}">
                <a16:creationId xmlns:a16="http://schemas.microsoft.com/office/drawing/2014/main" id="{E24FD30F-5DC3-27B1-D3FF-707B4FC00561}"/>
              </a:ext>
            </a:extLst>
          </p:cNvPr>
          <p:cNvSpPr/>
          <p:nvPr/>
        </p:nvSpPr>
        <p:spPr>
          <a:xfrm>
            <a:off x="5633039" y="3522764"/>
            <a:ext cx="647118" cy="665505"/>
          </a:xfrm>
          <a:prstGeom prst="ellipse">
            <a:avLst/>
          </a:prstGeom>
          <a:solidFill>
            <a:schemeClr val="bg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24" name="Rectangle 23">
            <a:extLst>
              <a:ext uri="{FF2B5EF4-FFF2-40B4-BE49-F238E27FC236}">
                <a16:creationId xmlns:a16="http://schemas.microsoft.com/office/drawing/2014/main" id="{F0263A69-EC7F-199D-7202-DC26B887AE42}"/>
              </a:ext>
            </a:extLst>
          </p:cNvPr>
          <p:cNvSpPr/>
          <p:nvPr/>
        </p:nvSpPr>
        <p:spPr>
          <a:xfrm>
            <a:off x="5705278" y="4544525"/>
            <a:ext cx="5624263" cy="94259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defTabSz="752909"/>
            <a:r>
              <a:rPr lang="en-US" sz="1400" dirty="0">
                <a:solidFill>
                  <a:schemeClr val="accent6">
                    <a:lumMod val="75000"/>
                  </a:schemeClr>
                </a:solidFill>
                <a:sym typeface="Arial"/>
              </a:rPr>
              <a:t>To increase the success rate of our Hire-Train-Deploy model, we support both clients and candidates throughout the process and post deployment.</a:t>
            </a:r>
            <a:endParaRPr lang="en-US" sz="1400" dirty="0">
              <a:solidFill>
                <a:schemeClr val="accent6">
                  <a:lumMod val="75000"/>
                </a:schemeClr>
              </a:solidFill>
              <a:cs typeface="Arial" panose="020B0604020202020204" pitchFamily="34" charset="0"/>
              <a:sym typeface="Arial"/>
            </a:endParaRPr>
          </a:p>
        </p:txBody>
      </p:sp>
      <p:sp>
        <p:nvSpPr>
          <p:cNvPr id="25" name="Pentagon 45">
            <a:extLst>
              <a:ext uri="{FF2B5EF4-FFF2-40B4-BE49-F238E27FC236}">
                <a16:creationId xmlns:a16="http://schemas.microsoft.com/office/drawing/2014/main" id="{2743EF10-3925-7706-9589-1FB61FA31304}"/>
              </a:ext>
            </a:extLst>
          </p:cNvPr>
          <p:cNvSpPr/>
          <p:nvPr/>
        </p:nvSpPr>
        <p:spPr>
          <a:xfrm>
            <a:off x="9102113" y="2225036"/>
            <a:ext cx="967483" cy="142828"/>
          </a:xfrm>
          <a:prstGeom prst="homePlate">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26" name="Rectangle 25">
            <a:extLst>
              <a:ext uri="{FF2B5EF4-FFF2-40B4-BE49-F238E27FC236}">
                <a16:creationId xmlns:a16="http://schemas.microsoft.com/office/drawing/2014/main" id="{81C5DF56-FEA5-811F-9171-73C66D05C09C}"/>
              </a:ext>
            </a:extLst>
          </p:cNvPr>
          <p:cNvSpPr/>
          <p:nvPr/>
        </p:nvSpPr>
        <p:spPr>
          <a:xfrm>
            <a:off x="6042482" y="2527967"/>
            <a:ext cx="5487436" cy="8399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61963" tIns="30981" rIns="61963" bIns="30981"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defTabSz="752909"/>
            <a:r>
              <a:rPr lang="en-US" sz="1400" dirty="0">
                <a:solidFill>
                  <a:schemeClr val="accent6">
                    <a:lumMod val="75000"/>
                  </a:schemeClr>
                </a:solidFill>
                <a:ea typeface="ＭＳ Ｐゴシック" pitchFamily="34" charset="-128"/>
              </a:rPr>
              <a:t>Broaden trainee skill set, fostering adaptability and collaboration. Enhance employees' existing skills or acquiring new ones, ensuring they stay updated</a:t>
            </a:r>
          </a:p>
        </p:txBody>
      </p:sp>
      <p:sp>
        <p:nvSpPr>
          <p:cNvPr id="27" name="Pentagon 47">
            <a:extLst>
              <a:ext uri="{FF2B5EF4-FFF2-40B4-BE49-F238E27FC236}">
                <a16:creationId xmlns:a16="http://schemas.microsoft.com/office/drawing/2014/main" id="{FE623A25-7DE6-4277-20B7-E38F2A65C58A}"/>
              </a:ext>
            </a:extLst>
          </p:cNvPr>
          <p:cNvSpPr/>
          <p:nvPr/>
        </p:nvSpPr>
        <p:spPr>
          <a:xfrm>
            <a:off x="9063775" y="3305827"/>
            <a:ext cx="967483" cy="142828"/>
          </a:xfrm>
          <a:prstGeom prst="homePlat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28" name="Pentagon 48">
            <a:extLst>
              <a:ext uri="{FF2B5EF4-FFF2-40B4-BE49-F238E27FC236}">
                <a16:creationId xmlns:a16="http://schemas.microsoft.com/office/drawing/2014/main" id="{69180052-2450-0633-149E-D4F5495A6D28}"/>
              </a:ext>
            </a:extLst>
          </p:cNvPr>
          <p:cNvSpPr/>
          <p:nvPr/>
        </p:nvSpPr>
        <p:spPr>
          <a:xfrm>
            <a:off x="9102113" y="4320342"/>
            <a:ext cx="967483" cy="142828"/>
          </a:xfrm>
          <a:prstGeom prst="homePlate">
            <a:avLst/>
          </a:prstGeom>
          <a:solidFill>
            <a:schemeClr val="tx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29" name="Pentagon 49">
            <a:extLst>
              <a:ext uri="{FF2B5EF4-FFF2-40B4-BE49-F238E27FC236}">
                <a16:creationId xmlns:a16="http://schemas.microsoft.com/office/drawing/2014/main" id="{DC5AD8B2-1F02-4B42-5A1C-CD326A99FB79}"/>
              </a:ext>
            </a:extLst>
          </p:cNvPr>
          <p:cNvSpPr/>
          <p:nvPr/>
        </p:nvSpPr>
        <p:spPr>
          <a:xfrm>
            <a:off x="9102113" y="5468359"/>
            <a:ext cx="967483" cy="142828"/>
          </a:xfrm>
          <a:prstGeom prst="homePlat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30" name="Rounded Rectangle 51">
            <a:extLst>
              <a:ext uri="{FF2B5EF4-FFF2-40B4-BE49-F238E27FC236}">
                <a16:creationId xmlns:a16="http://schemas.microsoft.com/office/drawing/2014/main" id="{487EF120-7F17-0B36-7C48-CD7A048D4FD7}"/>
              </a:ext>
            </a:extLst>
          </p:cNvPr>
          <p:cNvSpPr/>
          <p:nvPr/>
        </p:nvSpPr>
        <p:spPr>
          <a:xfrm>
            <a:off x="543580" y="1918835"/>
            <a:ext cx="2892722" cy="557305"/>
          </a:xfrm>
          <a:prstGeom prst="roundRect">
            <a:avLst>
              <a:gd name="adj" fmla="val 0"/>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defTabSz="457129">
              <a:defRPr/>
            </a:pPr>
            <a:r>
              <a:rPr lang="en-US" sz="1400" dirty="0">
                <a:solidFill>
                  <a:schemeClr val="tx1"/>
                </a:solidFill>
                <a:cs typeface="Segoe UI" panose="020B0502040204020203" pitchFamily="34" charset="0"/>
              </a:rPr>
              <a:t>High Quality Trained Resources</a:t>
            </a:r>
            <a:endParaRPr lang="en-US" sz="1100" dirty="0">
              <a:solidFill>
                <a:schemeClr val="tx1"/>
              </a:solidFill>
              <a:cs typeface="Segoe UI" panose="020B0502040204020203" pitchFamily="34" charset="0"/>
            </a:endParaRPr>
          </a:p>
        </p:txBody>
      </p:sp>
      <p:sp>
        <p:nvSpPr>
          <p:cNvPr id="31" name="Rounded Rectangle 53">
            <a:extLst>
              <a:ext uri="{FF2B5EF4-FFF2-40B4-BE49-F238E27FC236}">
                <a16:creationId xmlns:a16="http://schemas.microsoft.com/office/drawing/2014/main" id="{D1FBEAEC-95FD-8906-09B0-CFB33C28A6F6}"/>
              </a:ext>
            </a:extLst>
          </p:cNvPr>
          <p:cNvSpPr/>
          <p:nvPr/>
        </p:nvSpPr>
        <p:spPr>
          <a:xfrm>
            <a:off x="557693" y="2815122"/>
            <a:ext cx="2375750" cy="557305"/>
          </a:xfrm>
          <a:prstGeom prst="roundRect">
            <a:avLst>
              <a:gd name="adj" fmla="val 0"/>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US" sz="1400" dirty="0">
                <a:solidFill>
                  <a:schemeClr val="tx1"/>
                </a:solidFill>
              </a:rPr>
              <a:t>Cost is 50% Lesser</a:t>
            </a:r>
          </a:p>
        </p:txBody>
      </p:sp>
      <p:sp>
        <p:nvSpPr>
          <p:cNvPr id="32" name="Rounded Rectangle 54">
            <a:extLst>
              <a:ext uri="{FF2B5EF4-FFF2-40B4-BE49-F238E27FC236}">
                <a16:creationId xmlns:a16="http://schemas.microsoft.com/office/drawing/2014/main" id="{7B6BE293-F573-1A66-BDCA-3B6BA70FDE86}"/>
              </a:ext>
            </a:extLst>
          </p:cNvPr>
          <p:cNvSpPr/>
          <p:nvPr/>
        </p:nvSpPr>
        <p:spPr>
          <a:xfrm>
            <a:off x="508000" y="3757305"/>
            <a:ext cx="3518726" cy="557305"/>
          </a:xfrm>
          <a:prstGeom prst="roundRect">
            <a:avLst>
              <a:gd name="adj" fmla="val 0"/>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defTabSz="457129">
              <a:defRPr/>
            </a:pPr>
            <a:r>
              <a:rPr lang="en-US" sz="1400" dirty="0">
                <a:solidFill>
                  <a:schemeClr val="tx1"/>
                </a:solidFill>
                <a:cs typeface="Segoe UI" panose="020B0502040204020203" pitchFamily="34" charset="0"/>
                <a:sym typeface="Arial"/>
              </a:rPr>
              <a:t>Faster Delivery</a:t>
            </a:r>
            <a:endParaRPr lang="en-US" sz="1050" dirty="0">
              <a:solidFill>
                <a:schemeClr val="tx1"/>
              </a:solidFill>
              <a:cs typeface="Segoe UI" panose="020B0502040204020203" pitchFamily="34" charset="0"/>
              <a:sym typeface="Arial"/>
            </a:endParaRPr>
          </a:p>
        </p:txBody>
      </p:sp>
      <p:sp>
        <p:nvSpPr>
          <p:cNvPr id="33" name="Rounded Rectangle 55">
            <a:extLst>
              <a:ext uri="{FF2B5EF4-FFF2-40B4-BE49-F238E27FC236}">
                <a16:creationId xmlns:a16="http://schemas.microsoft.com/office/drawing/2014/main" id="{08659004-DBBD-B3C0-52C5-A6C045292345}"/>
              </a:ext>
            </a:extLst>
          </p:cNvPr>
          <p:cNvSpPr/>
          <p:nvPr/>
        </p:nvSpPr>
        <p:spPr>
          <a:xfrm>
            <a:off x="548293" y="4658711"/>
            <a:ext cx="2809788" cy="557305"/>
          </a:xfrm>
          <a:prstGeom prst="roundRect">
            <a:avLst>
              <a:gd name="adj" fmla="val 0"/>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defTabSz="457129">
              <a:defRPr/>
            </a:pPr>
            <a:r>
              <a:rPr lang="en-US" sz="1400" dirty="0">
                <a:solidFill>
                  <a:schemeClr val="tx1"/>
                </a:solidFill>
                <a:cs typeface="Segoe UI" panose="020B0502040204020203" pitchFamily="34" charset="0"/>
                <a:sym typeface="Arial"/>
              </a:rPr>
              <a:t>Experienced Trainers with </a:t>
            </a:r>
          </a:p>
          <a:p>
            <a:pPr defTabSz="457129">
              <a:defRPr/>
            </a:pPr>
            <a:r>
              <a:rPr lang="en-US" sz="1400" dirty="0">
                <a:solidFill>
                  <a:schemeClr val="tx1"/>
                </a:solidFill>
                <a:cs typeface="Segoe UI" panose="020B0502040204020203" pitchFamily="34" charset="0"/>
              </a:rPr>
              <a:t>Assessments</a:t>
            </a:r>
          </a:p>
        </p:txBody>
      </p:sp>
      <p:sp>
        <p:nvSpPr>
          <p:cNvPr id="34" name="Block Arc 33">
            <a:extLst>
              <a:ext uri="{FF2B5EF4-FFF2-40B4-BE49-F238E27FC236}">
                <a16:creationId xmlns:a16="http://schemas.microsoft.com/office/drawing/2014/main" id="{6B9AC1ED-6951-1ED9-4108-4F1AFEE142B3}"/>
              </a:ext>
            </a:extLst>
          </p:cNvPr>
          <p:cNvSpPr/>
          <p:nvPr/>
        </p:nvSpPr>
        <p:spPr>
          <a:xfrm rot="16200000" flipH="1">
            <a:off x="2362827" y="1967980"/>
            <a:ext cx="3324434" cy="3232585"/>
          </a:xfrm>
          <a:prstGeom prst="blockArc">
            <a:avLst>
              <a:gd name="adj1" fmla="val 10774725"/>
              <a:gd name="adj2" fmla="val 19133"/>
              <a:gd name="adj3" fmla="val 14763"/>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35" name="Block Arc 34">
            <a:extLst>
              <a:ext uri="{FF2B5EF4-FFF2-40B4-BE49-F238E27FC236}">
                <a16:creationId xmlns:a16="http://schemas.microsoft.com/office/drawing/2014/main" id="{F65CA9E9-CFD7-858A-E930-6338CD50DC49}"/>
              </a:ext>
            </a:extLst>
          </p:cNvPr>
          <p:cNvSpPr/>
          <p:nvPr/>
        </p:nvSpPr>
        <p:spPr>
          <a:xfrm rot="16200000" flipH="1">
            <a:off x="2746024" y="2357295"/>
            <a:ext cx="2551844" cy="2481339"/>
          </a:xfrm>
          <a:prstGeom prst="blockArc">
            <a:avLst>
              <a:gd name="adj1" fmla="val 10767222"/>
              <a:gd name="adj2" fmla="val 28312"/>
              <a:gd name="adj3" fmla="val 14407"/>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36" name="Oval 35">
            <a:extLst>
              <a:ext uri="{FF2B5EF4-FFF2-40B4-BE49-F238E27FC236}">
                <a16:creationId xmlns:a16="http://schemas.microsoft.com/office/drawing/2014/main" id="{9A15831E-1041-47DD-886F-1E409B322729}"/>
              </a:ext>
            </a:extLst>
          </p:cNvPr>
          <p:cNvSpPr/>
          <p:nvPr/>
        </p:nvSpPr>
        <p:spPr>
          <a:xfrm>
            <a:off x="3050267" y="2657504"/>
            <a:ext cx="1857441" cy="1910219"/>
          </a:xfrm>
          <a:prstGeom prst="ellipse">
            <a:avLst/>
          </a:prstGeom>
          <a:solidFill>
            <a:srgbClr val="FFFFFF">
              <a:alpha val="4902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37" name="Oval 36">
            <a:extLst>
              <a:ext uri="{FF2B5EF4-FFF2-40B4-BE49-F238E27FC236}">
                <a16:creationId xmlns:a16="http://schemas.microsoft.com/office/drawing/2014/main" id="{091EC8A5-2FD6-52E2-55EB-B9E25E795643}"/>
              </a:ext>
            </a:extLst>
          </p:cNvPr>
          <p:cNvSpPr/>
          <p:nvPr/>
        </p:nvSpPr>
        <p:spPr>
          <a:xfrm>
            <a:off x="3173489" y="2784226"/>
            <a:ext cx="1610999" cy="1656773"/>
          </a:xfrm>
          <a:prstGeom prst="ellipse">
            <a:avLst/>
          </a:prstGeom>
          <a:solidFill>
            <a:schemeClr val="bg1"/>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38" name="Rectangle 37">
            <a:extLst>
              <a:ext uri="{FF2B5EF4-FFF2-40B4-BE49-F238E27FC236}">
                <a16:creationId xmlns:a16="http://schemas.microsoft.com/office/drawing/2014/main" id="{8E862F9E-C0B6-45F3-ED3A-038C11557AAC}"/>
              </a:ext>
            </a:extLst>
          </p:cNvPr>
          <p:cNvSpPr/>
          <p:nvPr/>
        </p:nvSpPr>
        <p:spPr>
          <a:xfrm rot="16200000">
            <a:off x="2829508" y="2703011"/>
            <a:ext cx="2030733" cy="1789901"/>
          </a:xfrm>
          <a:prstGeom prst="rect">
            <a:avLst/>
          </a:prstGeom>
        </p:spPr>
        <p:txBody>
          <a:bodyPr spcFirstLastPara="1" wrap="none" numCol="1">
            <a:prstTxWarp prst="textArchUp">
              <a:avLst>
                <a:gd name="adj" fmla="val 11524335"/>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885062">
              <a:defRPr/>
            </a:pPr>
            <a:endParaRPr lang="en-US" sz="1084" b="1" dirty="0">
              <a:solidFill>
                <a:schemeClr val="tx2"/>
              </a:solidFill>
              <a:cs typeface="Calibri" panose="020F0502020204030204" pitchFamily="34" charset="0"/>
              <a:sym typeface="Arial"/>
            </a:endParaRPr>
          </a:p>
        </p:txBody>
      </p:sp>
      <p:sp>
        <p:nvSpPr>
          <p:cNvPr id="39" name="Rectangle 38">
            <a:extLst>
              <a:ext uri="{FF2B5EF4-FFF2-40B4-BE49-F238E27FC236}">
                <a16:creationId xmlns:a16="http://schemas.microsoft.com/office/drawing/2014/main" id="{2A05FE5A-110A-AC0C-9F02-745B711A6C54}"/>
              </a:ext>
            </a:extLst>
          </p:cNvPr>
          <p:cNvSpPr/>
          <p:nvPr/>
        </p:nvSpPr>
        <p:spPr>
          <a:xfrm rot="16200000">
            <a:off x="2465237" y="2444738"/>
            <a:ext cx="2703603" cy="2332480"/>
          </a:xfrm>
          <a:prstGeom prst="rect">
            <a:avLst/>
          </a:prstGeom>
        </p:spPr>
        <p:txBody>
          <a:bodyPr spcFirstLastPara="1" wrap="none" numCol="1" anchor="ctr">
            <a:prstTxWarp prst="textArchUp">
              <a:avLst>
                <a:gd name="adj" fmla="val 11524335"/>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495587"/>
            <a:r>
              <a:rPr lang="en-US" sz="1600" b="1" dirty="0">
                <a:solidFill>
                  <a:schemeClr val="bg1"/>
                </a:solidFill>
                <a:cs typeface="Calibri" panose="020F0502020204030204" pitchFamily="34" charset="0"/>
                <a:sym typeface="Arial"/>
              </a:rPr>
              <a:t>Customer Benefits</a:t>
            </a:r>
          </a:p>
        </p:txBody>
      </p:sp>
      <p:sp>
        <p:nvSpPr>
          <p:cNvPr id="40" name="Rectangle 39">
            <a:extLst>
              <a:ext uri="{FF2B5EF4-FFF2-40B4-BE49-F238E27FC236}">
                <a16:creationId xmlns:a16="http://schemas.microsoft.com/office/drawing/2014/main" id="{3DC195B2-958E-796E-AEBE-4E87FFA52838}"/>
              </a:ext>
            </a:extLst>
          </p:cNvPr>
          <p:cNvSpPr/>
          <p:nvPr/>
        </p:nvSpPr>
        <p:spPr>
          <a:xfrm>
            <a:off x="847248" y="3785598"/>
            <a:ext cx="1734415" cy="253916"/>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885082"/>
            <a:endParaRPr lang="en-US" sz="1050" b="1" dirty="0">
              <a:solidFill>
                <a:schemeClr val="tx2"/>
              </a:solidFill>
              <a:sym typeface="Arial"/>
            </a:endParaRPr>
          </a:p>
        </p:txBody>
      </p:sp>
      <p:sp>
        <p:nvSpPr>
          <p:cNvPr id="41" name="Rectangle 40">
            <a:extLst>
              <a:ext uri="{FF2B5EF4-FFF2-40B4-BE49-F238E27FC236}">
                <a16:creationId xmlns:a16="http://schemas.microsoft.com/office/drawing/2014/main" id="{4BB3C391-31BA-EC0A-7254-81A8258AEB4C}"/>
              </a:ext>
            </a:extLst>
          </p:cNvPr>
          <p:cNvSpPr/>
          <p:nvPr/>
        </p:nvSpPr>
        <p:spPr>
          <a:xfrm>
            <a:off x="3239273" y="3209538"/>
            <a:ext cx="1465205" cy="8061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885082"/>
            <a:r>
              <a:rPr lang="en-US" sz="1626" b="1" dirty="0">
                <a:solidFill>
                  <a:schemeClr val="tx2"/>
                </a:solidFill>
                <a:cs typeface="Arial" panose="020B0604020202020204" pitchFamily="34" charset="0"/>
                <a:sym typeface="Arial"/>
              </a:rPr>
              <a:t>One Year Training</a:t>
            </a:r>
          </a:p>
          <a:p>
            <a:pPr algn="ctr" defTabSz="885082"/>
            <a:r>
              <a:rPr lang="en-US" sz="1626" b="1" dirty="0">
                <a:solidFill>
                  <a:schemeClr val="tx2"/>
                </a:solidFill>
                <a:cs typeface="Arial" panose="020B0604020202020204" pitchFamily="34" charset="0"/>
                <a:sym typeface="Arial"/>
              </a:rPr>
              <a:t>Practice</a:t>
            </a:r>
          </a:p>
        </p:txBody>
      </p:sp>
      <p:sp>
        <p:nvSpPr>
          <p:cNvPr id="42" name="Rectangle 41">
            <a:extLst>
              <a:ext uri="{FF2B5EF4-FFF2-40B4-BE49-F238E27FC236}">
                <a16:creationId xmlns:a16="http://schemas.microsoft.com/office/drawing/2014/main" id="{6D675C81-E817-8C28-992E-431FCD55C0A6}"/>
              </a:ext>
            </a:extLst>
          </p:cNvPr>
          <p:cNvSpPr/>
          <p:nvPr/>
        </p:nvSpPr>
        <p:spPr>
          <a:xfrm>
            <a:off x="5317402" y="1346201"/>
            <a:ext cx="6084230" cy="9480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61963" tIns="30981" rIns="61963" bIns="30981"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defTabSz="885082">
              <a:buClr>
                <a:schemeClr val="tx2"/>
              </a:buClr>
              <a:buSzPct val="100000"/>
              <a:tabLst>
                <a:tab pos="10597966" algn="l"/>
              </a:tabLst>
              <a:defRPr/>
            </a:pPr>
            <a:r>
              <a:rPr lang="en-US" sz="1400" dirty="0">
                <a:solidFill>
                  <a:schemeClr val="accent6">
                    <a:lumMod val="75000"/>
                  </a:schemeClr>
                </a:solidFill>
                <a:sym typeface="Arial"/>
              </a:rPr>
              <a:t>Based on the business needs and objectives of our clients, we hire candidates, train them on specific skill sets and deploy them on live client’s projects</a:t>
            </a:r>
          </a:p>
        </p:txBody>
      </p:sp>
      <p:sp>
        <p:nvSpPr>
          <p:cNvPr id="43" name="Rectangle 42">
            <a:extLst>
              <a:ext uri="{FF2B5EF4-FFF2-40B4-BE49-F238E27FC236}">
                <a16:creationId xmlns:a16="http://schemas.microsoft.com/office/drawing/2014/main" id="{4D09D757-7899-15D0-7BD3-23758106A119}"/>
              </a:ext>
            </a:extLst>
          </p:cNvPr>
          <p:cNvSpPr/>
          <p:nvPr/>
        </p:nvSpPr>
        <p:spPr>
          <a:xfrm>
            <a:off x="719793" y="3813501"/>
            <a:ext cx="1803962" cy="415498"/>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95576">
              <a:defRPr/>
            </a:pPr>
            <a:br>
              <a:rPr lang="en-US" sz="1050" b="1" dirty="0">
                <a:solidFill>
                  <a:schemeClr val="tx2"/>
                </a:solidFill>
                <a:cs typeface="Calibri" panose="020F0502020204030204" pitchFamily="34" charset="0"/>
                <a:sym typeface="Arial"/>
              </a:rPr>
            </a:br>
            <a:endParaRPr lang="en-US" sz="1050" b="1" dirty="0">
              <a:solidFill>
                <a:schemeClr val="tx2"/>
              </a:solidFill>
              <a:cs typeface="Calibri" panose="020F0502020204030204" pitchFamily="34" charset="0"/>
              <a:sym typeface="Arial"/>
            </a:endParaRPr>
          </a:p>
        </p:txBody>
      </p:sp>
      <p:pic>
        <p:nvPicPr>
          <p:cNvPr id="45" name="Picture 44">
            <a:extLst>
              <a:ext uri="{FF2B5EF4-FFF2-40B4-BE49-F238E27FC236}">
                <a16:creationId xmlns:a16="http://schemas.microsoft.com/office/drawing/2014/main" id="{D4800CD4-BBC2-00DA-93BB-EDADA2CCF776}"/>
              </a:ext>
            </a:extLst>
          </p:cNvPr>
          <p:cNvPicPr>
            <a:picLocks noChangeAspect="1"/>
          </p:cNvPicPr>
          <p:nvPr/>
        </p:nvPicPr>
        <p:blipFill rotWithShape="1">
          <a:blip r:embed="rId3"/>
          <a:srcRect l="5999" r="6001"/>
          <a:stretch/>
        </p:blipFill>
        <p:spPr>
          <a:xfrm>
            <a:off x="5552051" y="2528423"/>
            <a:ext cx="288405" cy="337044"/>
          </a:xfrm>
          <a:prstGeom prst="rect">
            <a:avLst/>
          </a:prstGeom>
        </p:spPr>
      </p:pic>
      <p:pic>
        <p:nvPicPr>
          <p:cNvPr id="46" name="Picture 45">
            <a:extLst>
              <a:ext uri="{FF2B5EF4-FFF2-40B4-BE49-F238E27FC236}">
                <a16:creationId xmlns:a16="http://schemas.microsoft.com/office/drawing/2014/main" id="{F743A3BB-252B-B4C5-7A56-B09A02C7BE2C}"/>
              </a:ext>
            </a:extLst>
          </p:cNvPr>
          <p:cNvPicPr>
            <a:picLocks noChangeAspect="1"/>
          </p:cNvPicPr>
          <p:nvPr/>
        </p:nvPicPr>
        <p:blipFill>
          <a:blip r:embed="rId4"/>
          <a:stretch>
            <a:fillRect/>
          </a:stretch>
        </p:blipFill>
        <p:spPr>
          <a:xfrm flipH="1">
            <a:off x="5794730" y="3662454"/>
            <a:ext cx="356615" cy="366748"/>
          </a:xfrm>
          <a:prstGeom prst="rect">
            <a:avLst/>
          </a:prstGeom>
        </p:spPr>
      </p:pic>
      <p:sp>
        <p:nvSpPr>
          <p:cNvPr id="51" name="Oval 50">
            <a:extLst>
              <a:ext uri="{FF2B5EF4-FFF2-40B4-BE49-F238E27FC236}">
                <a16:creationId xmlns:a16="http://schemas.microsoft.com/office/drawing/2014/main" id="{F8686A99-0FD0-CF2A-F57F-2FF11101A30D}"/>
              </a:ext>
            </a:extLst>
          </p:cNvPr>
          <p:cNvSpPr/>
          <p:nvPr/>
        </p:nvSpPr>
        <p:spPr>
          <a:xfrm>
            <a:off x="4929108" y="4750038"/>
            <a:ext cx="647118" cy="665505"/>
          </a:xfrm>
          <a:prstGeom prst="ellipse">
            <a:avLst/>
          </a:prstGeom>
          <a:solidFill>
            <a:schemeClr val="bg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95587"/>
            <a:endParaRPr lang="en-US" sz="1220" dirty="0">
              <a:solidFill>
                <a:schemeClr val="tx2"/>
              </a:solidFill>
              <a:sym typeface="Arial"/>
            </a:endParaRPr>
          </a:p>
        </p:txBody>
      </p:sp>
      <p:sp>
        <p:nvSpPr>
          <p:cNvPr id="48" name="Rectangle 47">
            <a:extLst>
              <a:ext uri="{FF2B5EF4-FFF2-40B4-BE49-F238E27FC236}">
                <a16:creationId xmlns:a16="http://schemas.microsoft.com/office/drawing/2014/main" id="{A91F28EF-DF0C-CD44-1204-811603114268}"/>
              </a:ext>
            </a:extLst>
          </p:cNvPr>
          <p:cNvSpPr/>
          <p:nvPr/>
        </p:nvSpPr>
        <p:spPr>
          <a:xfrm>
            <a:off x="4116417" y="4685020"/>
            <a:ext cx="1289680" cy="381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defTabSz="885062">
              <a:defRPr/>
            </a:pPr>
            <a:endParaRPr lang="en-US" sz="1000" b="1" dirty="0">
              <a:solidFill>
                <a:schemeClr val="bg1"/>
              </a:solidFill>
              <a:cs typeface="Calibri" panose="020F0502020204030204" pitchFamily="34" charset="0"/>
            </a:endParaRPr>
          </a:p>
        </p:txBody>
      </p:sp>
      <p:sp>
        <p:nvSpPr>
          <p:cNvPr id="49" name="Rectangle 48">
            <a:extLst>
              <a:ext uri="{FF2B5EF4-FFF2-40B4-BE49-F238E27FC236}">
                <a16:creationId xmlns:a16="http://schemas.microsoft.com/office/drawing/2014/main" id="{42E65E39-62EC-392F-6126-260772239E96}"/>
              </a:ext>
            </a:extLst>
          </p:cNvPr>
          <p:cNvSpPr/>
          <p:nvPr/>
        </p:nvSpPr>
        <p:spPr>
          <a:xfrm>
            <a:off x="4843838" y="3724005"/>
            <a:ext cx="949199" cy="601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US" sz="1067" b="1" dirty="0"/>
              <a:t>OnDemand Skill</a:t>
            </a:r>
          </a:p>
        </p:txBody>
      </p:sp>
      <p:sp>
        <p:nvSpPr>
          <p:cNvPr id="50" name="Rectangle 49">
            <a:extLst>
              <a:ext uri="{FF2B5EF4-FFF2-40B4-BE49-F238E27FC236}">
                <a16:creationId xmlns:a16="http://schemas.microsoft.com/office/drawing/2014/main" id="{1E6A412C-B826-9837-E53F-593AE4363EA8}"/>
              </a:ext>
            </a:extLst>
          </p:cNvPr>
          <p:cNvSpPr/>
          <p:nvPr/>
        </p:nvSpPr>
        <p:spPr>
          <a:xfrm>
            <a:off x="4842174" y="2970044"/>
            <a:ext cx="1029448" cy="398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US" sz="1200" b="1" dirty="0"/>
              <a:t>Cross Skill / Upskill</a:t>
            </a:r>
          </a:p>
        </p:txBody>
      </p:sp>
      <p:sp>
        <p:nvSpPr>
          <p:cNvPr id="64" name="Rounded Rectangle 91">
            <a:extLst>
              <a:ext uri="{FF2B5EF4-FFF2-40B4-BE49-F238E27FC236}">
                <a16:creationId xmlns:a16="http://schemas.microsoft.com/office/drawing/2014/main" id="{2B91644D-BD13-51E2-DC65-93EBBE592E52}"/>
              </a:ext>
            </a:extLst>
          </p:cNvPr>
          <p:cNvSpPr/>
          <p:nvPr/>
        </p:nvSpPr>
        <p:spPr>
          <a:xfrm>
            <a:off x="2408665" y="6001418"/>
            <a:ext cx="4831325" cy="743813"/>
          </a:xfrm>
          <a:prstGeom prst="roundRect">
            <a:avLst>
              <a:gd name="adj" fmla="val 3153"/>
            </a:avLst>
          </a:prstGeom>
          <a:noFill/>
          <a:ln w="12700" cap="flat" cmpd="sng" algn="ctr">
            <a:noFill/>
            <a:prstDash val="solid"/>
          </a:ln>
          <a:effectLst/>
        </p:spPr>
        <p:txBody>
          <a:bodyPr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93133" lvl="1" algn="r" defTabSz="1625601">
              <a:buClr>
                <a:srgbClr val="000000"/>
              </a:buClr>
              <a:defRPr/>
            </a:pPr>
            <a:endParaRPr lang="en-US" sz="1333" dirty="0">
              <a:solidFill>
                <a:srgbClr val="000000"/>
              </a:solidFill>
              <a:ea typeface="MS PGothic" pitchFamily="34" charset="-128"/>
              <a:cs typeface="Calibri" pitchFamily="34" charset="0"/>
            </a:endParaRPr>
          </a:p>
        </p:txBody>
      </p:sp>
      <p:sp>
        <p:nvSpPr>
          <p:cNvPr id="3" name="Rectangle 2">
            <a:extLst>
              <a:ext uri="{FF2B5EF4-FFF2-40B4-BE49-F238E27FC236}">
                <a16:creationId xmlns:a16="http://schemas.microsoft.com/office/drawing/2014/main" id="{621D8538-7C37-CE0D-63F1-6C74B201FA54}"/>
              </a:ext>
            </a:extLst>
          </p:cNvPr>
          <p:cNvSpPr/>
          <p:nvPr/>
        </p:nvSpPr>
        <p:spPr>
          <a:xfrm>
            <a:off x="3963179" y="4502032"/>
            <a:ext cx="1060744" cy="6019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067" b="1" dirty="0"/>
          </a:p>
          <a:p>
            <a:pPr algn="ctr"/>
            <a:r>
              <a:rPr lang="en-US" sz="1067" b="1" dirty="0"/>
              <a:t> Support</a:t>
            </a:r>
          </a:p>
        </p:txBody>
      </p:sp>
      <p:pic>
        <p:nvPicPr>
          <p:cNvPr id="57" name="Picture 56">
            <a:extLst>
              <a:ext uri="{FF2B5EF4-FFF2-40B4-BE49-F238E27FC236}">
                <a16:creationId xmlns:a16="http://schemas.microsoft.com/office/drawing/2014/main" id="{4071A993-6DDE-49DB-1242-0E90AED57889}"/>
              </a:ext>
            </a:extLst>
          </p:cNvPr>
          <p:cNvPicPr>
            <a:picLocks noChangeAspect="1"/>
          </p:cNvPicPr>
          <p:nvPr/>
        </p:nvPicPr>
        <p:blipFill>
          <a:blip r:embed="rId5"/>
          <a:stretch>
            <a:fillRect/>
          </a:stretch>
        </p:blipFill>
        <p:spPr>
          <a:xfrm>
            <a:off x="4447464" y="1579600"/>
            <a:ext cx="369581" cy="369581"/>
          </a:xfrm>
          <a:prstGeom prst="rect">
            <a:avLst/>
          </a:prstGeom>
        </p:spPr>
      </p:pic>
      <p:pic>
        <p:nvPicPr>
          <p:cNvPr id="59" name="Picture 58">
            <a:extLst>
              <a:ext uri="{FF2B5EF4-FFF2-40B4-BE49-F238E27FC236}">
                <a16:creationId xmlns:a16="http://schemas.microsoft.com/office/drawing/2014/main" id="{C5AC6063-D4F6-2E08-ACF3-6BDE9338A3C4}"/>
              </a:ext>
            </a:extLst>
          </p:cNvPr>
          <p:cNvPicPr>
            <a:picLocks noChangeAspect="1"/>
          </p:cNvPicPr>
          <p:nvPr/>
        </p:nvPicPr>
        <p:blipFill>
          <a:blip r:embed="rId6"/>
          <a:stretch>
            <a:fillRect/>
          </a:stretch>
        </p:blipFill>
        <p:spPr>
          <a:xfrm>
            <a:off x="5050236" y="4892185"/>
            <a:ext cx="411499" cy="411499"/>
          </a:xfrm>
          <a:prstGeom prst="rect">
            <a:avLst/>
          </a:prstGeom>
        </p:spPr>
      </p:pic>
    </p:spTree>
    <p:extLst>
      <p:ext uri="{BB962C8B-B14F-4D97-AF65-F5344CB8AC3E}">
        <p14:creationId xmlns:p14="http://schemas.microsoft.com/office/powerpoint/2010/main" val="1304550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97C8E-55B7-0EA1-60A3-B674925C7570}"/>
              </a:ext>
            </a:extLst>
          </p:cNvPr>
          <p:cNvSpPr>
            <a:spLocks noGrp="1"/>
          </p:cNvSpPr>
          <p:nvPr>
            <p:ph type="title"/>
          </p:nvPr>
        </p:nvSpPr>
        <p:spPr>
          <a:xfrm>
            <a:off x="449580" y="-50703"/>
            <a:ext cx="10515600" cy="1325563"/>
          </a:xfrm>
        </p:spPr>
        <p:txBody>
          <a:bodyPr>
            <a:normAutofit/>
          </a:bodyPr>
          <a:lstStyle/>
          <a:p>
            <a:r>
              <a:rPr lang="en-IN" sz="3600" dirty="0">
                <a:latin typeface="Trebuchet MS" panose="020B0603020202020204" pitchFamily="34" charset="0"/>
              </a:rPr>
              <a:t>Our Key Ongoing Services Engagements</a:t>
            </a:r>
            <a:endParaRPr lang="en-US" sz="3600" dirty="0"/>
          </a:p>
        </p:txBody>
      </p:sp>
      <p:grpSp>
        <p:nvGrpSpPr>
          <p:cNvPr id="3" name="Group 2">
            <a:extLst>
              <a:ext uri="{FF2B5EF4-FFF2-40B4-BE49-F238E27FC236}">
                <a16:creationId xmlns:a16="http://schemas.microsoft.com/office/drawing/2014/main" id="{721FA677-15D0-D7AD-14DB-AF9906F63A40}"/>
              </a:ext>
            </a:extLst>
          </p:cNvPr>
          <p:cNvGrpSpPr/>
          <p:nvPr/>
        </p:nvGrpSpPr>
        <p:grpSpPr>
          <a:xfrm>
            <a:off x="618991" y="1369305"/>
            <a:ext cx="5477009" cy="642765"/>
            <a:chOff x="3120390" y="1051560"/>
            <a:chExt cx="5477009" cy="642765"/>
          </a:xfrm>
        </p:grpSpPr>
        <p:sp>
          <p:nvSpPr>
            <p:cNvPr id="4" name="Rectangle 3">
              <a:extLst>
                <a:ext uri="{FF2B5EF4-FFF2-40B4-BE49-F238E27FC236}">
                  <a16:creationId xmlns:a16="http://schemas.microsoft.com/office/drawing/2014/main" id="{E00DF27A-F400-0E72-7FF2-C0E4AE44EEE3}"/>
                </a:ext>
              </a:extLst>
            </p:cNvPr>
            <p:cNvSpPr/>
            <p:nvPr/>
          </p:nvSpPr>
          <p:spPr>
            <a:xfrm>
              <a:off x="3120390" y="1051560"/>
              <a:ext cx="205740" cy="642765"/>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A7DE481-65B0-9D27-65A8-DAE3D03C3C10}"/>
                </a:ext>
              </a:extLst>
            </p:cNvPr>
            <p:cNvSpPr/>
            <p:nvPr/>
          </p:nvSpPr>
          <p:spPr>
            <a:xfrm>
              <a:off x="3342607" y="105156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CEBF19DD-3C19-65F3-5CF2-DF141F14EC3E}"/>
              </a:ext>
            </a:extLst>
          </p:cNvPr>
          <p:cNvGrpSpPr/>
          <p:nvPr/>
        </p:nvGrpSpPr>
        <p:grpSpPr>
          <a:xfrm>
            <a:off x="607083" y="2051154"/>
            <a:ext cx="5477009" cy="642765"/>
            <a:chOff x="279696" y="2355620"/>
            <a:chExt cx="5477009" cy="642765"/>
          </a:xfrm>
        </p:grpSpPr>
        <p:sp>
          <p:nvSpPr>
            <p:cNvPr id="7" name="Rectangle 6">
              <a:extLst>
                <a:ext uri="{FF2B5EF4-FFF2-40B4-BE49-F238E27FC236}">
                  <a16:creationId xmlns:a16="http://schemas.microsoft.com/office/drawing/2014/main" id="{09FEF044-1B06-9906-04EF-1CE53C396A59}"/>
                </a:ext>
              </a:extLst>
            </p:cNvPr>
            <p:cNvSpPr/>
            <p:nvPr/>
          </p:nvSpPr>
          <p:spPr>
            <a:xfrm>
              <a:off x="279696" y="2355620"/>
              <a:ext cx="205740" cy="642765"/>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5D83CCB-D57B-3E7A-5978-6372B3BCFF78}"/>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D69FA86C-B5D9-472B-E2DA-6FCA36F71360}"/>
              </a:ext>
            </a:extLst>
          </p:cNvPr>
          <p:cNvGrpSpPr/>
          <p:nvPr/>
        </p:nvGrpSpPr>
        <p:grpSpPr>
          <a:xfrm>
            <a:off x="613546" y="2733003"/>
            <a:ext cx="5477009" cy="642765"/>
            <a:chOff x="279696" y="3139237"/>
            <a:chExt cx="5477009" cy="642765"/>
          </a:xfrm>
        </p:grpSpPr>
        <p:sp>
          <p:nvSpPr>
            <p:cNvPr id="10" name="Rectangle 9">
              <a:extLst>
                <a:ext uri="{FF2B5EF4-FFF2-40B4-BE49-F238E27FC236}">
                  <a16:creationId xmlns:a16="http://schemas.microsoft.com/office/drawing/2014/main" id="{35A5A3C8-F756-97B5-ADBA-2B0246C38084}"/>
                </a:ext>
              </a:extLst>
            </p:cNvPr>
            <p:cNvSpPr/>
            <p:nvPr/>
          </p:nvSpPr>
          <p:spPr>
            <a:xfrm>
              <a:off x="279696" y="3139237"/>
              <a:ext cx="205740" cy="64276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6304FF0-3839-ACA6-AB1F-E7BF140D48D8}"/>
                </a:ext>
              </a:extLst>
            </p:cNvPr>
            <p:cNvSpPr/>
            <p:nvPr/>
          </p:nvSpPr>
          <p:spPr>
            <a:xfrm>
              <a:off x="501913" y="3139237"/>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E5C9FD3A-1BFC-E8C4-BB61-CC397DB1C727}"/>
              </a:ext>
            </a:extLst>
          </p:cNvPr>
          <p:cNvGrpSpPr/>
          <p:nvPr/>
        </p:nvGrpSpPr>
        <p:grpSpPr>
          <a:xfrm>
            <a:off x="613546" y="3414852"/>
            <a:ext cx="5477009" cy="642765"/>
            <a:chOff x="279696" y="2355620"/>
            <a:chExt cx="5477009" cy="642765"/>
          </a:xfrm>
        </p:grpSpPr>
        <p:sp>
          <p:nvSpPr>
            <p:cNvPr id="13" name="Rectangle 12">
              <a:extLst>
                <a:ext uri="{FF2B5EF4-FFF2-40B4-BE49-F238E27FC236}">
                  <a16:creationId xmlns:a16="http://schemas.microsoft.com/office/drawing/2014/main" id="{AE784EBC-5A3E-F709-7160-6E21BABD9B37}"/>
                </a:ext>
              </a:extLst>
            </p:cNvPr>
            <p:cNvSpPr/>
            <p:nvPr/>
          </p:nvSpPr>
          <p:spPr>
            <a:xfrm>
              <a:off x="279696" y="2355620"/>
              <a:ext cx="205740" cy="642765"/>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4D7B0DA-B712-DBAE-1BCB-BE90CB67BD94}"/>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AC6B65C0-7247-C47A-676B-E80E404B7C83}"/>
              </a:ext>
            </a:extLst>
          </p:cNvPr>
          <p:cNvGrpSpPr/>
          <p:nvPr/>
        </p:nvGrpSpPr>
        <p:grpSpPr>
          <a:xfrm>
            <a:off x="620009" y="4096701"/>
            <a:ext cx="5477009" cy="642765"/>
            <a:chOff x="279696" y="3139237"/>
            <a:chExt cx="5477009" cy="642765"/>
          </a:xfrm>
        </p:grpSpPr>
        <p:sp>
          <p:nvSpPr>
            <p:cNvPr id="16" name="Rectangle 15">
              <a:extLst>
                <a:ext uri="{FF2B5EF4-FFF2-40B4-BE49-F238E27FC236}">
                  <a16:creationId xmlns:a16="http://schemas.microsoft.com/office/drawing/2014/main" id="{9E7EFED4-3366-4842-5987-89DF6146FEDC}"/>
                </a:ext>
              </a:extLst>
            </p:cNvPr>
            <p:cNvSpPr/>
            <p:nvPr/>
          </p:nvSpPr>
          <p:spPr>
            <a:xfrm>
              <a:off x="279696" y="3139237"/>
              <a:ext cx="205740" cy="642765"/>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B2592291-56BF-5207-1ECD-CA31FA33E9C3}"/>
                </a:ext>
              </a:extLst>
            </p:cNvPr>
            <p:cNvSpPr/>
            <p:nvPr/>
          </p:nvSpPr>
          <p:spPr>
            <a:xfrm>
              <a:off x="501913" y="3139237"/>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342B6417-516A-881F-741C-A49A0E77BC5B}"/>
              </a:ext>
            </a:extLst>
          </p:cNvPr>
          <p:cNvGrpSpPr/>
          <p:nvPr/>
        </p:nvGrpSpPr>
        <p:grpSpPr>
          <a:xfrm>
            <a:off x="6281975" y="3414850"/>
            <a:ext cx="5477009" cy="642765"/>
            <a:chOff x="279696" y="2355620"/>
            <a:chExt cx="5477009" cy="642765"/>
          </a:xfrm>
        </p:grpSpPr>
        <p:sp>
          <p:nvSpPr>
            <p:cNvPr id="19" name="Rectangle 18">
              <a:extLst>
                <a:ext uri="{FF2B5EF4-FFF2-40B4-BE49-F238E27FC236}">
                  <a16:creationId xmlns:a16="http://schemas.microsoft.com/office/drawing/2014/main" id="{E18A17EA-BD62-E186-E09B-FBA611911680}"/>
                </a:ext>
              </a:extLst>
            </p:cNvPr>
            <p:cNvSpPr/>
            <p:nvPr/>
          </p:nvSpPr>
          <p:spPr>
            <a:xfrm>
              <a:off x="279696" y="2355620"/>
              <a:ext cx="205740" cy="642765"/>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7739286-624A-67F9-2770-FCDFDE0B2EE2}"/>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A1C66B6D-C85A-BBBF-42A6-8DAF66B9EAAE}"/>
              </a:ext>
            </a:extLst>
          </p:cNvPr>
          <p:cNvGrpSpPr/>
          <p:nvPr/>
        </p:nvGrpSpPr>
        <p:grpSpPr>
          <a:xfrm>
            <a:off x="6281975" y="4096700"/>
            <a:ext cx="5477009" cy="642765"/>
            <a:chOff x="279696" y="3139237"/>
            <a:chExt cx="5477009" cy="642765"/>
          </a:xfrm>
        </p:grpSpPr>
        <p:sp>
          <p:nvSpPr>
            <p:cNvPr id="22" name="Rectangle 21">
              <a:extLst>
                <a:ext uri="{FF2B5EF4-FFF2-40B4-BE49-F238E27FC236}">
                  <a16:creationId xmlns:a16="http://schemas.microsoft.com/office/drawing/2014/main" id="{CDF251A9-4FCA-8B47-2D08-2C930410B008}"/>
                </a:ext>
              </a:extLst>
            </p:cNvPr>
            <p:cNvSpPr/>
            <p:nvPr/>
          </p:nvSpPr>
          <p:spPr>
            <a:xfrm>
              <a:off x="279696" y="3139237"/>
              <a:ext cx="205740" cy="6427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3" name="Rectangle 22">
              <a:extLst>
                <a:ext uri="{FF2B5EF4-FFF2-40B4-BE49-F238E27FC236}">
                  <a16:creationId xmlns:a16="http://schemas.microsoft.com/office/drawing/2014/main" id="{42AC7423-289F-8AE2-6D3C-2CF862A8E81D}"/>
                </a:ext>
              </a:extLst>
            </p:cNvPr>
            <p:cNvSpPr/>
            <p:nvPr/>
          </p:nvSpPr>
          <p:spPr>
            <a:xfrm>
              <a:off x="501913" y="3139237"/>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8ACDB060-BE86-FDB8-F7E4-EEB9DF477ACF}"/>
              </a:ext>
            </a:extLst>
          </p:cNvPr>
          <p:cNvGrpSpPr/>
          <p:nvPr/>
        </p:nvGrpSpPr>
        <p:grpSpPr>
          <a:xfrm>
            <a:off x="6281975" y="2051154"/>
            <a:ext cx="5477009" cy="642765"/>
            <a:chOff x="279696" y="2355620"/>
            <a:chExt cx="5477009" cy="642765"/>
          </a:xfrm>
        </p:grpSpPr>
        <p:sp>
          <p:nvSpPr>
            <p:cNvPr id="25" name="Rectangle 24">
              <a:extLst>
                <a:ext uri="{FF2B5EF4-FFF2-40B4-BE49-F238E27FC236}">
                  <a16:creationId xmlns:a16="http://schemas.microsoft.com/office/drawing/2014/main" id="{C7AA482A-8E7B-1283-59BA-5AD8FE06B3E2}"/>
                </a:ext>
              </a:extLst>
            </p:cNvPr>
            <p:cNvSpPr/>
            <p:nvPr/>
          </p:nvSpPr>
          <p:spPr>
            <a:xfrm>
              <a:off x="279696" y="2355620"/>
              <a:ext cx="205740" cy="64276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A120DD9-8DFC-072D-2E8D-66CB2C7C5D3D}"/>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93B2B032-EBD9-273F-C46D-78B7E3B86A92}"/>
              </a:ext>
            </a:extLst>
          </p:cNvPr>
          <p:cNvGrpSpPr/>
          <p:nvPr/>
        </p:nvGrpSpPr>
        <p:grpSpPr>
          <a:xfrm>
            <a:off x="6281975" y="2733002"/>
            <a:ext cx="5477009" cy="642765"/>
            <a:chOff x="279696" y="3139237"/>
            <a:chExt cx="5477009" cy="642765"/>
          </a:xfrm>
        </p:grpSpPr>
        <p:sp>
          <p:nvSpPr>
            <p:cNvPr id="28" name="Rectangle 27">
              <a:extLst>
                <a:ext uri="{FF2B5EF4-FFF2-40B4-BE49-F238E27FC236}">
                  <a16:creationId xmlns:a16="http://schemas.microsoft.com/office/drawing/2014/main" id="{00CD44FF-6907-1044-9E11-E12DA973A83F}"/>
                </a:ext>
              </a:extLst>
            </p:cNvPr>
            <p:cNvSpPr/>
            <p:nvPr/>
          </p:nvSpPr>
          <p:spPr>
            <a:xfrm>
              <a:off x="279696" y="3139237"/>
              <a:ext cx="205740" cy="642765"/>
            </a:xfrm>
            <a:prstGeom prst="rect">
              <a:avLst/>
            </a:prstGeom>
            <a:solidFill>
              <a:srgbClr val="7B54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9E6566EF-5281-09C8-12F0-BA410B248079}"/>
                </a:ext>
              </a:extLst>
            </p:cNvPr>
            <p:cNvSpPr/>
            <p:nvPr/>
          </p:nvSpPr>
          <p:spPr>
            <a:xfrm>
              <a:off x="501913" y="3139237"/>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7F6FD429-96BD-FF93-F103-78290C6755FE}"/>
              </a:ext>
            </a:extLst>
          </p:cNvPr>
          <p:cNvGrpSpPr/>
          <p:nvPr/>
        </p:nvGrpSpPr>
        <p:grpSpPr>
          <a:xfrm>
            <a:off x="634072" y="4778550"/>
            <a:ext cx="5477009" cy="642765"/>
            <a:chOff x="279696" y="2355620"/>
            <a:chExt cx="5477009" cy="642765"/>
          </a:xfrm>
        </p:grpSpPr>
        <p:sp>
          <p:nvSpPr>
            <p:cNvPr id="31" name="Rectangle 30">
              <a:extLst>
                <a:ext uri="{FF2B5EF4-FFF2-40B4-BE49-F238E27FC236}">
                  <a16:creationId xmlns:a16="http://schemas.microsoft.com/office/drawing/2014/main" id="{D48CB483-8F14-3AE8-D689-297DAE83C6ED}"/>
                </a:ext>
              </a:extLst>
            </p:cNvPr>
            <p:cNvSpPr/>
            <p:nvPr/>
          </p:nvSpPr>
          <p:spPr>
            <a:xfrm>
              <a:off x="279696" y="2355620"/>
              <a:ext cx="205740" cy="64276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7E106F6-B0DA-F06F-5D29-02868A3851FE}"/>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E89FD88F-8C45-827C-B677-C1849702F00F}"/>
              </a:ext>
            </a:extLst>
          </p:cNvPr>
          <p:cNvGrpSpPr/>
          <p:nvPr/>
        </p:nvGrpSpPr>
        <p:grpSpPr>
          <a:xfrm>
            <a:off x="6281975" y="1357801"/>
            <a:ext cx="5477009" cy="642765"/>
            <a:chOff x="279696" y="2355620"/>
            <a:chExt cx="5477009" cy="642765"/>
          </a:xfrm>
        </p:grpSpPr>
        <p:sp>
          <p:nvSpPr>
            <p:cNvPr id="34" name="Rectangle 33">
              <a:extLst>
                <a:ext uri="{FF2B5EF4-FFF2-40B4-BE49-F238E27FC236}">
                  <a16:creationId xmlns:a16="http://schemas.microsoft.com/office/drawing/2014/main" id="{125E199F-5828-67C0-8FA7-2ABEC8E451A9}"/>
                </a:ext>
              </a:extLst>
            </p:cNvPr>
            <p:cNvSpPr/>
            <p:nvPr/>
          </p:nvSpPr>
          <p:spPr>
            <a:xfrm>
              <a:off x="279696" y="2355620"/>
              <a:ext cx="205740" cy="64276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58F6C46D-A387-B33C-C813-679E33BECAB8}"/>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8F18F1B1-8A9A-F11A-C910-18FFB38971A7}"/>
              </a:ext>
            </a:extLst>
          </p:cNvPr>
          <p:cNvGrpSpPr/>
          <p:nvPr/>
        </p:nvGrpSpPr>
        <p:grpSpPr>
          <a:xfrm>
            <a:off x="634775" y="5458716"/>
            <a:ext cx="5477009" cy="642765"/>
            <a:chOff x="279696" y="2355620"/>
            <a:chExt cx="5477009" cy="642765"/>
          </a:xfrm>
        </p:grpSpPr>
        <p:sp>
          <p:nvSpPr>
            <p:cNvPr id="37" name="Rectangle 36">
              <a:extLst>
                <a:ext uri="{FF2B5EF4-FFF2-40B4-BE49-F238E27FC236}">
                  <a16:creationId xmlns:a16="http://schemas.microsoft.com/office/drawing/2014/main" id="{A8AB8C7A-8187-E58B-1133-4D843F5BD178}"/>
                </a:ext>
              </a:extLst>
            </p:cNvPr>
            <p:cNvSpPr/>
            <p:nvPr/>
          </p:nvSpPr>
          <p:spPr>
            <a:xfrm>
              <a:off x="279696" y="2355620"/>
              <a:ext cx="205740" cy="642765"/>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FE48FB4-499E-2349-733F-EA290DEAB0C6}"/>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95F348B1-F237-88DA-CE6C-E251A141D0A2}"/>
              </a:ext>
            </a:extLst>
          </p:cNvPr>
          <p:cNvGrpSpPr/>
          <p:nvPr/>
        </p:nvGrpSpPr>
        <p:grpSpPr>
          <a:xfrm>
            <a:off x="6281975" y="4778549"/>
            <a:ext cx="5477009" cy="642765"/>
            <a:chOff x="279696" y="2355620"/>
            <a:chExt cx="5477009" cy="642765"/>
          </a:xfrm>
        </p:grpSpPr>
        <p:sp>
          <p:nvSpPr>
            <p:cNvPr id="40" name="Rectangle 39">
              <a:extLst>
                <a:ext uri="{FF2B5EF4-FFF2-40B4-BE49-F238E27FC236}">
                  <a16:creationId xmlns:a16="http://schemas.microsoft.com/office/drawing/2014/main" id="{EF5A53B6-A94F-1C77-0118-570B9AF61CFC}"/>
                </a:ext>
              </a:extLst>
            </p:cNvPr>
            <p:cNvSpPr/>
            <p:nvPr/>
          </p:nvSpPr>
          <p:spPr>
            <a:xfrm>
              <a:off x="279696" y="2355620"/>
              <a:ext cx="205740" cy="642765"/>
            </a:xfrm>
            <a:prstGeom prst="rect">
              <a:avLst/>
            </a:prstGeom>
            <a:solidFill>
              <a:srgbClr val="4FA1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CE0F86E-854B-FA7A-6A6F-57DAC4D60FF1}"/>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63C601EE-3356-FBF3-8674-C05B056DC04C}"/>
              </a:ext>
            </a:extLst>
          </p:cNvPr>
          <p:cNvGrpSpPr/>
          <p:nvPr/>
        </p:nvGrpSpPr>
        <p:grpSpPr>
          <a:xfrm>
            <a:off x="6281975" y="5458715"/>
            <a:ext cx="5477009" cy="642765"/>
            <a:chOff x="279696" y="2355620"/>
            <a:chExt cx="5477009" cy="642765"/>
          </a:xfrm>
        </p:grpSpPr>
        <p:sp>
          <p:nvSpPr>
            <p:cNvPr id="46" name="Rectangle 45">
              <a:extLst>
                <a:ext uri="{FF2B5EF4-FFF2-40B4-BE49-F238E27FC236}">
                  <a16:creationId xmlns:a16="http://schemas.microsoft.com/office/drawing/2014/main" id="{38640FE2-01D0-374F-9625-BDA96196586D}"/>
                </a:ext>
              </a:extLst>
            </p:cNvPr>
            <p:cNvSpPr/>
            <p:nvPr/>
          </p:nvSpPr>
          <p:spPr>
            <a:xfrm>
              <a:off x="279696" y="2355620"/>
              <a:ext cx="205740" cy="642765"/>
            </a:xfrm>
            <a:prstGeom prst="rect">
              <a:avLst/>
            </a:prstGeom>
            <a:solidFill>
              <a:srgbClr val="B65EC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395EA294-F125-7920-8FF9-FA74915FF0A5}"/>
                </a:ext>
              </a:extLst>
            </p:cNvPr>
            <p:cNvSpPr/>
            <p:nvPr/>
          </p:nvSpPr>
          <p:spPr>
            <a:xfrm>
              <a:off x="501913" y="2355620"/>
              <a:ext cx="5254792" cy="6427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48" name="TextBox 47">
            <a:extLst>
              <a:ext uri="{FF2B5EF4-FFF2-40B4-BE49-F238E27FC236}">
                <a16:creationId xmlns:a16="http://schemas.microsoft.com/office/drawing/2014/main" id="{51A2B1C8-5509-F9A8-A8A7-6FA3397781FC}"/>
              </a:ext>
            </a:extLst>
          </p:cNvPr>
          <p:cNvSpPr txBox="1"/>
          <p:nvPr/>
        </p:nvSpPr>
        <p:spPr>
          <a:xfrm>
            <a:off x="1768333" y="2945431"/>
            <a:ext cx="4144383" cy="430887"/>
          </a:xfrm>
          <a:prstGeom prst="rect">
            <a:avLst/>
          </a:prstGeom>
          <a:noFill/>
        </p:spPr>
        <p:txBody>
          <a:bodyPr wrap="square">
            <a:spAutoFit/>
          </a:bodyPr>
          <a:lstStyle/>
          <a:p>
            <a:pPr marR="0" lvl="0" defTabSz="1218987" rtl="0" eaLnBrk="1" fontAlgn="auto" latinLnBrk="0" hangingPunct="1">
              <a:spcBef>
                <a:spcPts val="0"/>
              </a:spcBef>
              <a:spcAft>
                <a:spcPts val="600"/>
              </a:spcAft>
              <a:buClrTx/>
              <a:buSzTx/>
              <a:tabLst/>
              <a:defRPr/>
            </a:pPr>
            <a:r>
              <a:rPr kumimoji="0" lang="en-US" sz="1100" b="0" i="0" u="none" strike="noStrike" kern="0" cap="none" spc="0" normalizeH="0" baseline="0" noProof="0" dirty="0">
                <a:ln>
                  <a:noFill/>
                </a:ln>
                <a:solidFill>
                  <a:schemeClr val="accent1"/>
                </a:solidFill>
                <a:effectLst/>
                <a:uLnTx/>
                <a:uFillTx/>
                <a:latin typeface="Trebuchet MS"/>
                <a:ea typeface="+mn-ea"/>
                <a:cs typeface="Arial" panose="020B0604020202020204" pitchFamily="34" charset="0"/>
              </a:rPr>
              <a:t>US Data and Analytics transformation </a:t>
            </a:r>
            <a:r>
              <a:rPr kumimoji="0" lang="en-US" sz="1100" b="0" i="0" u="none" strike="noStrike" kern="0" cap="none" spc="0" normalizeH="0" baseline="0" noProof="0" dirty="0">
                <a:ln>
                  <a:noFill/>
                </a:ln>
                <a:solidFill>
                  <a:schemeClr val="bg1">
                    <a:lumMod val="50000"/>
                  </a:schemeClr>
                </a:solidFill>
                <a:effectLst/>
                <a:uLnTx/>
                <a:uFillTx/>
                <a:latin typeface="Trebuchet MS"/>
                <a:ea typeface="+mn-ea"/>
                <a:cs typeface="Arial" panose="020B0604020202020204" pitchFamily="34" charset="0"/>
              </a:rPr>
              <a:t>and support Project for a Life Sciences Customer. </a:t>
            </a:r>
          </a:p>
        </p:txBody>
      </p:sp>
      <p:sp>
        <p:nvSpPr>
          <p:cNvPr id="49" name="TextBox 48">
            <a:extLst>
              <a:ext uri="{FF2B5EF4-FFF2-40B4-BE49-F238E27FC236}">
                <a16:creationId xmlns:a16="http://schemas.microsoft.com/office/drawing/2014/main" id="{74C66A17-4785-76AD-2BCC-8E70564E26E5}"/>
              </a:ext>
            </a:extLst>
          </p:cNvPr>
          <p:cNvSpPr txBox="1"/>
          <p:nvPr/>
        </p:nvSpPr>
        <p:spPr>
          <a:xfrm>
            <a:off x="1768333" y="1502001"/>
            <a:ext cx="4144384"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Data &amp; Analytics Support</a:t>
            </a:r>
            <a:r>
              <a:rPr lang="en-US" sz="1100" dirty="0">
                <a:solidFill>
                  <a:schemeClr val="bg1">
                    <a:lumMod val="50000"/>
                  </a:schemeClr>
                </a:solidFill>
              </a:rPr>
              <a:t> for 3rd Largest and 5th Largest Banks of South Africa using MSBI stack.</a:t>
            </a:r>
          </a:p>
        </p:txBody>
      </p:sp>
      <p:sp>
        <p:nvSpPr>
          <p:cNvPr id="50" name="TextBox 49">
            <a:extLst>
              <a:ext uri="{FF2B5EF4-FFF2-40B4-BE49-F238E27FC236}">
                <a16:creationId xmlns:a16="http://schemas.microsoft.com/office/drawing/2014/main" id="{E3413242-26FD-13BB-2B43-57727D1E9906}"/>
              </a:ext>
            </a:extLst>
          </p:cNvPr>
          <p:cNvSpPr txBox="1"/>
          <p:nvPr/>
        </p:nvSpPr>
        <p:spPr>
          <a:xfrm>
            <a:off x="1768332" y="3577366"/>
            <a:ext cx="4144384"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Data &amp; Analytics Development </a:t>
            </a:r>
            <a:r>
              <a:rPr lang="en-US" sz="1100" dirty="0">
                <a:solidFill>
                  <a:schemeClr val="bg1">
                    <a:lumMod val="50000"/>
                  </a:schemeClr>
                </a:solidFill>
              </a:rPr>
              <a:t>Project for UAE Prime Ministers Office using Informatica and Qlik.</a:t>
            </a:r>
          </a:p>
        </p:txBody>
      </p:sp>
      <p:sp>
        <p:nvSpPr>
          <p:cNvPr id="51" name="TextBox 50">
            <a:extLst>
              <a:ext uri="{FF2B5EF4-FFF2-40B4-BE49-F238E27FC236}">
                <a16:creationId xmlns:a16="http://schemas.microsoft.com/office/drawing/2014/main" id="{D0E731E6-2C6E-20D3-31EC-4A782A9889CF}"/>
              </a:ext>
            </a:extLst>
          </p:cNvPr>
          <p:cNvSpPr txBox="1"/>
          <p:nvPr/>
        </p:nvSpPr>
        <p:spPr>
          <a:xfrm>
            <a:off x="7187484" y="2109855"/>
            <a:ext cx="4324023"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Greenfield Data Warehouse </a:t>
            </a:r>
            <a:r>
              <a:rPr lang="en-US" sz="1100" dirty="0">
                <a:solidFill>
                  <a:schemeClr val="bg1">
                    <a:lumMod val="50000"/>
                  </a:schemeClr>
                </a:solidFill>
              </a:rPr>
              <a:t>for a US Hospital by extracting data from their cloud and On Prem environments using MSBI Stack.</a:t>
            </a:r>
          </a:p>
        </p:txBody>
      </p:sp>
      <p:sp>
        <p:nvSpPr>
          <p:cNvPr id="52" name="TextBox 51">
            <a:extLst>
              <a:ext uri="{FF2B5EF4-FFF2-40B4-BE49-F238E27FC236}">
                <a16:creationId xmlns:a16="http://schemas.microsoft.com/office/drawing/2014/main" id="{A0C60E1D-3AE2-6A4F-78F0-2BBEE3A9592E}"/>
              </a:ext>
            </a:extLst>
          </p:cNvPr>
          <p:cNvSpPr txBox="1"/>
          <p:nvPr/>
        </p:nvSpPr>
        <p:spPr>
          <a:xfrm>
            <a:off x="7187484" y="2893831"/>
            <a:ext cx="4383255"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High-end Consulting </a:t>
            </a:r>
            <a:r>
              <a:rPr lang="en-US" sz="1100" dirty="0">
                <a:solidFill>
                  <a:schemeClr val="bg1">
                    <a:lumMod val="50000"/>
                  </a:schemeClr>
                </a:solidFill>
              </a:rPr>
              <a:t>for Qlik Professional Services Team on Qlik Replicate, Qlik Compose and Qlik Sense. </a:t>
            </a:r>
          </a:p>
        </p:txBody>
      </p:sp>
      <p:sp>
        <p:nvSpPr>
          <p:cNvPr id="53" name="TextBox 52">
            <a:extLst>
              <a:ext uri="{FF2B5EF4-FFF2-40B4-BE49-F238E27FC236}">
                <a16:creationId xmlns:a16="http://schemas.microsoft.com/office/drawing/2014/main" id="{570230BB-5086-80D9-1F4B-127578B149FF}"/>
              </a:ext>
            </a:extLst>
          </p:cNvPr>
          <p:cNvSpPr txBox="1"/>
          <p:nvPr/>
        </p:nvSpPr>
        <p:spPr>
          <a:xfrm>
            <a:off x="7187484" y="3512534"/>
            <a:ext cx="4324023"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Strategic build of a education platform </a:t>
            </a:r>
            <a:r>
              <a:rPr lang="en-US" sz="1100" dirty="0">
                <a:solidFill>
                  <a:schemeClr val="bg1">
                    <a:lumMod val="50000"/>
                  </a:schemeClr>
                </a:solidFill>
              </a:rPr>
              <a:t>for Ministry of Education UAE using Angular, Microservices, Dockers. </a:t>
            </a:r>
          </a:p>
        </p:txBody>
      </p:sp>
      <p:sp>
        <p:nvSpPr>
          <p:cNvPr id="54" name="TextBox 53">
            <a:extLst>
              <a:ext uri="{FF2B5EF4-FFF2-40B4-BE49-F238E27FC236}">
                <a16:creationId xmlns:a16="http://schemas.microsoft.com/office/drawing/2014/main" id="{A9A738C9-DE49-5DAA-3BF4-543C297303F5}"/>
              </a:ext>
            </a:extLst>
          </p:cNvPr>
          <p:cNvSpPr txBox="1"/>
          <p:nvPr/>
        </p:nvSpPr>
        <p:spPr>
          <a:xfrm>
            <a:off x="1768333" y="4206399"/>
            <a:ext cx="4144384"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Legacy to cloud Migration </a:t>
            </a:r>
            <a:r>
              <a:rPr lang="en-US" sz="1100" dirty="0">
                <a:solidFill>
                  <a:schemeClr val="bg1">
                    <a:lumMod val="50000"/>
                  </a:schemeClr>
                </a:solidFill>
              </a:rPr>
              <a:t>of a SAP, Microsoft solution to Talend, Snowflake for a Canada Customer.</a:t>
            </a:r>
          </a:p>
        </p:txBody>
      </p:sp>
      <p:sp>
        <p:nvSpPr>
          <p:cNvPr id="55" name="TextBox 54">
            <a:extLst>
              <a:ext uri="{FF2B5EF4-FFF2-40B4-BE49-F238E27FC236}">
                <a16:creationId xmlns:a16="http://schemas.microsoft.com/office/drawing/2014/main" id="{2C4073CF-7E4E-B616-3DC9-4B5F63DC7D63}"/>
              </a:ext>
            </a:extLst>
          </p:cNvPr>
          <p:cNvSpPr txBox="1"/>
          <p:nvPr/>
        </p:nvSpPr>
        <p:spPr>
          <a:xfrm>
            <a:off x="7187484" y="1479004"/>
            <a:ext cx="4383255"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Migration and Application support </a:t>
            </a:r>
            <a:r>
              <a:rPr lang="en-US" sz="1100" dirty="0">
                <a:solidFill>
                  <a:schemeClr val="bg1">
                    <a:lumMod val="50000"/>
                  </a:schemeClr>
                </a:solidFill>
              </a:rPr>
              <a:t>of a mini Fixed Deposit, Loan, Mortgage Semi-Public Indian Organization</a:t>
            </a:r>
          </a:p>
        </p:txBody>
      </p:sp>
      <p:sp>
        <p:nvSpPr>
          <p:cNvPr id="56" name="TextBox 55">
            <a:extLst>
              <a:ext uri="{FF2B5EF4-FFF2-40B4-BE49-F238E27FC236}">
                <a16:creationId xmlns:a16="http://schemas.microsoft.com/office/drawing/2014/main" id="{EC1E30E2-2304-6B59-0845-28712EDD1B13}"/>
              </a:ext>
            </a:extLst>
          </p:cNvPr>
          <p:cNvSpPr txBox="1"/>
          <p:nvPr/>
        </p:nvSpPr>
        <p:spPr>
          <a:xfrm>
            <a:off x="7187484" y="4234598"/>
            <a:ext cx="4324023"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AI Product</a:t>
            </a:r>
            <a:r>
              <a:rPr lang="en-US" sz="1100" dirty="0">
                <a:solidFill>
                  <a:schemeClr val="bg1">
                    <a:lumMod val="50000"/>
                  </a:schemeClr>
                </a:solidFill>
              </a:rPr>
              <a:t> to deduct security violations, vandalism in Software As a Service (SaaS) model using AWS, Terraform, Kalfa, .NetCore.</a:t>
            </a:r>
          </a:p>
        </p:txBody>
      </p:sp>
      <p:sp>
        <p:nvSpPr>
          <p:cNvPr id="57" name="TextBox 56">
            <a:extLst>
              <a:ext uri="{FF2B5EF4-FFF2-40B4-BE49-F238E27FC236}">
                <a16:creationId xmlns:a16="http://schemas.microsoft.com/office/drawing/2014/main" id="{2F57ECB7-0B4E-0503-D7E4-CFD6C2D809F4}"/>
              </a:ext>
            </a:extLst>
          </p:cNvPr>
          <p:cNvSpPr txBox="1"/>
          <p:nvPr/>
        </p:nvSpPr>
        <p:spPr>
          <a:xfrm>
            <a:off x="1768333" y="2217824"/>
            <a:ext cx="4144384"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Data &amp; Analytics Consulting </a:t>
            </a:r>
            <a:r>
              <a:rPr lang="en-US" sz="1100" dirty="0">
                <a:solidFill>
                  <a:schemeClr val="bg1">
                    <a:lumMod val="50000"/>
                  </a:schemeClr>
                </a:solidFill>
              </a:rPr>
              <a:t>Roadmaps for US Venture Capital Firm acquisitions.</a:t>
            </a:r>
          </a:p>
        </p:txBody>
      </p:sp>
      <p:pic>
        <p:nvPicPr>
          <p:cNvPr id="58" name="Picture 57">
            <a:extLst>
              <a:ext uri="{FF2B5EF4-FFF2-40B4-BE49-F238E27FC236}">
                <a16:creationId xmlns:a16="http://schemas.microsoft.com/office/drawing/2014/main" id="{7BF37A24-3821-37E1-E830-A9525656B55E}"/>
              </a:ext>
            </a:extLst>
          </p:cNvPr>
          <p:cNvPicPr>
            <a:picLocks noChangeAspect="1"/>
          </p:cNvPicPr>
          <p:nvPr/>
        </p:nvPicPr>
        <p:blipFill>
          <a:blip r:embed="rId2">
            <a:clrChange>
              <a:clrFrom>
                <a:srgbClr val="F6F6F6"/>
              </a:clrFrom>
              <a:clrTo>
                <a:srgbClr val="F6F6F6">
                  <a:alpha val="0"/>
                </a:srgbClr>
              </a:clrTo>
            </a:clrChange>
          </a:blip>
          <a:stretch>
            <a:fillRect/>
          </a:stretch>
        </p:blipFill>
        <p:spPr>
          <a:xfrm>
            <a:off x="1141748" y="1496309"/>
            <a:ext cx="327063" cy="422789"/>
          </a:xfrm>
          <a:prstGeom prst="rect">
            <a:avLst/>
          </a:prstGeom>
        </p:spPr>
      </p:pic>
      <p:pic>
        <p:nvPicPr>
          <p:cNvPr id="59" name="Picture 58">
            <a:extLst>
              <a:ext uri="{FF2B5EF4-FFF2-40B4-BE49-F238E27FC236}">
                <a16:creationId xmlns:a16="http://schemas.microsoft.com/office/drawing/2014/main" id="{7BECC127-F9F6-F168-0B7E-133C68192D2C}"/>
              </a:ext>
            </a:extLst>
          </p:cNvPr>
          <p:cNvPicPr>
            <a:picLocks noChangeAspect="1"/>
          </p:cNvPicPr>
          <p:nvPr/>
        </p:nvPicPr>
        <p:blipFill>
          <a:blip r:embed="rId2">
            <a:clrChange>
              <a:clrFrom>
                <a:srgbClr val="F6F6F6"/>
              </a:clrFrom>
              <a:clrTo>
                <a:srgbClr val="F6F6F6">
                  <a:alpha val="0"/>
                </a:srgbClr>
              </a:clrTo>
            </a:clrChange>
          </a:blip>
          <a:stretch>
            <a:fillRect/>
          </a:stretch>
        </p:blipFill>
        <p:spPr>
          <a:xfrm>
            <a:off x="1141748" y="2199863"/>
            <a:ext cx="327063" cy="422789"/>
          </a:xfrm>
          <a:prstGeom prst="rect">
            <a:avLst/>
          </a:prstGeom>
        </p:spPr>
      </p:pic>
      <p:pic>
        <p:nvPicPr>
          <p:cNvPr id="60" name="Picture 59">
            <a:extLst>
              <a:ext uri="{FF2B5EF4-FFF2-40B4-BE49-F238E27FC236}">
                <a16:creationId xmlns:a16="http://schemas.microsoft.com/office/drawing/2014/main" id="{CDB48C9E-8449-7D9E-62DA-C18785C711B7}"/>
              </a:ext>
            </a:extLst>
          </p:cNvPr>
          <p:cNvPicPr>
            <a:picLocks noChangeAspect="1"/>
          </p:cNvPicPr>
          <p:nvPr/>
        </p:nvPicPr>
        <p:blipFill>
          <a:blip r:embed="rId2">
            <a:clrChange>
              <a:clrFrom>
                <a:srgbClr val="F6F6F6"/>
              </a:clrFrom>
              <a:clrTo>
                <a:srgbClr val="F6F6F6">
                  <a:alpha val="0"/>
                </a:srgbClr>
              </a:clrTo>
            </a:clrChange>
          </a:blip>
          <a:stretch>
            <a:fillRect/>
          </a:stretch>
        </p:blipFill>
        <p:spPr>
          <a:xfrm>
            <a:off x="1141748" y="2933689"/>
            <a:ext cx="327063" cy="422789"/>
          </a:xfrm>
          <a:prstGeom prst="rect">
            <a:avLst/>
          </a:prstGeom>
        </p:spPr>
      </p:pic>
      <p:pic>
        <p:nvPicPr>
          <p:cNvPr id="61" name="Picture 60">
            <a:extLst>
              <a:ext uri="{FF2B5EF4-FFF2-40B4-BE49-F238E27FC236}">
                <a16:creationId xmlns:a16="http://schemas.microsoft.com/office/drawing/2014/main" id="{3F8D4A37-4B58-3E3D-B377-84EFE5B631C9}"/>
              </a:ext>
            </a:extLst>
          </p:cNvPr>
          <p:cNvPicPr>
            <a:picLocks noChangeAspect="1"/>
          </p:cNvPicPr>
          <p:nvPr/>
        </p:nvPicPr>
        <p:blipFill>
          <a:blip r:embed="rId2">
            <a:clrChange>
              <a:clrFrom>
                <a:srgbClr val="F6F6F6"/>
              </a:clrFrom>
              <a:clrTo>
                <a:srgbClr val="F6F6F6">
                  <a:alpha val="0"/>
                </a:srgbClr>
              </a:clrTo>
            </a:clrChange>
          </a:blip>
          <a:stretch>
            <a:fillRect/>
          </a:stretch>
        </p:blipFill>
        <p:spPr>
          <a:xfrm>
            <a:off x="1141748" y="3581414"/>
            <a:ext cx="327063" cy="422789"/>
          </a:xfrm>
          <a:prstGeom prst="rect">
            <a:avLst/>
          </a:prstGeom>
        </p:spPr>
      </p:pic>
      <p:pic>
        <p:nvPicPr>
          <p:cNvPr id="62" name="Picture 4" descr="How to Create a Cloud Icon in Adobe XD">
            <a:extLst>
              <a:ext uri="{FF2B5EF4-FFF2-40B4-BE49-F238E27FC236}">
                <a16:creationId xmlns:a16="http://schemas.microsoft.com/office/drawing/2014/main" id="{77C91BCB-AA09-CD0F-AF35-22B2219D08F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39139" y="4266710"/>
            <a:ext cx="532281" cy="368605"/>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a:extLst>
              <a:ext uri="{FF2B5EF4-FFF2-40B4-BE49-F238E27FC236}">
                <a16:creationId xmlns:a16="http://schemas.microsoft.com/office/drawing/2014/main" id="{40C8D8F5-6A8F-F91B-295A-F58C2956ACBF}"/>
              </a:ext>
            </a:extLst>
          </p:cNvPr>
          <p:cNvPicPr>
            <a:picLocks noChangeAspect="1"/>
          </p:cNvPicPr>
          <p:nvPr/>
        </p:nvPicPr>
        <p:blipFill>
          <a:blip r:embed="rId4"/>
          <a:stretch>
            <a:fillRect/>
          </a:stretch>
        </p:blipFill>
        <p:spPr>
          <a:xfrm>
            <a:off x="6702769" y="1535459"/>
            <a:ext cx="355274" cy="355274"/>
          </a:xfrm>
          <a:prstGeom prst="rect">
            <a:avLst/>
          </a:prstGeom>
        </p:spPr>
      </p:pic>
      <p:pic>
        <p:nvPicPr>
          <p:cNvPr id="64" name="Picture 63">
            <a:extLst>
              <a:ext uri="{FF2B5EF4-FFF2-40B4-BE49-F238E27FC236}">
                <a16:creationId xmlns:a16="http://schemas.microsoft.com/office/drawing/2014/main" id="{AA57A43F-62A7-721E-0D6D-C11A70900D29}"/>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682452" y="2198164"/>
            <a:ext cx="395909" cy="395909"/>
          </a:xfrm>
          <a:prstGeom prst="rect">
            <a:avLst/>
          </a:prstGeom>
        </p:spPr>
      </p:pic>
      <p:pic>
        <p:nvPicPr>
          <p:cNvPr id="65" name="Picture 64">
            <a:extLst>
              <a:ext uri="{FF2B5EF4-FFF2-40B4-BE49-F238E27FC236}">
                <a16:creationId xmlns:a16="http://schemas.microsoft.com/office/drawing/2014/main" id="{2B5B4C4E-5B15-C3F2-DADD-C1389C26FE3A}"/>
              </a:ext>
            </a:extLst>
          </p:cNvPr>
          <p:cNvPicPr>
            <a:picLocks noChangeAspect="1"/>
          </p:cNvPicPr>
          <p:nvPr/>
        </p:nvPicPr>
        <p:blipFill>
          <a:blip r:embed="rId6"/>
          <a:stretch>
            <a:fillRect/>
          </a:stretch>
        </p:blipFill>
        <p:spPr>
          <a:xfrm>
            <a:off x="6647769" y="3538928"/>
            <a:ext cx="465275" cy="465275"/>
          </a:xfrm>
          <a:prstGeom prst="rect">
            <a:avLst/>
          </a:prstGeom>
        </p:spPr>
      </p:pic>
      <p:pic>
        <p:nvPicPr>
          <p:cNvPr id="66" name="Picture 65">
            <a:extLst>
              <a:ext uri="{FF2B5EF4-FFF2-40B4-BE49-F238E27FC236}">
                <a16:creationId xmlns:a16="http://schemas.microsoft.com/office/drawing/2014/main" id="{7BEB2AF8-04EF-6B3B-A075-FF74C8D8030F}"/>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6690018" y="2918885"/>
            <a:ext cx="380777" cy="380777"/>
          </a:xfrm>
          <a:prstGeom prst="rect">
            <a:avLst/>
          </a:prstGeom>
        </p:spPr>
      </p:pic>
      <p:pic>
        <p:nvPicPr>
          <p:cNvPr id="67" name="Picture 26" descr="AI - Free computer icons">
            <a:extLst>
              <a:ext uri="{FF2B5EF4-FFF2-40B4-BE49-F238E27FC236}">
                <a16:creationId xmlns:a16="http://schemas.microsoft.com/office/drawing/2014/main" id="{0D53E0F6-F407-E9C8-A256-C137DAB003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89906" y="4186666"/>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a:extLst>
              <a:ext uri="{FF2B5EF4-FFF2-40B4-BE49-F238E27FC236}">
                <a16:creationId xmlns:a16="http://schemas.microsoft.com/office/drawing/2014/main" id="{D99FE8A1-1E39-7F62-5B73-BE200A8CC78A}"/>
              </a:ext>
            </a:extLst>
          </p:cNvPr>
          <p:cNvSpPr txBox="1"/>
          <p:nvPr/>
        </p:nvSpPr>
        <p:spPr>
          <a:xfrm>
            <a:off x="1765642" y="4900036"/>
            <a:ext cx="4144384"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Waste Management &amp; QYRUS for a </a:t>
            </a:r>
            <a:r>
              <a:rPr lang="en-US" sz="1100" dirty="0">
                <a:solidFill>
                  <a:srgbClr val="7F7F7F"/>
                </a:solidFill>
              </a:rPr>
              <a:t>Leading modern application development company using web technologies.</a:t>
            </a:r>
          </a:p>
        </p:txBody>
      </p:sp>
      <p:sp>
        <p:nvSpPr>
          <p:cNvPr id="70" name="TextBox 69">
            <a:extLst>
              <a:ext uri="{FF2B5EF4-FFF2-40B4-BE49-F238E27FC236}">
                <a16:creationId xmlns:a16="http://schemas.microsoft.com/office/drawing/2014/main" id="{AC91B80A-0079-7A3A-9B13-2A08FF2643C0}"/>
              </a:ext>
            </a:extLst>
          </p:cNvPr>
          <p:cNvSpPr txBox="1"/>
          <p:nvPr/>
        </p:nvSpPr>
        <p:spPr>
          <a:xfrm>
            <a:off x="7184794" y="4835204"/>
            <a:ext cx="4324023" cy="600164"/>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Develop forecasting, Demand Planning and Recommended Purchase order algorithms </a:t>
            </a:r>
            <a:r>
              <a:rPr lang="en-US" sz="1100" dirty="0">
                <a:solidFill>
                  <a:srgbClr val="7F7F7F"/>
                </a:solidFill>
              </a:rPr>
              <a:t>for a Leading AI-powered augmented analytics company.</a:t>
            </a:r>
          </a:p>
        </p:txBody>
      </p:sp>
      <p:sp>
        <p:nvSpPr>
          <p:cNvPr id="71" name="TextBox 70">
            <a:extLst>
              <a:ext uri="{FF2B5EF4-FFF2-40B4-BE49-F238E27FC236}">
                <a16:creationId xmlns:a16="http://schemas.microsoft.com/office/drawing/2014/main" id="{4F295888-DD83-54BF-8570-2B43FC981AE4}"/>
              </a:ext>
            </a:extLst>
          </p:cNvPr>
          <p:cNvSpPr txBox="1"/>
          <p:nvPr/>
        </p:nvSpPr>
        <p:spPr>
          <a:xfrm>
            <a:off x="1765643" y="5595573"/>
            <a:ext cx="4144384"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Data orchestration, developing ETL pipelines &amp; data manipulation </a:t>
            </a:r>
            <a:r>
              <a:rPr lang="en-US" sz="1100" dirty="0">
                <a:solidFill>
                  <a:srgbClr val="7F7F7F"/>
                </a:solidFill>
              </a:rPr>
              <a:t>for a tech-enabled BPM services provider </a:t>
            </a:r>
          </a:p>
        </p:txBody>
      </p:sp>
      <p:sp>
        <p:nvSpPr>
          <p:cNvPr id="72" name="TextBox 71">
            <a:extLst>
              <a:ext uri="{FF2B5EF4-FFF2-40B4-BE49-F238E27FC236}">
                <a16:creationId xmlns:a16="http://schemas.microsoft.com/office/drawing/2014/main" id="{7CB64F79-B9FB-BCF4-5544-04A1A84BCCC7}"/>
              </a:ext>
            </a:extLst>
          </p:cNvPr>
          <p:cNvSpPr txBox="1"/>
          <p:nvPr/>
        </p:nvSpPr>
        <p:spPr>
          <a:xfrm>
            <a:off x="7184794" y="5623772"/>
            <a:ext cx="4324023" cy="430887"/>
          </a:xfrm>
          <a:prstGeom prst="rect">
            <a:avLst/>
          </a:prstGeom>
          <a:noFill/>
        </p:spPr>
        <p:txBody>
          <a:bodyPr wrap="square">
            <a:spAutoFit/>
          </a:bodyPr>
          <a:lstStyle>
            <a:defPPr>
              <a:defRPr lang="en-US"/>
            </a:defPPr>
            <a:lvl1pPr marR="0" lvl="0" defTabSz="1218987" fontAlgn="auto">
              <a:spcBef>
                <a:spcPts val="0"/>
              </a:spcBef>
              <a:spcAft>
                <a:spcPts val="600"/>
              </a:spcAft>
              <a:buClrTx/>
              <a:buSzTx/>
              <a:tabLst/>
              <a:defRPr kumimoji="0" sz="1400" b="0" i="0" u="none" strike="noStrike" kern="0" cap="none" spc="0" normalizeH="0" baseline="0">
                <a:ln>
                  <a:noFill/>
                </a:ln>
                <a:solidFill>
                  <a:prstClr val="black"/>
                </a:solidFill>
                <a:effectLst/>
                <a:uLnTx/>
                <a:uFillTx/>
                <a:latin typeface="Trebuchet MS"/>
                <a:cs typeface="Arial" panose="020B0604020202020204" pitchFamily="34" charset="0"/>
              </a:defRPr>
            </a:lvl1pPr>
          </a:lstStyle>
          <a:p>
            <a:r>
              <a:rPr lang="en-US" sz="1100" dirty="0">
                <a:solidFill>
                  <a:schemeClr val="accent1"/>
                </a:solidFill>
              </a:rPr>
              <a:t>Detax, Corp admin &amp; Super admin </a:t>
            </a:r>
            <a:r>
              <a:rPr lang="en-US" sz="1100" dirty="0">
                <a:solidFill>
                  <a:srgbClr val="7F7F7F"/>
                </a:solidFill>
              </a:rPr>
              <a:t>created</a:t>
            </a:r>
            <a:r>
              <a:rPr lang="en-US" sz="1100" dirty="0">
                <a:solidFill>
                  <a:schemeClr val="accent1"/>
                </a:solidFill>
              </a:rPr>
              <a:t> </a:t>
            </a:r>
            <a:r>
              <a:rPr lang="en-US" sz="1100" dirty="0">
                <a:solidFill>
                  <a:srgbClr val="7F7F7F"/>
                </a:solidFill>
              </a:rPr>
              <a:t>for a leading tech firm that powers micro-transactions and virtual economies. </a:t>
            </a:r>
          </a:p>
        </p:txBody>
      </p:sp>
      <p:pic>
        <p:nvPicPr>
          <p:cNvPr id="74" name="Picture 73">
            <a:extLst>
              <a:ext uri="{FF2B5EF4-FFF2-40B4-BE49-F238E27FC236}">
                <a16:creationId xmlns:a16="http://schemas.microsoft.com/office/drawing/2014/main" id="{3C635275-9D67-2BE5-F4A5-77D574EF4F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059" y="4942259"/>
            <a:ext cx="346440" cy="346440"/>
          </a:xfrm>
          <a:prstGeom prst="rect">
            <a:avLst/>
          </a:prstGeom>
        </p:spPr>
      </p:pic>
      <p:pic>
        <p:nvPicPr>
          <p:cNvPr id="76" name="Picture 75">
            <a:extLst>
              <a:ext uri="{FF2B5EF4-FFF2-40B4-BE49-F238E27FC236}">
                <a16:creationId xmlns:a16="http://schemas.microsoft.com/office/drawing/2014/main" id="{D5099037-94B2-CE24-F5A1-EFF3391F6A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640879" y="4900036"/>
            <a:ext cx="479055" cy="479055"/>
          </a:xfrm>
          <a:prstGeom prst="rect">
            <a:avLst/>
          </a:prstGeom>
        </p:spPr>
      </p:pic>
      <p:pic>
        <p:nvPicPr>
          <p:cNvPr id="78" name="Picture 77">
            <a:extLst>
              <a:ext uri="{FF2B5EF4-FFF2-40B4-BE49-F238E27FC236}">
                <a16:creationId xmlns:a16="http://schemas.microsoft.com/office/drawing/2014/main" id="{B30E7BAC-0A36-8DCE-8824-6F5F8EA263F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11114" y="5595573"/>
            <a:ext cx="388331" cy="388331"/>
          </a:xfrm>
          <a:prstGeom prst="rect">
            <a:avLst/>
          </a:prstGeom>
        </p:spPr>
      </p:pic>
      <p:pic>
        <p:nvPicPr>
          <p:cNvPr id="80" name="Picture 79">
            <a:extLst>
              <a:ext uri="{FF2B5EF4-FFF2-40B4-BE49-F238E27FC236}">
                <a16:creationId xmlns:a16="http://schemas.microsoft.com/office/drawing/2014/main" id="{94FF2559-22CD-264E-8456-45B4B47EEE6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699142" y="5623772"/>
            <a:ext cx="362529" cy="362529"/>
          </a:xfrm>
          <a:prstGeom prst="rect">
            <a:avLst/>
          </a:prstGeom>
        </p:spPr>
      </p:pic>
    </p:spTree>
    <p:extLst>
      <p:ext uri="{BB962C8B-B14F-4D97-AF65-F5344CB8AC3E}">
        <p14:creationId xmlns:p14="http://schemas.microsoft.com/office/powerpoint/2010/main" val="1439642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32BAE2CE-19CD-A1CE-3BAE-777AFD0733D3}"/>
              </a:ext>
            </a:extLst>
          </p:cNvPr>
          <p:cNvSpPr/>
          <p:nvPr/>
        </p:nvSpPr>
        <p:spPr>
          <a:xfrm>
            <a:off x="5166837" y="2524220"/>
            <a:ext cx="1792504" cy="1757269"/>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6469617B-E724-A3E1-5D90-1AAAE11DFC8B}"/>
              </a:ext>
            </a:extLst>
          </p:cNvPr>
          <p:cNvSpPr/>
          <p:nvPr/>
        </p:nvSpPr>
        <p:spPr>
          <a:xfrm>
            <a:off x="4420116" y="1095505"/>
            <a:ext cx="1524424" cy="1528307"/>
          </a:xfrm>
          <a:custGeom>
            <a:avLst/>
            <a:gdLst>
              <a:gd name="connsiteX0" fmla="*/ 803967 w 1524424"/>
              <a:gd name="connsiteY0" fmla="*/ 1152 h 1528307"/>
              <a:gd name="connsiteX1" fmla="*/ 1434981 w 1524424"/>
              <a:gd name="connsiteY1" fmla="*/ 403148 h 1528307"/>
              <a:gd name="connsiteX2" fmla="*/ 1469157 w 1524424"/>
              <a:gd name="connsiteY2" fmla="*/ 1046145 h 1528307"/>
              <a:gd name="connsiteX3" fmla="*/ 1364293 w 1524424"/>
              <a:gd name="connsiteY3" fmla="*/ 1067189 h 1528307"/>
              <a:gd name="connsiteX4" fmla="*/ 1303899 w 1524424"/>
              <a:gd name="connsiteY4" fmla="*/ 1084686 h 1528307"/>
              <a:gd name="connsiteX5" fmla="*/ 1303899 w 1524424"/>
              <a:gd name="connsiteY5" fmla="*/ 1170434 h 1528307"/>
              <a:gd name="connsiteX6" fmla="*/ 1174234 w 1524424"/>
              <a:gd name="connsiteY6" fmla="*/ 1170434 h 1528307"/>
              <a:gd name="connsiteX7" fmla="*/ 1174234 w 1524424"/>
              <a:gd name="connsiteY7" fmla="*/ 1130206 h 1528307"/>
              <a:gd name="connsiteX8" fmla="*/ 1164601 w 1524424"/>
              <a:gd name="connsiteY8" fmla="*/ 1133864 h 1528307"/>
              <a:gd name="connsiteX9" fmla="*/ 1070760 w 1524424"/>
              <a:gd name="connsiteY9" fmla="*/ 1178181 h 1528307"/>
              <a:gd name="connsiteX10" fmla="*/ 987591 w 1524424"/>
              <a:gd name="connsiteY10" fmla="*/ 1185642 h 1528307"/>
              <a:gd name="connsiteX11" fmla="*/ 931189 w 1524424"/>
              <a:gd name="connsiteY11" fmla="*/ 1261382 h 1528307"/>
              <a:gd name="connsiteX12" fmla="*/ 940988 w 1524424"/>
              <a:gd name="connsiteY12" fmla="*/ 1334860 h 1528307"/>
              <a:gd name="connsiteX13" fmla="*/ 1004559 w 1524424"/>
              <a:gd name="connsiteY13" fmla="*/ 1388670 h 1528307"/>
              <a:gd name="connsiteX14" fmla="*/ 1087728 w 1524424"/>
              <a:gd name="connsiteY14" fmla="*/ 1381209 h 1528307"/>
              <a:gd name="connsiteX15" fmla="*/ 1143891 w 1524424"/>
              <a:gd name="connsiteY15" fmla="*/ 1305469 h 1528307"/>
              <a:gd name="connsiteX16" fmla="*/ 1373800 w 1524424"/>
              <a:gd name="connsiteY16" fmla="*/ 1217294 h 1528307"/>
              <a:gd name="connsiteX17" fmla="*/ 1119514 w 1524424"/>
              <a:gd name="connsiteY17" fmla="*/ 1437505 h 1528307"/>
              <a:gd name="connsiteX18" fmla="*/ 850649 w 1524424"/>
              <a:gd name="connsiteY18" fmla="*/ 1522966 h 1528307"/>
              <a:gd name="connsiteX19" fmla="*/ 657306 w 1524424"/>
              <a:gd name="connsiteY19" fmla="*/ 1520705 h 1528307"/>
              <a:gd name="connsiteX20" fmla="*/ 89942 w 1524424"/>
              <a:gd name="connsiteY20" fmla="*/ 1122111 h 1528307"/>
              <a:gd name="connsiteX21" fmla="*/ 403020 w 1524424"/>
              <a:gd name="connsiteY21" fmla="*/ 90015 h 1528307"/>
              <a:gd name="connsiteX22" fmla="*/ 693184 w 1524424"/>
              <a:gd name="connsiteY22" fmla="*/ 3120 h 1528307"/>
              <a:gd name="connsiteX23" fmla="*/ 803967 w 1524424"/>
              <a:gd name="connsiteY23" fmla="*/ 1152 h 1528307"/>
              <a:gd name="connsiteX0" fmla="*/ 803967 w 1524424"/>
              <a:gd name="connsiteY0" fmla="*/ 1152 h 1528307"/>
              <a:gd name="connsiteX1" fmla="*/ 1434981 w 1524424"/>
              <a:gd name="connsiteY1" fmla="*/ 403148 h 1528307"/>
              <a:gd name="connsiteX2" fmla="*/ 1469157 w 1524424"/>
              <a:gd name="connsiteY2" fmla="*/ 1046145 h 1528307"/>
              <a:gd name="connsiteX3" fmla="*/ 1364293 w 1524424"/>
              <a:gd name="connsiteY3" fmla="*/ 1067189 h 1528307"/>
              <a:gd name="connsiteX4" fmla="*/ 1303899 w 1524424"/>
              <a:gd name="connsiteY4" fmla="*/ 1084686 h 1528307"/>
              <a:gd name="connsiteX5" fmla="*/ 1303899 w 1524424"/>
              <a:gd name="connsiteY5" fmla="*/ 1170434 h 1528307"/>
              <a:gd name="connsiteX6" fmla="*/ 1174234 w 1524424"/>
              <a:gd name="connsiteY6" fmla="*/ 1170434 h 1528307"/>
              <a:gd name="connsiteX7" fmla="*/ 1164601 w 1524424"/>
              <a:gd name="connsiteY7" fmla="*/ 1133864 h 1528307"/>
              <a:gd name="connsiteX8" fmla="*/ 1070760 w 1524424"/>
              <a:gd name="connsiteY8" fmla="*/ 1178181 h 1528307"/>
              <a:gd name="connsiteX9" fmla="*/ 987591 w 1524424"/>
              <a:gd name="connsiteY9" fmla="*/ 1185642 h 1528307"/>
              <a:gd name="connsiteX10" fmla="*/ 931189 w 1524424"/>
              <a:gd name="connsiteY10" fmla="*/ 1261382 h 1528307"/>
              <a:gd name="connsiteX11" fmla="*/ 940988 w 1524424"/>
              <a:gd name="connsiteY11" fmla="*/ 1334860 h 1528307"/>
              <a:gd name="connsiteX12" fmla="*/ 1004559 w 1524424"/>
              <a:gd name="connsiteY12" fmla="*/ 1388670 h 1528307"/>
              <a:gd name="connsiteX13" fmla="*/ 1087728 w 1524424"/>
              <a:gd name="connsiteY13" fmla="*/ 1381209 h 1528307"/>
              <a:gd name="connsiteX14" fmla="*/ 1143891 w 1524424"/>
              <a:gd name="connsiteY14" fmla="*/ 1305469 h 1528307"/>
              <a:gd name="connsiteX15" fmla="*/ 1373800 w 1524424"/>
              <a:gd name="connsiteY15" fmla="*/ 1217294 h 1528307"/>
              <a:gd name="connsiteX16" fmla="*/ 1119514 w 1524424"/>
              <a:gd name="connsiteY16" fmla="*/ 1437505 h 1528307"/>
              <a:gd name="connsiteX17" fmla="*/ 850649 w 1524424"/>
              <a:gd name="connsiteY17" fmla="*/ 1522966 h 1528307"/>
              <a:gd name="connsiteX18" fmla="*/ 657306 w 1524424"/>
              <a:gd name="connsiteY18" fmla="*/ 1520705 h 1528307"/>
              <a:gd name="connsiteX19" fmla="*/ 89942 w 1524424"/>
              <a:gd name="connsiteY19" fmla="*/ 1122111 h 1528307"/>
              <a:gd name="connsiteX20" fmla="*/ 403020 w 1524424"/>
              <a:gd name="connsiteY20" fmla="*/ 90015 h 1528307"/>
              <a:gd name="connsiteX21" fmla="*/ 693184 w 1524424"/>
              <a:gd name="connsiteY21" fmla="*/ 3120 h 1528307"/>
              <a:gd name="connsiteX22" fmla="*/ 803967 w 1524424"/>
              <a:gd name="connsiteY22" fmla="*/ 1152 h 1528307"/>
              <a:gd name="connsiteX0" fmla="*/ 803967 w 1524424"/>
              <a:gd name="connsiteY0" fmla="*/ 1152 h 1528307"/>
              <a:gd name="connsiteX1" fmla="*/ 1434981 w 1524424"/>
              <a:gd name="connsiteY1" fmla="*/ 403148 h 1528307"/>
              <a:gd name="connsiteX2" fmla="*/ 1469157 w 1524424"/>
              <a:gd name="connsiteY2" fmla="*/ 1046145 h 1528307"/>
              <a:gd name="connsiteX3" fmla="*/ 1364293 w 1524424"/>
              <a:gd name="connsiteY3" fmla="*/ 1067189 h 1528307"/>
              <a:gd name="connsiteX4" fmla="*/ 1303899 w 1524424"/>
              <a:gd name="connsiteY4" fmla="*/ 1084686 h 1528307"/>
              <a:gd name="connsiteX5" fmla="*/ 1303899 w 1524424"/>
              <a:gd name="connsiteY5" fmla="*/ 1170434 h 1528307"/>
              <a:gd name="connsiteX6" fmla="*/ 1174234 w 1524424"/>
              <a:gd name="connsiteY6" fmla="*/ 1170434 h 1528307"/>
              <a:gd name="connsiteX7" fmla="*/ 1070760 w 1524424"/>
              <a:gd name="connsiteY7" fmla="*/ 1178181 h 1528307"/>
              <a:gd name="connsiteX8" fmla="*/ 987591 w 1524424"/>
              <a:gd name="connsiteY8" fmla="*/ 1185642 h 1528307"/>
              <a:gd name="connsiteX9" fmla="*/ 931189 w 1524424"/>
              <a:gd name="connsiteY9" fmla="*/ 1261382 h 1528307"/>
              <a:gd name="connsiteX10" fmla="*/ 940988 w 1524424"/>
              <a:gd name="connsiteY10" fmla="*/ 1334860 h 1528307"/>
              <a:gd name="connsiteX11" fmla="*/ 1004559 w 1524424"/>
              <a:gd name="connsiteY11" fmla="*/ 1388670 h 1528307"/>
              <a:gd name="connsiteX12" fmla="*/ 1087728 w 1524424"/>
              <a:gd name="connsiteY12" fmla="*/ 1381209 h 1528307"/>
              <a:gd name="connsiteX13" fmla="*/ 1143891 w 1524424"/>
              <a:gd name="connsiteY13" fmla="*/ 1305469 h 1528307"/>
              <a:gd name="connsiteX14" fmla="*/ 1373800 w 1524424"/>
              <a:gd name="connsiteY14" fmla="*/ 1217294 h 1528307"/>
              <a:gd name="connsiteX15" fmla="*/ 1119514 w 1524424"/>
              <a:gd name="connsiteY15" fmla="*/ 1437505 h 1528307"/>
              <a:gd name="connsiteX16" fmla="*/ 850649 w 1524424"/>
              <a:gd name="connsiteY16" fmla="*/ 1522966 h 1528307"/>
              <a:gd name="connsiteX17" fmla="*/ 657306 w 1524424"/>
              <a:gd name="connsiteY17" fmla="*/ 1520705 h 1528307"/>
              <a:gd name="connsiteX18" fmla="*/ 89942 w 1524424"/>
              <a:gd name="connsiteY18" fmla="*/ 1122111 h 1528307"/>
              <a:gd name="connsiteX19" fmla="*/ 403020 w 1524424"/>
              <a:gd name="connsiteY19" fmla="*/ 90015 h 1528307"/>
              <a:gd name="connsiteX20" fmla="*/ 693184 w 1524424"/>
              <a:gd name="connsiteY20" fmla="*/ 3120 h 1528307"/>
              <a:gd name="connsiteX21" fmla="*/ 803967 w 1524424"/>
              <a:gd name="connsiteY21" fmla="*/ 1152 h 1528307"/>
              <a:gd name="connsiteX0" fmla="*/ 803967 w 1524424"/>
              <a:gd name="connsiteY0" fmla="*/ 1152 h 1528307"/>
              <a:gd name="connsiteX1" fmla="*/ 1434981 w 1524424"/>
              <a:gd name="connsiteY1" fmla="*/ 403148 h 1528307"/>
              <a:gd name="connsiteX2" fmla="*/ 1469157 w 1524424"/>
              <a:gd name="connsiteY2" fmla="*/ 1046145 h 1528307"/>
              <a:gd name="connsiteX3" fmla="*/ 1364293 w 1524424"/>
              <a:gd name="connsiteY3" fmla="*/ 1067189 h 1528307"/>
              <a:gd name="connsiteX4" fmla="*/ 1303899 w 1524424"/>
              <a:gd name="connsiteY4" fmla="*/ 1170434 h 1528307"/>
              <a:gd name="connsiteX5" fmla="*/ 1174234 w 1524424"/>
              <a:gd name="connsiteY5" fmla="*/ 1170434 h 1528307"/>
              <a:gd name="connsiteX6" fmla="*/ 1070760 w 1524424"/>
              <a:gd name="connsiteY6" fmla="*/ 1178181 h 1528307"/>
              <a:gd name="connsiteX7" fmla="*/ 987591 w 1524424"/>
              <a:gd name="connsiteY7" fmla="*/ 1185642 h 1528307"/>
              <a:gd name="connsiteX8" fmla="*/ 931189 w 1524424"/>
              <a:gd name="connsiteY8" fmla="*/ 1261382 h 1528307"/>
              <a:gd name="connsiteX9" fmla="*/ 940988 w 1524424"/>
              <a:gd name="connsiteY9" fmla="*/ 1334860 h 1528307"/>
              <a:gd name="connsiteX10" fmla="*/ 1004559 w 1524424"/>
              <a:gd name="connsiteY10" fmla="*/ 1388670 h 1528307"/>
              <a:gd name="connsiteX11" fmla="*/ 1087728 w 1524424"/>
              <a:gd name="connsiteY11" fmla="*/ 1381209 h 1528307"/>
              <a:gd name="connsiteX12" fmla="*/ 1143891 w 1524424"/>
              <a:gd name="connsiteY12" fmla="*/ 1305469 h 1528307"/>
              <a:gd name="connsiteX13" fmla="*/ 1373800 w 1524424"/>
              <a:gd name="connsiteY13" fmla="*/ 1217294 h 1528307"/>
              <a:gd name="connsiteX14" fmla="*/ 1119514 w 1524424"/>
              <a:gd name="connsiteY14" fmla="*/ 1437505 h 1528307"/>
              <a:gd name="connsiteX15" fmla="*/ 850649 w 1524424"/>
              <a:gd name="connsiteY15" fmla="*/ 1522966 h 1528307"/>
              <a:gd name="connsiteX16" fmla="*/ 657306 w 1524424"/>
              <a:gd name="connsiteY16" fmla="*/ 1520705 h 1528307"/>
              <a:gd name="connsiteX17" fmla="*/ 89942 w 1524424"/>
              <a:gd name="connsiteY17" fmla="*/ 1122111 h 1528307"/>
              <a:gd name="connsiteX18" fmla="*/ 403020 w 1524424"/>
              <a:gd name="connsiteY18" fmla="*/ 90015 h 1528307"/>
              <a:gd name="connsiteX19" fmla="*/ 693184 w 1524424"/>
              <a:gd name="connsiteY19" fmla="*/ 3120 h 1528307"/>
              <a:gd name="connsiteX20" fmla="*/ 803967 w 1524424"/>
              <a:gd name="connsiteY20" fmla="*/ 1152 h 1528307"/>
              <a:gd name="connsiteX0" fmla="*/ 803967 w 1524424"/>
              <a:gd name="connsiteY0" fmla="*/ 1152 h 1528307"/>
              <a:gd name="connsiteX1" fmla="*/ 1434981 w 1524424"/>
              <a:gd name="connsiteY1" fmla="*/ 403148 h 1528307"/>
              <a:gd name="connsiteX2" fmla="*/ 1469157 w 1524424"/>
              <a:gd name="connsiteY2" fmla="*/ 1046145 h 1528307"/>
              <a:gd name="connsiteX3" fmla="*/ 1303899 w 1524424"/>
              <a:gd name="connsiteY3" fmla="*/ 1170434 h 1528307"/>
              <a:gd name="connsiteX4" fmla="*/ 1174234 w 1524424"/>
              <a:gd name="connsiteY4" fmla="*/ 1170434 h 1528307"/>
              <a:gd name="connsiteX5" fmla="*/ 1070760 w 1524424"/>
              <a:gd name="connsiteY5" fmla="*/ 1178181 h 1528307"/>
              <a:gd name="connsiteX6" fmla="*/ 987591 w 1524424"/>
              <a:gd name="connsiteY6" fmla="*/ 1185642 h 1528307"/>
              <a:gd name="connsiteX7" fmla="*/ 931189 w 1524424"/>
              <a:gd name="connsiteY7" fmla="*/ 1261382 h 1528307"/>
              <a:gd name="connsiteX8" fmla="*/ 940988 w 1524424"/>
              <a:gd name="connsiteY8" fmla="*/ 1334860 h 1528307"/>
              <a:gd name="connsiteX9" fmla="*/ 1004559 w 1524424"/>
              <a:gd name="connsiteY9" fmla="*/ 1388670 h 1528307"/>
              <a:gd name="connsiteX10" fmla="*/ 1087728 w 1524424"/>
              <a:gd name="connsiteY10" fmla="*/ 1381209 h 1528307"/>
              <a:gd name="connsiteX11" fmla="*/ 1143891 w 1524424"/>
              <a:gd name="connsiteY11" fmla="*/ 1305469 h 1528307"/>
              <a:gd name="connsiteX12" fmla="*/ 1373800 w 1524424"/>
              <a:gd name="connsiteY12" fmla="*/ 1217294 h 1528307"/>
              <a:gd name="connsiteX13" fmla="*/ 1119514 w 1524424"/>
              <a:gd name="connsiteY13" fmla="*/ 1437505 h 1528307"/>
              <a:gd name="connsiteX14" fmla="*/ 850649 w 1524424"/>
              <a:gd name="connsiteY14" fmla="*/ 1522966 h 1528307"/>
              <a:gd name="connsiteX15" fmla="*/ 657306 w 1524424"/>
              <a:gd name="connsiteY15" fmla="*/ 1520705 h 1528307"/>
              <a:gd name="connsiteX16" fmla="*/ 89942 w 1524424"/>
              <a:gd name="connsiteY16" fmla="*/ 1122111 h 1528307"/>
              <a:gd name="connsiteX17" fmla="*/ 403020 w 1524424"/>
              <a:gd name="connsiteY17" fmla="*/ 90015 h 1528307"/>
              <a:gd name="connsiteX18" fmla="*/ 693184 w 1524424"/>
              <a:gd name="connsiteY18" fmla="*/ 3120 h 1528307"/>
              <a:gd name="connsiteX19" fmla="*/ 803967 w 1524424"/>
              <a:gd name="connsiteY19" fmla="*/ 1152 h 1528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24424" h="1528307">
                <a:moveTo>
                  <a:pt x="803967" y="1152"/>
                </a:moveTo>
                <a:cubicBezTo>
                  <a:pt x="1061213" y="15303"/>
                  <a:pt x="1304963" y="159227"/>
                  <a:pt x="1434981" y="403148"/>
                </a:cubicBezTo>
                <a:cubicBezTo>
                  <a:pt x="1545156" y="610924"/>
                  <a:pt x="1549936" y="845604"/>
                  <a:pt x="1469157" y="1046145"/>
                </a:cubicBezTo>
                <a:cubicBezTo>
                  <a:pt x="1447310" y="1174026"/>
                  <a:pt x="1353053" y="1149719"/>
                  <a:pt x="1303899" y="1170434"/>
                </a:cubicBezTo>
                <a:lnTo>
                  <a:pt x="1174234" y="1170434"/>
                </a:lnTo>
                <a:lnTo>
                  <a:pt x="1070760" y="1178181"/>
                </a:lnTo>
                <a:cubicBezTo>
                  <a:pt x="1043754" y="1168459"/>
                  <a:pt x="1014358" y="1170946"/>
                  <a:pt x="987591" y="1185642"/>
                </a:cubicBezTo>
                <a:cubicBezTo>
                  <a:pt x="955805" y="1202825"/>
                  <a:pt x="938598" y="1229503"/>
                  <a:pt x="931189" y="1261382"/>
                </a:cubicBezTo>
                <a:cubicBezTo>
                  <a:pt x="926409" y="1285799"/>
                  <a:pt x="928799" y="1310217"/>
                  <a:pt x="940988" y="1334860"/>
                </a:cubicBezTo>
                <a:cubicBezTo>
                  <a:pt x="953176" y="1361765"/>
                  <a:pt x="977792" y="1381209"/>
                  <a:pt x="1004559" y="1388670"/>
                </a:cubicBezTo>
                <a:cubicBezTo>
                  <a:pt x="1031565" y="1398391"/>
                  <a:pt x="1060961" y="1395904"/>
                  <a:pt x="1087728" y="1381209"/>
                </a:cubicBezTo>
                <a:cubicBezTo>
                  <a:pt x="1119514" y="1366513"/>
                  <a:pt x="1139111" y="1337121"/>
                  <a:pt x="1143891" y="1305469"/>
                </a:cubicBezTo>
                <a:cubicBezTo>
                  <a:pt x="1217261" y="1268843"/>
                  <a:pt x="1293260" y="1239451"/>
                  <a:pt x="1373800" y="1217294"/>
                </a:cubicBezTo>
                <a:cubicBezTo>
                  <a:pt x="1307838" y="1305469"/>
                  <a:pt x="1222280" y="1381209"/>
                  <a:pt x="1119514" y="1437505"/>
                </a:cubicBezTo>
                <a:cubicBezTo>
                  <a:pt x="1033955" y="1483853"/>
                  <a:pt x="943378" y="1513245"/>
                  <a:pt x="850649" y="1522966"/>
                </a:cubicBezTo>
                <a:cubicBezTo>
                  <a:pt x="787078" y="1530427"/>
                  <a:pt x="720877" y="1530427"/>
                  <a:pt x="657306" y="1520705"/>
                </a:cubicBezTo>
                <a:cubicBezTo>
                  <a:pt x="422617" y="1488827"/>
                  <a:pt x="207525" y="1349330"/>
                  <a:pt x="89942" y="1122111"/>
                </a:cubicBezTo>
                <a:cubicBezTo>
                  <a:pt x="-107942" y="750195"/>
                  <a:pt x="31389" y="288069"/>
                  <a:pt x="403020" y="90015"/>
                </a:cubicBezTo>
                <a:cubicBezTo>
                  <a:pt x="495928" y="40502"/>
                  <a:pt x="594496" y="12085"/>
                  <a:pt x="693184" y="3120"/>
                </a:cubicBezTo>
                <a:cubicBezTo>
                  <a:pt x="730192" y="-242"/>
                  <a:pt x="767217" y="-869"/>
                  <a:pt x="803967" y="1152"/>
                </a:cubicBezTo>
                <a:close/>
              </a:path>
            </a:pathLst>
          </a:custGeom>
          <a:solidFill>
            <a:srgbClr val="FFFFFF"/>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sp>
        <p:nvSpPr>
          <p:cNvPr id="6" name="Freeform: Shape 5">
            <a:extLst>
              <a:ext uri="{FF2B5EF4-FFF2-40B4-BE49-F238E27FC236}">
                <a16:creationId xmlns:a16="http://schemas.microsoft.com/office/drawing/2014/main" id="{30FFAA54-45F6-8D5A-0A37-EF4BFFFBCABE}"/>
              </a:ext>
            </a:extLst>
          </p:cNvPr>
          <p:cNvSpPr/>
          <p:nvPr/>
        </p:nvSpPr>
        <p:spPr>
          <a:xfrm>
            <a:off x="6230332" y="1098501"/>
            <a:ext cx="1526303" cy="1519970"/>
          </a:xfrm>
          <a:custGeom>
            <a:avLst/>
            <a:gdLst>
              <a:gd name="connsiteX0" fmla="*/ 720380 w 1526303"/>
              <a:gd name="connsiteY0" fmla="*/ 1261 h 1519970"/>
              <a:gd name="connsiteX1" fmla="*/ 831162 w 1526303"/>
              <a:gd name="connsiteY1" fmla="*/ 2964 h 1519970"/>
              <a:gd name="connsiteX2" fmla="*/ 1121326 w 1526303"/>
              <a:gd name="connsiteY2" fmla="*/ 89506 h 1519970"/>
              <a:gd name="connsiteX3" fmla="*/ 1436794 w 1526303"/>
              <a:gd name="connsiteY3" fmla="*/ 1121376 h 1519970"/>
              <a:gd name="connsiteX4" fmla="*/ 864650 w 1526303"/>
              <a:gd name="connsiteY4" fmla="*/ 1519970 h 1519970"/>
              <a:gd name="connsiteX5" fmla="*/ 668930 w 1526303"/>
              <a:gd name="connsiteY5" fmla="*/ 1397943 h 1519970"/>
              <a:gd name="connsiteX6" fmla="*/ 595547 w 1526303"/>
              <a:gd name="connsiteY6" fmla="*/ 1265847 h 1519970"/>
              <a:gd name="connsiteX7" fmla="*/ 539384 w 1526303"/>
              <a:gd name="connsiteY7" fmla="*/ 1187394 h 1519970"/>
              <a:gd name="connsiteX8" fmla="*/ 453825 w 1526303"/>
              <a:gd name="connsiteY8" fmla="*/ 1180159 h 1519970"/>
              <a:gd name="connsiteX9" fmla="*/ 443396 w 1526303"/>
              <a:gd name="connsiteY9" fmla="*/ 1186014 h 1519970"/>
              <a:gd name="connsiteX10" fmla="*/ 443396 w 1526303"/>
              <a:gd name="connsiteY10" fmla="*/ 1254485 h 1519970"/>
              <a:gd name="connsiteX11" fmla="*/ 380455 w 1526303"/>
              <a:gd name="connsiteY11" fmla="*/ 1307221 h 1519970"/>
              <a:gd name="connsiteX12" fmla="*/ 436618 w 1526303"/>
              <a:gd name="connsiteY12" fmla="*/ 1380700 h 1519970"/>
              <a:gd name="connsiteX13" fmla="*/ 517397 w 1526303"/>
              <a:gd name="connsiteY13" fmla="*/ 1390421 h 1519970"/>
              <a:gd name="connsiteX14" fmla="*/ 558955 w 1526303"/>
              <a:gd name="connsiteY14" fmla="*/ 1421928 h 1519970"/>
              <a:gd name="connsiteX15" fmla="*/ 558955 w 1526303"/>
              <a:gd name="connsiteY15" fmla="*/ 1392812 h 1519970"/>
              <a:gd name="connsiteX16" fmla="*/ 652579 w 1526303"/>
              <a:gd name="connsiteY16" fmla="*/ 1392812 h 1519970"/>
              <a:gd name="connsiteX17" fmla="*/ 652579 w 1526303"/>
              <a:gd name="connsiteY17" fmla="*/ 1471119 h 1519970"/>
              <a:gd name="connsiteX18" fmla="*/ 618986 w 1526303"/>
              <a:gd name="connsiteY18" fmla="*/ 1471119 h 1519970"/>
              <a:gd name="connsiteX19" fmla="*/ 671307 w 1526303"/>
              <a:gd name="connsiteY19" fmla="*/ 1519970 h 1519970"/>
              <a:gd name="connsiteX20" fmla="*/ 407222 w 1526303"/>
              <a:gd name="connsiteY20" fmla="*/ 1436996 h 1519970"/>
              <a:gd name="connsiteX21" fmla="*/ 152936 w 1526303"/>
              <a:gd name="connsiteY21" fmla="*/ 1216785 h 1519970"/>
              <a:gd name="connsiteX22" fmla="*/ 55189 w 1526303"/>
              <a:gd name="connsiteY22" fmla="*/ 1045636 h 1519970"/>
              <a:gd name="connsiteX23" fmla="*/ 89364 w 1526303"/>
              <a:gd name="connsiteY23" fmla="*/ 404900 h 1519970"/>
              <a:gd name="connsiteX24" fmla="*/ 720380 w 1526303"/>
              <a:gd name="connsiteY24" fmla="*/ 1261 h 1519970"/>
              <a:gd name="connsiteX0" fmla="*/ 720380 w 1526303"/>
              <a:gd name="connsiteY0" fmla="*/ 1261 h 1519970"/>
              <a:gd name="connsiteX1" fmla="*/ 831162 w 1526303"/>
              <a:gd name="connsiteY1" fmla="*/ 2964 h 1519970"/>
              <a:gd name="connsiteX2" fmla="*/ 1121326 w 1526303"/>
              <a:gd name="connsiteY2" fmla="*/ 89506 h 1519970"/>
              <a:gd name="connsiteX3" fmla="*/ 1436794 w 1526303"/>
              <a:gd name="connsiteY3" fmla="*/ 1121376 h 1519970"/>
              <a:gd name="connsiteX4" fmla="*/ 864650 w 1526303"/>
              <a:gd name="connsiteY4" fmla="*/ 1519970 h 1519970"/>
              <a:gd name="connsiteX5" fmla="*/ 668930 w 1526303"/>
              <a:gd name="connsiteY5" fmla="*/ 1397943 h 1519970"/>
              <a:gd name="connsiteX6" fmla="*/ 595547 w 1526303"/>
              <a:gd name="connsiteY6" fmla="*/ 1265847 h 1519970"/>
              <a:gd name="connsiteX7" fmla="*/ 539384 w 1526303"/>
              <a:gd name="connsiteY7" fmla="*/ 1187394 h 1519970"/>
              <a:gd name="connsiteX8" fmla="*/ 453825 w 1526303"/>
              <a:gd name="connsiteY8" fmla="*/ 1180159 h 1519970"/>
              <a:gd name="connsiteX9" fmla="*/ 443396 w 1526303"/>
              <a:gd name="connsiteY9" fmla="*/ 1186014 h 1519970"/>
              <a:gd name="connsiteX10" fmla="*/ 443396 w 1526303"/>
              <a:gd name="connsiteY10" fmla="*/ 1254485 h 1519970"/>
              <a:gd name="connsiteX11" fmla="*/ 380455 w 1526303"/>
              <a:gd name="connsiteY11" fmla="*/ 1307221 h 1519970"/>
              <a:gd name="connsiteX12" fmla="*/ 436618 w 1526303"/>
              <a:gd name="connsiteY12" fmla="*/ 1380700 h 1519970"/>
              <a:gd name="connsiteX13" fmla="*/ 517397 w 1526303"/>
              <a:gd name="connsiteY13" fmla="*/ 1390421 h 1519970"/>
              <a:gd name="connsiteX14" fmla="*/ 558955 w 1526303"/>
              <a:gd name="connsiteY14" fmla="*/ 1392812 h 1519970"/>
              <a:gd name="connsiteX15" fmla="*/ 652579 w 1526303"/>
              <a:gd name="connsiteY15" fmla="*/ 1392812 h 1519970"/>
              <a:gd name="connsiteX16" fmla="*/ 652579 w 1526303"/>
              <a:gd name="connsiteY16" fmla="*/ 1471119 h 1519970"/>
              <a:gd name="connsiteX17" fmla="*/ 618986 w 1526303"/>
              <a:gd name="connsiteY17" fmla="*/ 1471119 h 1519970"/>
              <a:gd name="connsiteX18" fmla="*/ 671307 w 1526303"/>
              <a:gd name="connsiteY18" fmla="*/ 1519970 h 1519970"/>
              <a:gd name="connsiteX19" fmla="*/ 407222 w 1526303"/>
              <a:gd name="connsiteY19" fmla="*/ 1436996 h 1519970"/>
              <a:gd name="connsiteX20" fmla="*/ 152936 w 1526303"/>
              <a:gd name="connsiteY20" fmla="*/ 1216785 h 1519970"/>
              <a:gd name="connsiteX21" fmla="*/ 55189 w 1526303"/>
              <a:gd name="connsiteY21" fmla="*/ 1045636 h 1519970"/>
              <a:gd name="connsiteX22" fmla="*/ 89364 w 1526303"/>
              <a:gd name="connsiteY22" fmla="*/ 404900 h 1519970"/>
              <a:gd name="connsiteX23" fmla="*/ 720380 w 1526303"/>
              <a:gd name="connsiteY23" fmla="*/ 1261 h 1519970"/>
              <a:gd name="connsiteX0" fmla="*/ 720380 w 1526303"/>
              <a:gd name="connsiteY0" fmla="*/ 1261 h 1519970"/>
              <a:gd name="connsiteX1" fmla="*/ 831162 w 1526303"/>
              <a:gd name="connsiteY1" fmla="*/ 2964 h 1519970"/>
              <a:gd name="connsiteX2" fmla="*/ 1121326 w 1526303"/>
              <a:gd name="connsiteY2" fmla="*/ 89506 h 1519970"/>
              <a:gd name="connsiteX3" fmla="*/ 1436794 w 1526303"/>
              <a:gd name="connsiteY3" fmla="*/ 1121376 h 1519970"/>
              <a:gd name="connsiteX4" fmla="*/ 864650 w 1526303"/>
              <a:gd name="connsiteY4" fmla="*/ 1519970 h 1519970"/>
              <a:gd name="connsiteX5" fmla="*/ 668930 w 1526303"/>
              <a:gd name="connsiteY5" fmla="*/ 1397943 h 1519970"/>
              <a:gd name="connsiteX6" fmla="*/ 595547 w 1526303"/>
              <a:gd name="connsiteY6" fmla="*/ 1265847 h 1519970"/>
              <a:gd name="connsiteX7" fmla="*/ 539384 w 1526303"/>
              <a:gd name="connsiteY7" fmla="*/ 1187394 h 1519970"/>
              <a:gd name="connsiteX8" fmla="*/ 453825 w 1526303"/>
              <a:gd name="connsiteY8" fmla="*/ 1180159 h 1519970"/>
              <a:gd name="connsiteX9" fmla="*/ 443396 w 1526303"/>
              <a:gd name="connsiteY9" fmla="*/ 1186014 h 1519970"/>
              <a:gd name="connsiteX10" fmla="*/ 443396 w 1526303"/>
              <a:gd name="connsiteY10" fmla="*/ 1254485 h 1519970"/>
              <a:gd name="connsiteX11" fmla="*/ 380455 w 1526303"/>
              <a:gd name="connsiteY11" fmla="*/ 1307221 h 1519970"/>
              <a:gd name="connsiteX12" fmla="*/ 436618 w 1526303"/>
              <a:gd name="connsiteY12" fmla="*/ 1380700 h 1519970"/>
              <a:gd name="connsiteX13" fmla="*/ 517397 w 1526303"/>
              <a:gd name="connsiteY13" fmla="*/ 1390421 h 1519970"/>
              <a:gd name="connsiteX14" fmla="*/ 558955 w 1526303"/>
              <a:gd name="connsiteY14" fmla="*/ 1392812 h 1519970"/>
              <a:gd name="connsiteX15" fmla="*/ 652579 w 1526303"/>
              <a:gd name="connsiteY15" fmla="*/ 1392812 h 1519970"/>
              <a:gd name="connsiteX16" fmla="*/ 652579 w 1526303"/>
              <a:gd name="connsiteY16" fmla="*/ 1471119 h 1519970"/>
              <a:gd name="connsiteX17" fmla="*/ 671307 w 1526303"/>
              <a:gd name="connsiteY17" fmla="*/ 1519970 h 1519970"/>
              <a:gd name="connsiteX18" fmla="*/ 407222 w 1526303"/>
              <a:gd name="connsiteY18" fmla="*/ 1436996 h 1519970"/>
              <a:gd name="connsiteX19" fmla="*/ 152936 w 1526303"/>
              <a:gd name="connsiteY19" fmla="*/ 1216785 h 1519970"/>
              <a:gd name="connsiteX20" fmla="*/ 55189 w 1526303"/>
              <a:gd name="connsiteY20" fmla="*/ 1045636 h 1519970"/>
              <a:gd name="connsiteX21" fmla="*/ 89364 w 1526303"/>
              <a:gd name="connsiteY21" fmla="*/ 404900 h 1519970"/>
              <a:gd name="connsiteX22" fmla="*/ 720380 w 1526303"/>
              <a:gd name="connsiteY22" fmla="*/ 1261 h 1519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26303" h="1519970">
                <a:moveTo>
                  <a:pt x="720380" y="1261"/>
                </a:moveTo>
                <a:cubicBezTo>
                  <a:pt x="757129" y="-856"/>
                  <a:pt x="794154" y="-319"/>
                  <a:pt x="831162" y="2964"/>
                </a:cubicBezTo>
                <a:cubicBezTo>
                  <a:pt x="929850" y="11718"/>
                  <a:pt x="1028419" y="39993"/>
                  <a:pt x="1121326" y="89506"/>
                </a:cubicBezTo>
                <a:cubicBezTo>
                  <a:pt x="1492957" y="287560"/>
                  <a:pt x="1634918" y="749686"/>
                  <a:pt x="1436794" y="1121376"/>
                </a:cubicBezTo>
                <a:cubicBezTo>
                  <a:pt x="1317060" y="1348821"/>
                  <a:pt x="1099339" y="1488318"/>
                  <a:pt x="864650" y="1519970"/>
                </a:cubicBezTo>
                <a:lnTo>
                  <a:pt x="668930" y="1397943"/>
                </a:lnTo>
                <a:lnTo>
                  <a:pt x="595547" y="1265847"/>
                </a:lnTo>
                <a:cubicBezTo>
                  <a:pt x="590767" y="1233968"/>
                  <a:pt x="571170" y="1204576"/>
                  <a:pt x="539384" y="1187394"/>
                </a:cubicBezTo>
                <a:cubicBezTo>
                  <a:pt x="512378" y="1172924"/>
                  <a:pt x="480592" y="1170437"/>
                  <a:pt x="453825" y="1180159"/>
                </a:cubicBezTo>
                <a:lnTo>
                  <a:pt x="443396" y="1186014"/>
                </a:lnTo>
                <a:lnTo>
                  <a:pt x="443396" y="1254485"/>
                </a:lnTo>
                <a:lnTo>
                  <a:pt x="380455" y="1307221"/>
                </a:lnTo>
                <a:cubicBezTo>
                  <a:pt x="387864" y="1336612"/>
                  <a:pt x="407222" y="1366004"/>
                  <a:pt x="436618" y="1380700"/>
                </a:cubicBezTo>
                <a:cubicBezTo>
                  <a:pt x="463624" y="1395395"/>
                  <a:pt x="490391" y="1397882"/>
                  <a:pt x="517397" y="1390421"/>
                </a:cubicBezTo>
                <a:lnTo>
                  <a:pt x="558955" y="1392812"/>
                </a:lnTo>
                <a:lnTo>
                  <a:pt x="652579" y="1392812"/>
                </a:lnTo>
                <a:lnTo>
                  <a:pt x="652579" y="1471119"/>
                </a:lnTo>
                <a:lnTo>
                  <a:pt x="671307" y="1519970"/>
                </a:lnTo>
                <a:cubicBezTo>
                  <a:pt x="580968" y="1510249"/>
                  <a:pt x="493020" y="1480857"/>
                  <a:pt x="407222" y="1436996"/>
                </a:cubicBezTo>
                <a:cubicBezTo>
                  <a:pt x="304695" y="1380700"/>
                  <a:pt x="219136" y="1304960"/>
                  <a:pt x="152936" y="1216785"/>
                </a:cubicBezTo>
                <a:cubicBezTo>
                  <a:pt x="113980" y="1165463"/>
                  <a:pt x="82195" y="1106680"/>
                  <a:pt x="55189" y="1045636"/>
                </a:cubicBezTo>
                <a:cubicBezTo>
                  <a:pt x="-25590" y="845095"/>
                  <a:pt x="-20571" y="610415"/>
                  <a:pt x="89364" y="404900"/>
                </a:cubicBezTo>
                <a:cubicBezTo>
                  <a:pt x="219383" y="160979"/>
                  <a:pt x="463133" y="16081"/>
                  <a:pt x="720380" y="1261"/>
                </a:cubicBezTo>
                <a:close/>
              </a:path>
            </a:pathLst>
          </a:custGeom>
          <a:solidFill>
            <a:srgbClr val="FFFFFF"/>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sp>
        <p:nvSpPr>
          <p:cNvPr id="7" name="Freeform: Shape 6">
            <a:extLst>
              <a:ext uri="{FF2B5EF4-FFF2-40B4-BE49-F238E27FC236}">
                <a16:creationId xmlns:a16="http://schemas.microsoft.com/office/drawing/2014/main" id="{DB72B483-1FFC-7E52-D092-2FE15F219AA9}"/>
              </a:ext>
            </a:extLst>
          </p:cNvPr>
          <p:cNvSpPr/>
          <p:nvPr/>
        </p:nvSpPr>
        <p:spPr>
          <a:xfrm>
            <a:off x="3522189" y="2662518"/>
            <a:ext cx="1528626" cy="1526035"/>
          </a:xfrm>
          <a:custGeom>
            <a:avLst/>
            <a:gdLst>
              <a:gd name="connsiteX0" fmla="*/ 750790 w 1528626"/>
              <a:gd name="connsiteY0" fmla="*/ 41 h 1526035"/>
              <a:gd name="connsiteX1" fmla="*/ 1359738 w 1528626"/>
              <a:gd name="connsiteY1" fmla="*/ 288530 h 1526035"/>
              <a:gd name="connsiteX2" fmla="*/ 1327359 w 1528626"/>
              <a:gd name="connsiteY2" fmla="*/ 392626 h 1526035"/>
              <a:gd name="connsiteX3" fmla="*/ 1377739 w 1528626"/>
              <a:gd name="connsiteY3" fmla="*/ 392626 h 1526035"/>
              <a:gd name="connsiteX4" fmla="*/ 1377739 w 1528626"/>
              <a:gd name="connsiteY4" fmla="*/ 572446 h 1526035"/>
              <a:gd name="connsiteX5" fmla="*/ 1286988 w 1528626"/>
              <a:gd name="connsiteY5" fmla="*/ 572446 h 1526035"/>
              <a:gd name="connsiteX6" fmla="*/ 1271551 w 1528626"/>
              <a:gd name="connsiteY6" fmla="*/ 677403 h 1526035"/>
              <a:gd name="connsiteX7" fmla="*/ 1242394 w 1528626"/>
              <a:gd name="connsiteY7" fmla="*/ 753368 h 1526035"/>
              <a:gd name="connsiteX8" fmla="*/ 1271551 w 1528626"/>
              <a:gd name="connsiteY8" fmla="*/ 824134 h 1526035"/>
              <a:gd name="connsiteX9" fmla="*/ 1354720 w 1528626"/>
              <a:gd name="connsiteY9" fmla="*/ 860761 h 1526035"/>
              <a:gd name="connsiteX10" fmla="*/ 1420920 w 1528626"/>
              <a:gd name="connsiteY10" fmla="*/ 838830 h 1526035"/>
              <a:gd name="connsiteX11" fmla="*/ 1464894 w 1528626"/>
              <a:gd name="connsiteY11" fmla="*/ 750881 h 1526035"/>
              <a:gd name="connsiteX12" fmla="*/ 1423310 w 1528626"/>
              <a:gd name="connsiteY12" fmla="*/ 667681 h 1526035"/>
              <a:gd name="connsiteX13" fmla="*/ 1428479 w 1528626"/>
              <a:gd name="connsiteY13" fmla="*/ 629716 h 1526035"/>
              <a:gd name="connsiteX14" fmla="*/ 1410759 w 1528626"/>
              <a:gd name="connsiteY14" fmla="*/ 629716 h 1526035"/>
              <a:gd name="connsiteX15" fmla="*/ 1410759 w 1528626"/>
              <a:gd name="connsiteY15" fmla="*/ 515176 h 1526035"/>
              <a:gd name="connsiteX16" fmla="*/ 1448000 w 1528626"/>
              <a:gd name="connsiteY16" fmla="*/ 515176 h 1526035"/>
              <a:gd name="connsiteX17" fmla="*/ 1462265 w 1528626"/>
              <a:gd name="connsiteY17" fmla="*/ 452444 h 1526035"/>
              <a:gd name="connsiteX18" fmla="*/ 1528466 w 1528626"/>
              <a:gd name="connsiteY18" fmla="*/ 750881 h 1526035"/>
              <a:gd name="connsiteX19" fmla="*/ 1462265 w 1528626"/>
              <a:gd name="connsiteY19" fmla="*/ 1073510 h 1526035"/>
              <a:gd name="connsiteX20" fmla="*/ 1362128 w 1528626"/>
              <a:gd name="connsiteY20" fmla="*/ 1237425 h 1526035"/>
              <a:gd name="connsiteX21" fmla="*/ 775167 w 1528626"/>
              <a:gd name="connsiteY21" fmla="*/ 1525914 h 1526035"/>
              <a:gd name="connsiteX22" fmla="*/ 120 w 1528626"/>
              <a:gd name="connsiteY22" fmla="*/ 775299 h 1526035"/>
              <a:gd name="connsiteX23" fmla="*/ 750790 w 1528626"/>
              <a:gd name="connsiteY23" fmla="*/ 41 h 1526035"/>
              <a:gd name="connsiteX0" fmla="*/ 750790 w 1528626"/>
              <a:gd name="connsiteY0" fmla="*/ 41 h 1526035"/>
              <a:gd name="connsiteX1" fmla="*/ 1359738 w 1528626"/>
              <a:gd name="connsiteY1" fmla="*/ 288530 h 1526035"/>
              <a:gd name="connsiteX2" fmla="*/ 1327359 w 1528626"/>
              <a:gd name="connsiteY2" fmla="*/ 392626 h 1526035"/>
              <a:gd name="connsiteX3" fmla="*/ 1377739 w 1528626"/>
              <a:gd name="connsiteY3" fmla="*/ 392626 h 1526035"/>
              <a:gd name="connsiteX4" fmla="*/ 1377739 w 1528626"/>
              <a:gd name="connsiteY4" fmla="*/ 572446 h 1526035"/>
              <a:gd name="connsiteX5" fmla="*/ 1271551 w 1528626"/>
              <a:gd name="connsiteY5" fmla="*/ 677403 h 1526035"/>
              <a:gd name="connsiteX6" fmla="*/ 1242394 w 1528626"/>
              <a:gd name="connsiteY6" fmla="*/ 753368 h 1526035"/>
              <a:gd name="connsiteX7" fmla="*/ 1271551 w 1528626"/>
              <a:gd name="connsiteY7" fmla="*/ 824134 h 1526035"/>
              <a:gd name="connsiteX8" fmla="*/ 1354720 w 1528626"/>
              <a:gd name="connsiteY8" fmla="*/ 860761 h 1526035"/>
              <a:gd name="connsiteX9" fmla="*/ 1420920 w 1528626"/>
              <a:gd name="connsiteY9" fmla="*/ 838830 h 1526035"/>
              <a:gd name="connsiteX10" fmla="*/ 1464894 w 1528626"/>
              <a:gd name="connsiteY10" fmla="*/ 750881 h 1526035"/>
              <a:gd name="connsiteX11" fmla="*/ 1423310 w 1528626"/>
              <a:gd name="connsiteY11" fmla="*/ 667681 h 1526035"/>
              <a:gd name="connsiteX12" fmla="*/ 1428479 w 1528626"/>
              <a:gd name="connsiteY12" fmla="*/ 629716 h 1526035"/>
              <a:gd name="connsiteX13" fmla="*/ 1410759 w 1528626"/>
              <a:gd name="connsiteY13" fmla="*/ 629716 h 1526035"/>
              <a:gd name="connsiteX14" fmla="*/ 1410759 w 1528626"/>
              <a:gd name="connsiteY14" fmla="*/ 515176 h 1526035"/>
              <a:gd name="connsiteX15" fmla="*/ 1448000 w 1528626"/>
              <a:gd name="connsiteY15" fmla="*/ 515176 h 1526035"/>
              <a:gd name="connsiteX16" fmla="*/ 1462265 w 1528626"/>
              <a:gd name="connsiteY16" fmla="*/ 452444 h 1526035"/>
              <a:gd name="connsiteX17" fmla="*/ 1528466 w 1528626"/>
              <a:gd name="connsiteY17" fmla="*/ 750881 h 1526035"/>
              <a:gd name="connsiteX18" fmla="*/ 1462265 w 1528626"/>
              <a:gd name="connsiteY18" fmla="*/ 1073510 h 1526035"/>
              <a:gd name="connsiteX19" fmla="*/ 1362128 w 1528626"/>
              <a:gd name="connsiteY19" fmla="*/ 1237425 h 1526035"/>
              <a:gd name="connsiteX20" fmla="*/ 775167 w 1528626"/>
              <a:gd name="connsiteY20" fmla="*/ 1525914 h 1526035"/>
              <a:gd name="connsiteX21" fmla="*/ 120 w 1528626"/>
              <a:gd name="connsiteY21" fmla="*/ 775299 h 1526035"/>
              <a:gd name="connsiteX22" fmla="*/ 750790 w 1528626"/>
              <a:gd name="connsiteY22" fmla="*/ 41 h 1526035"/>
              <a:gd name="connsiteX0" fmla="*/ 750790 w 1528626"/>
              <a:gd name="connsiteY0" fmla="*/ 41 h 1526035"/>
              <a:gd name="connsiteX1" fmla="*/ 1359738 w 1528626"/>
              <a:gd name="connsiteY1" fmla="*/ 288530 h 1526035"/>
              <a:gd name="connsiteX2" fmla="*/ 1377739 w 1528626"/>
              <a:gd name="connsiteY2" fmla="*/ 392626 h 1526035"/>
              <a:gd name="connsiteX3" fmla="*/ 1377739 w 1528626"/>
              <a:gd name="connsiteY3" fmla="*/ 572446 h 1526035"/>
              <a:gd name="connsiteX4" fmla="*/ 1271551 w 1528626"/>
              <a:gd name="connsiteY4" fmla="*/ 677403 h 1526035"/>
              <a:gd name="connsiteX5" fmla="*/ 1242394 w 1528626"/>
              <a:gd name="connsiteY5" fmla="*/ 753368 h 1526035"/>
              <a:gd name="connsiteX6" fmla="*/ 1271551 w 1528626"/>
              <a:gd name="connsiteY6" fmla="*/ 824134 h 1526035"/>
              <a:gd name="connsiteX7" fmla="*/ 1354720 w 1528626"/>
              <a:gd name="connsiteY7" fmla="*/ 860761 h 1526035"/>
              <a:gd name="connsiteX8" fmla="*/ 1420920 w 1528626"/>
              <a:gd name="connsiteY8" fmla="*/ 838830 h 1526035"/>
              <a:gd name="connsiteX9" fmla="*/ 1464894 w 1528626"/>
              <a:gd name="connsiteY9" fmla="*/ 750881 h 1526035"/>
              <a:gd name="connsiteX10" fmla="*/ 1423310 w 1528626"/>
              <a:gd name="connsiteY10" fmla="*/ 667681 h 1526035"/>
              <a:gd name="connsiteX11" fmla="*/ 1428479 w 1528626"/>
              <a:gd name="connsiteY11" fmla="*/ 629716 h 1526035"/>
              <a:gd name="connsiteX12" fmla="*/ 1410759 w 1528626"/>
              <a:gd name="connsiteY12" fmla="*/ 629716 h 1526035"/>
              <a:gd name="connsiteX13" fmla="*/ 1410759 w 1528626"/>
              <a:gd name="connsiteY13" fmla="*/ 515176 h 1526035"/>
              <a:gd name="connsiteX14" fmla="*/ 1448000 w 1528626"/>
              <a:gd name="connsiteY14" fmla="*/ 515176 h 1526035"/>
              <a:gd name="connsiteX15" fmla="*/ 1462265 w 1528626"/>
              <a:gd name="connsiteY15" fmla="*/ 452444 h 1526035"/>
              <a:gd name="connsiteX16" fmla="*/ 1528466 w 1528626"/>
              <a:gd name="connsiteY16" fmla="*/ 750881 h 1526035"/>
              <a:gd name="connsiteX17" fmla="*/ 1462265 w 1528626"/>
              <a:gd name="connsiteY17" fmla="*/ 1073510 h 1526035"/>
              <a:gd name="connsiteX18" fmla="*/ 1362128 w 1528626"/>
              <a:gd name="connsiteY18" fmla="*/ 1237425 h 1526035"/>
              <a:gd name="connsiteX19" fmla="*/ 775167 w 1528626"/>
              <a:gd name="connsiteY19" fmla="*/ 1525914 h 1526035"/>
              <a:gd name="connsiteX20" fmla="*/ 120 w 1528626"/>
              <a:gd name="connsiteY20" fmla="*/ 775299 h 1526035"/>
              <a:gd name="connsiteX21" fmla="*/ 750790 w 1528626"/>
              <a:gd name="connsiteY21" fmla="*/ 41 h 1526035"/>
              <a:gd name="connsiteX0" fmla="*/ 750790 w 1528626"/>
              <a:gd name="connsiteY0" fmla="*/ 41 h 1526035"/>
              <a:gd name="connsiteX1" fmla="*/ 1359738 w 1528626"/>
              <a:gd name="connsiteY1" fmla="*/ 288530 h 1526035"/>
              <a:gd name="connsiteX2" fmla="*/ 1377739 w 1528626"/>
              <a:gd name="connsiteY2" fmla="*/ 392626 h 1526035"/>
              <a:gd name="connsiteX3" fmla="*/ 1377739 w 1528626"/>
              <a:gd name="connsiteY3" fmla="*/ 572446 h 1526035"/>
              <a:gd name="connsiteX4" fmla="*/ 1271551 w 1528626"/>
              <a:gd name="connsiteY4" fmla="*/ 677403 h 1526035"/>
              <a:gd name="connsiteX5" fmla="*/ 1242394 w 1528626"/>
              <a:gd name="connsiteY5" fmla="*/ 753368 h 1526035"/>
              <a:gd name="connsiteX6" fmla="*/ 1271551 w 1528626"/>
              <a:gd name="connsiteY6" fmla="*/ 824134 h 1526035"/>
              <a:gd name="connsiteX7" fmla="*/ 1354720 w 1528626"/>
              <a:gd name="connsiteY7" fmla="*/ 860761 h 1526035"/>
              <a:gd name="connsiteX8" fmla="*/ 1420920 w 1528626"/>
              <a:gd name="connsiteY8" fmla="*/ 838830 h 1526035"/>
              <a:gd name="connsiteX9" fmla="*/ 1464894 w 1528626"/>
              <a:gd name="connsiteY9" fmla="*/ 750881 h 1526035"/>
              <a:gd name="connsiteX10" fmla="*/ 1423310 w 1528626"/>
              <a:gd name="connsiteY10" fmla="*/ 667681 h 1526035"/>
              <a:gd name="connsiteX11" fmla="*/ 1410759 w 1528626"/>
              <a:gd name="connsiteY11" fmla="*/ 629716 h 1526035"/>
              <a:gd name="connsiteX12" fmla="*/ 1410759 w 1528626"/>
              <a:gd name="connsiteY12" fmla="*/ 515176 h 1526035"/>
              <a:gd name="connsiteX13" fmla="*/ 1448000 w 1528626"/>
              <a:gd name="connsiteY13" fmla="*/ 515176 h 1526035"/>
              <a:gd name="connsiteX14" fmla="*/ 1462265 w 1528626"/>
              <a:gd name="connsiteY14" fmla="*/ 452444 h 1526035"/>
              <a:gd name="connsiteX15" fmla="*/ 1528466 w 1528626"/>
              <a:gd name="connsiteY15" fmla="*/ 750881 h 1526035"/>
              <a:gd name="connsiteX16" fmla="*/ 1462265 w 1528626"/>
              <a:gd name="connsiteY16" fmla="*/ 1073510 h 1526035"/>
              <a:gd name="connsiteX17" fmla="*/ 1362128 w 1528626"/>
              <a:gd name="connsiteY17" fmla="*/ 1237425 h 1526035"/>
              <a:gd name="connsiteX18" fmla="*/ 775167 w 1528626"/>
              <a:gd name="connsiteY18" fmla="*/ 1525914 h 1526035"/>
              <a:gd name="connsiteX19" fmla="*/ 120 w 1528626"/>
              <a:gd name="connsiteY19" fmla="*/ 775299 h 1526035"/>
              <a:gd name="connsiteX20" fmla="*/ 750790 w 1528626"/>
              <a:gd name="connsiteY20" fmla="*/ 41 h 1526035"/>
              <a:gd name="connsiteX0" fmla="*/ 750790 w 1528626"/>
              <a:gd name="connsiteY0" fmla="*/ 41 h 1526035"/>
              <a:gd name="connsiteX1" fmla="*/ 1359738 w 1528626"/>
              <a:gd name="connsiteY1" fmla="*/ 288530 h 1526035"/>
              <a:gd name="connsiteX2" fmla="*/ 1377739 w 1528626"/>
              <a:gd name="connsiteY2" fmla="*/ 392626 h 1526035"/>
              <a:gd name="connsiteX3" fmla="*/ 1377739 w 1528626"/>
              <a:gd name="connsiteY3" fmla="*/ 572446 h 1526035"/>
              <a:gd name="connsiteX4" fmla="*/ 1271551 w 1528626"/>
              <a:gd name="connsiteY4" fmla="*/ 677403 h 1526035"/>
              <a:gd name="connsiteX5" fmla="*/ 1242394 w 1528626"/>
              <a:gd name="connsiteY5" fmla="*/ 753368 h 1526035"/>
              <a:gd name="connsiteX6" fmla="*/ 1271551 w 1528626"/>
              <a:gd name="connsiteY6" fmla="*/ 824134 h 1526035"/>
              <a:gd name="connsiteX7" fmla="*/ 1354720 w 1528626"/>
              <a:gd name="connsiteY7" fmla="*/ 860761 h 1526035"/>
              <a:gd name="connsiteX8" fmla="*/ 1420920 w 1528626"/>
              <a:gd name="connsiteY8" fmla="*/ 838830 h 1526035"/>
              <a:gd name="connsiteX9" fmla="*/ 1464894 w 1528626"/>
              <a:gd name="connsiteY9" fmla="*/ 750881 h 1526035"/>
              <a:gd name="connsiteX10" fmla="*/ 1423310 w 1528626"/>
              <a:gd name="connsiteY10" fmla="*/ 667681 h 1526035"/>
              <a:gd name="connsiteX11" fmla="*/ 1410759 w 1528626"/>
              <a:gd name="connsiteY11" fmla="*/ 629716 h 1526035"/>
              <a:gd name="connsiteX12" fmla="*/ 1410759 w 1528626"/>
              <a:gd name="connsiteY12" fmla="*/ 515176 h 1526035"/>
              <a:gd name="connsiteX13" fmla="*/ 1462265 w 1528626"/>
              <a:gd name="connsiteY13" fmla="*/ 452444 h 1526035"/>
              <a:gd name="connsiteX14" fmla="*/ 1528466 w 1528626"/>
              <a:gd name="connsiteY14" fmla="*/ 750881 h 1526035"/>
              <a:gd name="connsiteX15" fmla="*/ 1462265 w 1528626"/>
              <a:gd name="connsiteY15" fmla="*/ 1073510 h 1526035"/>
              <a:gd name="connsiteX16" fmla="*/ 1362128 w 1528626"/>
              <a:gd name="connsiteY16" fmla="*/ 1237425 h 1526035"/>
              <a:gd name="connsiteX17" fmla="*/ 775167 w 1528626"/>
              <a:gd name="connsiteY17" fmla="*/ 1525914 h 1526035"/>
              <a:gd name="connsiteX18" fmla="*/ 120 w 1528626"/>
              <a:gd name="connsiteY18" fmla="*/ 775299 h 1526035"/>
              <a:gd name="connsiteX19" fmla="*/ 750790 w 1528626"/>
              <a:gd name="connsiteY19" fmla="*/ 41 h 1526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28626" h="1526035">
                <a:moveTo>
                  <a:pt x="750790" y="41"/>
                </a:moveTo>
                <a:cubicBezTo>
                  <a:pt x="997667" y="-2446"/>
                  <a:pt x="1217778" y="110146"/>
                  <a:pt x="1359738" y="288530"/>
                </a:cubicBezTo>
                <a:lnTo>
                  <a:pt x="1377739" y="392626"/>
                </a:lnTo>
                <a:lnTo>
                  <a:pt x="1377739" y="572446"/>
                </a:lnTo>
                <a:lnTo>
                  <a:pt x="1271551" y="677403"/>
                </a:lnTo>
                <a:cubicBezTo>
                  <a:pt x="1254582" y="697072"/>
                  <a:pt x="1242394" y="723977"/>
                  <a:pt x="1242394" y="753368"/>
                </a:cubicBezTo>
                <a:cubicBezTo>
                  <a:pt x="1242394" y="780273"/>
                  <a:pt x="1254582" y="804691"/>
                  <a:pt x="1271551" y="824134"/>
                </a:cubicBezTo>
                <a:cubicBezTo>
                  <a:pt x="1291148" y="846291"/>
                  <a:pt x="1322934" y="860761"/>
                  <a:pt x="1354720" y="860761"/>
                </a:cubicBezTo>
                <a:cubicBezTo>
                  <a:pt x="1379336" y="860761"/>
                  <a:pt x="1403713" y="853526"/>
                  <a:pt x="1420920" y="838830"/>
                </a:cubicBezTo>
                <a:cubicBezTo>
                  <a:pt x="1447687" y="819386"/>
                  <a:pt x="1464894" y="787508"/>
                  <a:pt x="1464894" y="750881"/>
                </a:cubicBezTo>
                <a:cubicBezTo>
                  <a:pt x="1464894" y="716516"/>
                  <a:pt x="1447687" y="687351"/>
                  <a:pt x="1423310" y="667681"/>
                </a:cubicBezTo>
                <a:lnTo>
                  <a:pt x="1410759" y="629716"/>
                </a:lnTo>
                <a:lnTo>
                  <a:pt x="1410759" y="515176"/>
                </a:lnTo>
                <a:lnTo>
                  <a:pt x="1462265" y="452444"/>
                </a:lnTo>
                <a:cubicBezTo>
                  <a:pt x="1503850" y="542880"/>
                  <a:pt x="1526076" y="643263"/>
                  <a:pt x="1528466" y="750881"/>
                </a:cubicBezTo>
                <a:cubicBezTo>
                  <a:pt x="1530856" y="865735"/>
                  <a:pt x="1506479" y="975840"/>
                  <a:pt x="1462265" y="1073510"/>
                </a:cubicBezTo>
                <a:cubicBezTo>
                  <a:pt x="1435498" y="1132293"/>
                  <a:pt x="1401323" y="1188589"/>
                  <a:pt x="1362128" y="1237425"/>
                </a:cubicBezTo>
                <a:cubicBezTo>
                  <a:pt x="1225187" y="1408574"/>
                  <a:pt x="1014875" y="1521166"/>
                  <a:pt x="775167" y="1525914"/>
                </a:cubicBezTo>
                <a:cubicBezTo>
                  <a:pt x="354543" y="1533375"/>
                  <a:pt x="7290" y="1195824"/>
                  <a:pt x="120" y="775299"/>
                </a:cubicBezTo>
                <a:cubicBezTo>
                  <a:pt x="-7289" y="354548"/>
                  <a:pt x="330166" y="7502"/>
                  <a:pt x="750790" y="41"/>
                </a:cubicBezTo>
                <a:close/>
              </a:path>
            </a:pathLst>
          </a:custGeom>
          <a:solidFill>
            <a:srgbClr val="FFFFFF"/>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sp>
        <p:nvSpPr>
          <p:cNvPr id="8" name="Freeform: Shape 7">
            <a:extLst>
              <a:ext uri="{FF2B5EF4-FFF2-40B4-BE49-F238E27FC236}">
                <a16:creationId xmlns:a16="http://schemas.microsoft.com/office/drawing/2014/main" id="{B3997B70-0618-E661-E27C-58CBB4122E97}"/>
              </a:ext>
            </a:extLst>
          </p:cNvPr>
          <p:cNvSpPr/>
          <p:nvPr/>
        </p:nvSpPr>
        <p:spPr>
          <a:xfrm>
            <a:off x="7146130" y="2662444"/>
            <a:ext cx="1523681" cy="1526134"/>
          </a:xfrm>
          <a:custGeom>
            <a:avLst/>
            <a:gdLst>
              <a:gd name="connsiteX0" fmla="*/ 750905 w 1523681"/>
              <a:gd name="connsiteY0" fmla="*/ 115 h 1526134"/>
              <a:gd name="connsiteX1" fmla="*/ 1523562 w 1523681"/>
              <a:gd name="connsiteY1" fmla="*/ 750955 h 1526134"/>
              <a:gd name="connsiteX2" fmla="*/ 772892 w 1523681"/>
              <a:gd name="connsiteY2" fmla="*/ 1525988 h 1526134"/>
              <a:gd name="connsiteX3" fmla="*/ 151755 w 1523681"/>
              <a:gd name="connsiteY3" fmla="*/ 1220316 h 1526134"/>
              <a:gd name="connsiteX4" fmla="*/ 230144 w 1523681"/>
              <a:gd name="connsiteY4" fmla="*/ 865809 h 1526134"/>
              <a:gd name="connsiteX5" fmla="*/ 281288 w 1523681"/>
              <a:gd name="connsiteY5" fmla="*/ 770399 h 1526134"/>
              <a:gd name="connsiteX6" fmla="*/ 232534 w 1523681"/>
              <a:gd name="connsiteY6" fmla="*/ 679964 h 1526134"/>
              <a:gd name="connsiteX7" fmla="*/ 171353 w 1523681"/>
              <a:gd name="connsiteY7" fmla="*/ 662781 h 1526134"/>
              <a:gd name="connsiteX8" fmla="*/ 88184 w 1523681"/>
              <a:gd name="connsiteY8" fmla="*/ 704381 h 1526134"/>
              <a:gd name="connsiteX9" fmla="*/ 63807 w 1523681"/>
              <a:gd name="connsiteY9" fmla="*/ 772886 h 1526134"/>
              <a:gd name="connsiteX10" fmla="*/ 85794 w 1523681"/>
              <a:gd name="connsiteY10" fmla="*/ 836417 h 1526134"/>
              <a:gd name="connsiteX11" fmla="*/ 78695 w 1523681"/>
              <a:gd name="connsiteY11" fmla="*/ 901500 h 1526134"/>
              <a:gd name="connsiteX12" fmla="*/ 146790 w 1523681"/>
              <a:gd name="connsiteY12" fmla="*/ 901500 h 1526134"/>
              <a:gd name="connsiteX13" fmla="*/ 146790 w 1523681"/>
              <a:gd name="connsiteY13" fmla="*/ 979807 h 1526134"/>
              <a:gd name="connsiteX14" fmla="*/ 66554 w 1523681"/>
              <a:gd name="connsiteY14" fmla="*/ 979807 h 1526134"/>
              <a:gd name="connsiteX15" fmla="*/ 54008 w 1523681"/>
              <a:gd name="connsiteY15" fmla="*/ 1041932 h 1526134"/>
              <a:gd name="connsiteX16" fmla="*/ 235 w 1523681"/>
              <a:gd name="connsiteY16" fmla="*/ 772886 h 1526134"/>
              <a:gd name="connsiteX17" fmla="*/ 54008 w 1523681"/>
              <a:gd name="connsiteY17" fmla="*/ 479423 h 1526134"/>
              <a:gd name="connsiteX18" fmla="*/ 151755 w 1523681"/>
              <a:gd name="connsiteY18" fmla="*/ 305787 h 1526134"/>
              <a:gd name="connsiteX19" fmla="*/ 750905 w 1523681"/>
              <a:gd name="connsiteY19" fmla="*/ 115 h 1526134"/>
              <a:gd name="connsiteX0" fmla="*/ 750905 w 1523681"/>
              <a:gd name="connsiteY0" fmla="*/ 115 h 1526134"/>
              <a:gd name="connsiteX1" fmla="*/ 1523562 w 1523681"/>
              <a:gd name="connsiteY1" fmla="*/ 750955 h 1526134"/>
              <a:gd name="connsiteX2" fmla="*/ 772892 w 1523681"/>
              <a:gd name="connsiteY2" fmla="*/ 1525988 h 1526134"/>
              <a:gd name="connsiteX3" fmla="*/ 151755 w 1523681"/>
              <a:gd name="connsiteY3" fmla="*/ 1220316 h 1526134"/>
              <a:gd name="connsiteX4" fmla="*/ 230144 w 1523681"/>
              <a:gd name="connsiteY4" fmla="*/ 865809 h 1526134"/>
              <a:gd name="connsiteX5" fmla="*/ 281288 w 1523681"/>
              <a:gd name="connsiteY5" fmla="*/ 770399 h 1526134"/>
              <a:gd name="connsiteX6" fmla="*/ 232534 w 1523681"/>
              <a:gd name="connsiteY6" fmla="*/ 679964 h 1526134"/>
              <a:gd name="connsiteX7" fmla="*/ 171353 w 1523681"/>
              <a:gd name="connsiteY7" fmla="*/ 662781 h 1526134"/>
              <a:gd name="connsiteX8" fmla="*/ 88184 w 1523681"/>
              <a:gd name="connsiteY8" fmla="*/ 704381 h 1526134"/>
              <a:gd name="connsiteX9" fmla="*/ 63807 w 1523681"/>
              <a:gd name="connsiteY9" fmla="*/ 772886 h 1526134"/>
              <a:gd name="connsiteX10" fmla="*/ 85794 w 1523681"/>
              <a:gd name="connsiteY10" fmla="*/ 836417 h 1526134"/>
              <a:gd name="connsiteX11" fmla="*/ 146790 w 1523681"/>
              <a:gd name="connsiteY11" fmla="*/ 901500 h 1526134"/>
              <a:gd name="connsiteX12" fmla="*/ 146790 w 1523681"/>
              <a:gd name="connsiteY12" fmla="*/ 979807 h 1526134"/>
              <a:gd name="connsiteX13" fmla="*/ 66554 w 1523681"/>
              <a:gd name="connsiteY13" fmla="*/ 979807 h 1526134"/>
              <a:gd name="connsiteX14" fmla="*/ 54008 w 1523681"/>
              <a:gd name="connsiteY14" fmla="*/ 1041932 h 1526134"/>
              <a:gd name="connsiteX15" fmla="*/ 235 w 1523681"/>
              <a:gd name="connsiteY15" fmla="*/ 772886 h 1526134"/>
              <a:gd name="connsiteX16" fmla="*/ 54008 w 1523681"/>
              <a:gd name="connsiteY16" fmla="*/ 479423 h 1526134"/>
              <a:gd name="connsiteX17" fmla="*/ 151755 w 1523681"/>
              <a:gd name="connsiteY17" fmla="*/ 305787 h 1526134"/>
              <a:gd name="connsiteX18" fmla="*/ 750905 w 1523681"/>
              <a:gd name="connsiteY18" fmla="*/ 115 h 1526134"/>
              <a:gd name="connsiteX0" fmla="*/ 750905 w 1523681"/>
              <a:gd name="connsiteY0" fmla="*/ 115 h 1526134"/>
              <a:gd name="connsiteX1" fmla="*/ 1523562 w 1523681"/>
              <a:gd name="connsiteY1" fmla="*/ 750955 h 1526134"/>
              <a:gd name="connsiteX2" fmla="*/ 772892 w 1523681"/>
              <a:gd name="connsiteY2" fmla="*/ 1525988 h 1526134"/>
              <a:gd name="connsiteX3" fmla="*/ 151755 w 1523681"/>
              <a:gd name="connsiteY3" fmla="*/ 1220316 h 1526134"/>
              <a:gd name="connsiteX4" fmla="*/ 230144 w 1523681"/>
              <a:gd name="connsiteY4" fmla="*/ 865809 h 1526134"/>
              <a:gd name="connsiteX5" fmla="*/ 281288 w 1523681"/>
              <a:gd name="connsiteY5" fmla="*/ 770399 h 1526134"/>
              <a:gd name="connsiteX6" fmla="*/ 232534 w 1523681"/>
              <a:gd name="connsiteY6" fmla="*/ 679964 h 1526134"/>
              <a:gd name="connsiteX7" fmla="*/ 171353 w 1523681"/>
              <a:gd name="connsiteY7" fmla="*/ 662781 h 1526134"/>
              <a:gd name="connsiteX8" fmla="*/ 88184 w 1523681"/>
              <a:gd name="connsiteY8" fmla="*/ 704381 h 1526134"/>
              <a:gd name="connsiteX9" fmla="*/ 63807 w 1523681"/>
              <a:gd name="connsiteY9" fmla="*/ 772886 h 1526134"/>
              <a:gd name="connsiteX10" fmla="*/ 85794 w 1523681"/>
              <a:gd name="connsiteY10" fmla="*/ 836417 h 1526134"/>
              <a:gd name="connsiteX11" fmla="*/ 146790 w 1523681"/>
              <a:gd name="connsiteY11" fmla="*/ 901500 h 1526134"/>
              <a:gd name="connsiteX12" fmla="*/ 146790 w 1523681"/>
              <a:gd name="connsiteY12" fmla="*/ 979807 h 1526134"/>
              <a:gd name="connsiteX13" fmla="*/ 54008 w 1523681"/>
              <a:gd name="connsiteY13" fmla="*/ 1041932 h 1526134"/>
              <a:gd name="connsiteX14" fmla="*/ 235 w 1523681"/>
              <a:gd name="connsiteY14" fmla="*/ 772886 h 1526134"/>
              <a:gd name="connsiteX15" fmla="*/ 54008 w 1523681"/>
              <a:gd name="connsiteY15" fmla="*/ 479423 h 1526134"/>
              <a:gd name="connsiteX16" fmla="*/ 151755 w 1523681"/>
              <a:gd name="connsiteY16" fmla="*/ 305787 h 1526134"/>
              <a:gd name="connsiteX17" fmla="*/ 750905 w 1523681"/>
              <a:gd name="connsiteY17" fmla="*/ 115 h 152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3681" h="1526134">
                <a:moveTo>
                  <a:pt x="750905" y="115"/>
                </a:moveTo>
                <a:cubicBezTo>
                  <a:pt x="1171529" y="-7120"/>
                  <a:pt x="1516393" y="327943"/>
                  <a:pt x="1523562" y="750955"/>
                </a:cubicBezTo>
                <a:cubicBezTo>
                  <a:pt x="1530971" y="1171481"/>
                  <a:pt x="1193516" y="1518753"/>
                  <a:pt x="772892" y="1525988"/>
                </a:cubicBezTo>
                <a:cubicBezTo>
                  <a:pt x="518606" y="1530962"/>
                  <a:pt x="291087" y="1408648"/>
                  <a:pt x="151755" y="1220316"/>
                </a:cubicBezTo>
                <a:cubicBezTo>
                  <a:pt x="193340" y="1107950"/>
                  <a:pt x="220346" y="988123"/>
                  <a:pt x="230144" y="865809"/>
                </a:cubicBezTo>
                <a:cubicBezTo>
                  <a:pt x="261930" y="846365"/>
                  <a:pt x="281288" y="811999"/>
                  <a:pt x="281288" y="770399"/>
                </a:cubicBezTo>
                <a:cubicBezTo>
                  <a:pt x="281288" y="731286"/>
                  <a:pt x="261930" y="699633"/>
                  <a:pt x="232534" y="679964"/>
                </a:cubicBezTo>
                <a:cubicBezTo>
                  <a:pt x="215327" y="667755"/>
                  <a:pt x="193340" y="662781"/>
                  <a:pt x="171353" y="662781"/>
                </a:cubicBezTo>
                <a:cubicBezTo>
                  <a:pt x="137177" y="662781"/>
                  <a:pt x="107781" y="679964"/>
                  <a:pt x="88184" y="704381"/>
                </a:cubicBezTo>
                <a:cubicBezTo>
                  <a:pt x="73605" y="724051"/>
                  <a:pt x="63807" y="748469"/>
                  <a:pt x="63807" y="772886"/>
                </a:cubicBezTo>
                <a:cubicBezTo>
                  <a:pt x="63807" y="797304"/>
                  <a:pt x="73605" y="819460"/>
                  <a:pt x="85794" y="836417"/>
                </a:cubicBezTo>
                <a:lnTo>
                  <a:pt x="146790" y="901500"/>
                </a:lnTo>
                <a:lnTo>
                  <a:pt x="146790" y="979807"/>
                </a:lnTo>
                <a:lnTo>
                  <a:pt x="54008" y="1041932"/>
                </a:lnTo>
                <a:cubicBezTo>
                  <a:pt x="19833" y="958731"/>
                  <a:pt x="2625" y="868296"/>
                  <a:pt x="235" y="772886"/>
                </a:cubicBezTo>
                <a:cubicBezTo>
                  <a:pt x="-2394" y="667755"/>
                  <a:pt x="17204" y="569858"/>
                  <a:pt x="54008" y="479423"/>
                </a:cubicBezTo>
                <a:cubicBezTo>
                  <a:pt x="78385" y="415892"/>
                  <a:pt x="112561" y="357109"/>
                  <a:pt x="151755" y="305787"/>
                </a:cubicBezTo>
                <a:cubicBezTo>
                  <a:pt x="288697" y="124916"/>
                  <a:pt x="504028" y="5089"/>
                  <a:pt x="750905" y="115"/>
                </a:cubicBezTo>
                <a:close/>
              </a:path>
            </a:pathLst>
          </a:custGeom>
          <a:solidFill>
            <a:srgbClr val="FFFFFF"/>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sp>
        <p:nvSpPr>
          <p:cNvPr id="9" name="Freeform: Shape 8">
            <a:extLst>
              <a:ext uri="{FF2B5EF4-FFF2-40B4-BE49-F238E27FC236}">
                <a16:creationId xmlns:a16="http://schemas.microsoft.com/office/drawing/2014/main" id="{6E4E85A9-5E20-8827-F45E-0ABF4D8FD782}"/>
              </a:ext>
            </a:extLst>
          </p:cNvPr>
          <p:cNvSpPr/>
          <p:nvPr/>
        </p:nvSpPr>
        <p:spPr>
          <a:xfrm>
            <a:off x="6232409" y="4231897"/>
            <a:ext cx="1524810" cy="1523740"/>
          </a:xfrm>
          <a:custGeom>
            <a:avLst/>
            <a:gdLst>
              <a:gd name="connsiteX0" fmla="*/ 761031 w 1524810"/>
              <a:gd name="connsiteY0" fmla="*/ 0 h 1523740"/>
              <a:gd name="connsiteX1" fmla="*/ 860182 w 1524810"/>
              <a:gd name="connsiteY1" fmla="*/ 5596 h 1523740"/>
              <a:gd name="connsiteX2" fmla="*/ 1434716 w 1524810"/>
              <a:gd name="connsiteY2" fmla="*/ 401704 h 1523740"/>
              <a:gd name="connsiteX3" fmla="*/ 1121638 w 1524810"/>
              <a:gd name="connsiteY3" fmla="*/ 1433573 h 1523740"/>
              <a:gd name="connsiteX4" fmla="*/ 89676 w 1524810"/>
              <a:gd name="connsiteY4" fmla="*/ 1120666 h 1523740"/>
              <a:gd name="connsiteX5" fmla="*/ 57891 w 1524810"/>
              <a:gd name="connsiteY5" fmla="*/ 470209 h 1523740"/>
              <a:gd name="connsiteX6" fmla="*/ 159208 w 1524810"/>
              <a:gd name="connsiteY6" fmla="*/ 449684 h 1523740"/>
              <a:gd name="connsiteX7" fmla="*/ 173154 w 1524810"/>
              <a:gd name="connsiteY7" fmla="*/ 445662 h 1523740"/>
              <a:gd name="connsiteX8" fmla="*/ 173154 w 1524810"/>
              <a:gd name="connsiteY8" fmla="*/ 375822 h 1523740"/>
              <a:gd name="connsiteX9" fmla="*/ 312365 w 1524810"/>
              <a:gd name="connsiteY9" fmla="*/ 375822 h 1523740"/>
              <a:gd name="connsiteX10" fmla="*/ 312365 w 1524810"/>
              <a:gd name="connsiteY10" fmla="*/ 398316 h 1523740"/>
              <a:gd name="connsiteX11" fmla="*/ 444339 w 1524810"/>
              <a:gd name="connsiteY11" fmla="*/ 342921 h 1523740"/>
              <a:gd name="connsiteX12" fmla="*/ 537306 w 1524810"/>
              <a:gd name="connsiteY12" fmla="*/ 338173 h 1523740"/>
              <a:gd name="connsiteX13" fmla="*/ 596098 w 1524810"/>
              <a:gd name="connsiteY13" fmla="*/ 252485 h 1523740"/>
              <a:gd name="connsiteX14" fmla="*/ 583670 w 1524810"/>
              <a:gd name="connsiteY14" fmla="*/ 191441 h 1523740"/>
              <a:gd name="connsiteX15" fmla="*/ 507910 w 1524810"/>
              <a:gd name="connsiteY15" fmla="*/ 135145 h 1523740"/>
              <a:gd name="connsiteX16" fmla="*/ 434540 w 1524810"/>
              <a:gd name="connsiteY16" fmla="*/ 144867 h 1523740"/>
              <a:gd name="connsiteX17" fmla="*/ 380767 w 1524810"/>
              <a:gd name="connsiteY17" fmla="*/ 210885 h 1523740"/>
              <a:gd name="connsiteX18" fmla="*/ 158267 w 1524810"/>
              <a:gd name="connsiteY18" fmla="*/ 299059 h 1523740"/>
              <a:gd name="connsiteX19" fmla="*/ 405144 w 1524810"/>
              <a:gd name="connsiteY19" fmla="*/ 88797 h 1523740"/>
              <a:gd name="connsiteX20" fmla="*/ 662059 w 1524810"/>
              <a:gd name="connsiteY20" fmla="*/ 5596 h 1523740"/>
              <a:gd name="connsiteX21" fmla="*/ 761031 w 1524810"/>
              <a:gd name="connsiteY21" fmla="*/ 0 h 1523740"/>
              <a:gd name="connsiteX0" fmla="*/ 761031 w 1524810"/>
              <a:gd name="connsiteY0" fmla="*/ 0 h 1523740"/>
              <a:gd name="connsiteX1" fmla="*/ 860182 w 1524810"/>
              <a:gd name="connsiteY1" fmla="*/ 5596 h 1523740"/>
              <a:gd name="connsiteX2" fmla="*/ 1434716 w 1524810"/>
              <a:gd name="connsiteY2" fmla="*/ 401704 h 1523740"/>
              <a:gd name="connsiteX3" fmla="*/ 1121638 w 1524810"/>
              <a:gd name="connsiteY3" fmla="*/ 1433573 h 1523740"/>
              <a:gd name="connsiteX4" fmla="*/ 89676 w 1524810"/>
              <a:gd name="connsiteY4" fmla="*/ 1120666 h 1523740"/>
              <a:gd name="connsiteX5" fmla="*/ 57891 w 1524810"/>
              <a:gd name="connsiteY5" fmla="*/ 470209 h 1523740"/>
              <a:gd name="connsiteX6" fmla="*/ 159208 w 1524810"/>
              <a:gd name="connsiteY6" fmla="*/ 449684 h 1523740"/>
              <a:gd name="connsiteX7" fmla="*/ 173154 w 1524810"/>
              <a:gd name="connsiteY7" fmla="*/ 375822 h 1523740"/>
              <a:gd name="connsiteX8" fmla="*/ 312365 w 1524810"/>
              <a:gd name="connsiteY8" fmla="*/ 375822 h 1523740"/>
              <a:gd name="connsiteX9" fmla="*/ 312365 w 1524810"/>
              <a:gd name="connsiteY9" fmla="*/ 398316 h 1523740"/>
              <a:gd name="connsiteX10" fmla="*/ 444339 w 1524810"/>
              <a:gd name="connsiteY10" fmla="*/ 342921 h 1523740"/>
              <a:gd name="connsiteX11" fmla="*/ 537306 w 1524810"/>
              <a:gd name="connsiteY11" fmla="*/ 338173 h 1523740"/>
              <a:gd name="connsiteX12" fmla="*/ 596098 w 1524810"/>
              <a:gd name="connsiteY12" fmla="*/ 252485 h 1523740"/>
              <a:gd name="connsiteX13" fmla="*/ 583670 w 1524810"/>
              <a:gd name="connsiteY13" fmla="*/ 191441 h 1523740"/>
              <a:gd name="connsiteX14" fmla="*/ 507910 w 1524810"/>
              <a:gd name="connsiteY14" fmla="*/ 135145 h 1523740"/>
              <a:gd name="connsiteX15" fmla="*/ 434540 w 1524810"/>
              <a:gd name="connsiteY15" fmla="*/ 144867 h 1523740"/>
              <a:gd name="connsiteX16" fmla="*/ 380767 w 1524810"/>
              <a:gd name="connsiteY16" fmla="*/ 210885 h 1523740"/>
              <a:gd name="connsiteX17" fmla="*/ 158267 w 1524810"/>
              <a:gd name="connsiteY17" fmla="*/ 299059 h 1523740"/>
              <a:gd name="connsiteX18" fmla="*/ 405144 w 1524810"/>
              <a:gd name="connsiteY18" fmla="*/ 88797 h 1523740"/>
              <a:gd name="connsiteX19" fmla="*/ 662059 w 1524810"/>
              <a:gd name="connsiteY19" fmla="*/ 5596 h 1523740"/>
              <a:gd name="connsiteX20" fmla="*/ 761031 w 1524810"/>
              <a:gd name="connsiteY20" fmla="*/ 0 h 1523740"/>
              <a:gd name="connsiteX0" fmla="*/ 761031 w 1524810"/>
              <a:gd name="connsiteY0" fmla="*/ 0 h 1523740"/>
              <a:gd name="connsiteX1" fmla="*/ 860182 w 1524810"/>
              <a:gd name="connsiteY1" fmla="*/ 5596 h 1523740"/>
              <a:gd name="connsiteX2" fmla="*/ 1434716 w 1524810"/>
              <a:gd name="connsiteY2" fmla="*/ 401704 h 1523740"/>
              <a:gd name="connsiteX3" fmla="*/ 1121638 w 1524810"/>
              <a:gd name="connsiteY3" fmla="*/ 1433573 h 1523740"/>
              <a:gd name="connsiteX4" fmla="*/ 89676 w 1524810"/>
              <a:gd name="connsiteY4" fmla="*/ 1120666 h 1523740"/>
              <a:gd name="connsiteX5" fmla="*/ 57891 w 1524810"/>
              <a:gd name="connsiteY5" fmla="*/ 470209 h 1523740"/>
              <a:gd name="connsiteX6" fmla="*/ 173154 w 1524810"/>
              <a:gd name="connsiteY6" fmla="*/ 375822 h 1523740"/>
              <a:gd name="connsiteX7" fmla="*/ 312365 w 1524810"/>
              <a:gd name="connsiteY7" fmla="*/ 375822 h 1523740"/>
              <a:gd name="connsiteX8" fmla="*/ 312365 w 1524810"/>
              <a:gd name="connsiteY8" fmla="*/ 398316 h 1523740"/>
              <a:gd name="connsiteX9" fmla="*/ 444339 w 1524810"/>
              <a:gd name="connsiteY9" fmla="*/ 342921 h 1523740"/>
              <a:gd name="connsiteX10" fmla="*/ 537306 w 1524810"/>
              <a:gd name="connsiteY10" fmla="*/ 338173 h 1523740"/>
              <a:gd name="connsiteX11" fmla="*/ 596098 w 1524810"/>
              <a:gd name="connsiteY11" fmla="*/ 252485 h 1523740"/>
              <a:gd name="connsiteX12" fmla="*/ 583670 w 1524810"/>
              <a:gd name="connsiteY12" fmla="*/ 191441 h 1523740"/>
              <a:gd name="connsiteX13" fmla="*/ 507910 w 1524810"/>
              <a:gd name="connsiteY13" fmla="*/ 135145 h 1523740"/>
              <a:gd name="connsiteX14" fmla="*/ 434540 w 1524810"/>
              <a:gd name="connsiteY14" fmla="*/ 144867 h 1523740"/>
              <a:gd name="connsiteX15" fmla="*/ 380767 w 1524810"/>
              <a:gd name="connsiteY15" fmla="*/ 210885 h 1523740"/>
              <a:gd name="connsiteX16" fmla="*/ 158267 w 1524810"/>
              <a:gd name="connsiteY16" fmla="*/ 299059 h 1523740"/>
              <a:gd name="connsiteX17" fmla="*/ 405144 w 1524810"/>
              <a:gd name="connsiteY17" fmla="*/ 88797 h 1523740"/>
              <a:gd name="connsiteX18" fmla="*/ 662059 w 1524810"/>
              <a:gd name="connsiteY18" fmla="*/ 5596 h 1523740"/>
              <a:gd name="connsiteX19" fmla="*/ 761031 w 1524810"/>
              <a:gd name="connsiteY19" fmla="*/ 0 h 1523740"/>
              <a:gd name="connsiteX0" fmla="*/ 761031 w 1524810"/>
              <a:gd name="connsiteY0" fmla="*/ 0 h 1523740"/>
              <a:gd name="connsiteX1" fmla="*/ 860182 w 1524810"/>
              <a:gd name="connsiteY1" fmla="*/ 5596 h 1523740"/>
              <a:gd name="connsiteX2" fmla="*/ 1434716 w 1524810"/>
              <a:gd name="connsiteY2" fmla="*/ 401704 h 1523740"/>
              <a:gd name="connsiteX3" fmla="*/ 1121638 w 1524810"/>
              <a:gd name="connsiteY3" fmla="*/ 1433573 h 1523740"/>
              <a:gd name="connsiteX4" fmla="*/ 89676 w 1524810"/>
              <a:gd name="connsiteY4" fmla="*/ 1120666 h 1523740"/>
              <a:gd name="connsiteX5" fmla="*/ 57891 w 1524810"/>
              <a:gd name="connsiteY5" fmla="*/ 470209 h 1523740"/>
              <a:gd name="connsiteX6" fmla="*/ 173154 w 1524810"/>
              <a:gd name="connsiteY6" fmla="*/ 375822 h 1523740"/>
              <a:gd name="connsiteX7" fmla="*/ 312365 w 1524810"/>
              <a:gd name="connsiteY7" fmla="*/ 375822 h 1523740"/>
              <a:gd name="connsiteX8" fmla="*/ 444339 w 1524810"/>
              <a:gd name="connsiteY8" fmla="*/ 342921 h 1523740"/>
              <a:gd name="connsiteX9" fmla="*/ 537306 w 1524810"/>
              <a:gd name="connsiteY9" fmla="*/ 338173 h 1523740"/>
              <a:gd name="connsiteX10" fmla="*/ 596098 w 1524810"/>
              <a:gd name="connsiteY10" fmla="*/ 252485 h 1523740"/>
              <a:gd name="connsiteX11" fmla="*/ 583670 w 1524810"/>
              <a:gd name="connsiteY11" fmla="*/ 191441 h 1523740"/>
              <a:gd name="connsiteX12" fmla="*/ 507910 w 1524810"/>
              <a:gd name="connsiteY12" fmla="*/ 135145 h 1523740"/>
              <a:gd name="connsiteX13" fmla="*/ 434540 w 1524810"/>
              <a:gd name="connsiteY13" fmla="*/ 144867 h 1523740"/>
              <a:gd name="connsiteX14" fmla="*/ 380767 w 1524810"/>
              <a:gd name="connsiteY14" fmla="*/ 210885 h 1523740"/>
              <a:gd name="connsiteX15" fmla="*/ 158267 w 1524810"/>
              <a:gd name="connsiteY15" fmla="*/ 299059 h 1523740"/>
              <a:gd name="connsiteX16" fmla="*/ 405144 w 1524810"/>
              <a:gd name="connsiteY16" fmla="*/ 88797 h 1523740"/>
              <a:gd name="connsiteX17" fmla="*/ 662059 w 1524810"/>
              <a:gd name="connsiteY17" fmla="*/ 5596 h 1523740"/>
              <a:gd name="connsiteX18" fmla="*/ 761031 w 1524810"/>
              <a:gd name="connsiteY18" fmla="*/ 0 h 1523740"/>
              <a:gd name="connsiteX0" fmla="*/ 761031 w 1524810"/>
              <a:gd name="connsiteY0" fmla="*/ 0 h 1523740"/>
              <a:gd name="connsiteX1" fmla="*/ 860182 w 1524810"/>
              <a:gd name="connsiteY1" fmla="*/ 5596 h 1523740"/>
              <a:gd name="connsiteX2" fmla="*/ 1434716 w 1524810"/>
              <a:gd name="connsiteY2" fmla="*/ 401704 h 1523740"/>
              <a:gd name="connsiteX3" fmla="*/ 1121638 w 1524810"/>
              <a:gd name="connsiteY3" fmla="*/ 1433573 h 1523740"/>
              <a:gd name="connsiteX4" fmla="*/ 89676 w 1524810"/>
              <a:gd name="connsiteY4" fmla="*/ 1120666 h 1523740"/>
              <a:gd name="connsiteX5" fmla="*/ 57891 w 1524810"/>
              <a:gd name="connsiteY5" fmla="*/ 470209 h 1523740"/>
              <a:gd name="connsiteX6" fmla="*/ 173154 w 1524810"/>
              <a:gd name="connsiteY6" fmla="*/ 375822 h 1523740"/>
              <a:gd name="connsiteX7" fmla="*/ 444339 w 1524810"/>
              <a:gd name="connsiteY7" fmla="*/ 342921 h 1523740"/>
              <a:gd name="connsiteX8" fmla="*/ 537306 w 1524810"/>
              <a:gd name="connsiteY8" fmla="*/ 338173 h 1523740"/>
              <a:gd name="connsiteX9" fmla="*/ 596098 w 1524810"/>
              <a:gd name="connsiteY9" fmla="*/ 252485 h 1523740"/>
              <a:gd name="connsiteX10" fmla="*/ 583670 w 1524810"/>
              <a:gd name="connsiteY10" fmla="*/ 191441 h 1523740"/>
              <a:gd name="connsiteX11" fmla="*/ 507910 w 1524810"/>
              <a:gd name="connsiteY11" fmla="*/ 135145 h 1523740"/>
              <a:gd name="connsiteX12" fmla="*/ 434540 w 1524810"/>
              <a:gd name="connsiteY12" fmla="*/ 144867 h 1523740"/>
              <a:gd name="connsiteX13" fmla="*/ 380767 w 1524810"/>
              <a:gd name="connsiteY13" fmla="*/ 210885 h 1523740"/>
              <a:gd name="connsiteX14" fmla="*/ 158267 w 1524810"/>
              <a:gd name="connsiteY14" fmla="*/ 299059 h 1523740"/>
              <a:gd name="connsiteX15" fmla="*/ 405144 w 1524810"/>
              <a:gd name="connsiteY15" fmla="*/ 88797 h 1523740"/>
              <a:gd name="connsiteX16" fmla="*/ 662059 w 1524810"/>
              <a:gd name="connsiteY16" fmla="*/ 5596 h 1523740"/>
              <a:gd name="connsiteX17" fmla="*/ 761031 w 1524810"/>
              <a:gd name="connsiteY17" fmla="*/ 0 h 152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810" h="1523740">
                <a:moveTo>
                  <a:pt x="761031" y="0"/>
                </a:moveTo>
                <a:cubicBezTo>
                  <a:pt x="794042" y="0"/>
                  <a:pt x="827082" y="1866"/>
                  <a:pt x="860182" y="5596"/>
                </a:cubicBezTo>
                <a:cubicBezTo>
                  <a:pt x="1097261" y="34988"/>
                  <a:pt x="1317372" y="176745"/>
                  <a:pt x="1434716" y="401704"/>
                </a:cubicBezTo>
                <a:cubicBezTo>
                  <a:pt x="1632840" y="773394"/>
                  <a:pt x="1493508" y="1235519"/>
                  <a:pt x="1121638" y="1433573"/>
                </a:cubicBezTo>
                <a:cubicBezTo>
                  <a:pt x="750008" y="1631853"/>
                  <a:pt x="287800" y="1492356"/>
                  <a:pt x="89676" y="1120666"/>
                </a:cubicBezTo>
                <a:cubicBezTo>
                  <a:pt x="-22649" y="910404"/>
                  <a:pt x="-25039" y="673236"/>
                  <a:pt x="57891" y="470209"/>
                </a:cubicBezTo>
                <a:cubicBezTo>
                  <a:pt x="71804" y="346068"/>
                  <a:pt x="130742" y="391553"/>
                  <a:pt x="173154" y="375822"/>
                </a:cubicBezTo>
                <a:lnTo>
                  <a:pt x="444339" y="342921"/>
                </a:lnTo>
                <a:cubicBezTo>
                  <a:pt x="473734" y="355356"/>
                  <a:pt x="507910" y="355356"/>
                  <a:pt x="537306" y="338173"/>
                </a:cubicBezTo>
                <a:cubicBezTo>
                  <a:pt x="571482" y="320990"/>
                  <a:pt x="593469" y="289112"/>
                  <a:pt x="596098" y="252485"/>
                </a:cubicBezTo>
                <a:cubicBezTo>
                  <a:pt x="598488" y="233042"/>
                  <a:pt x="593469" y="210885"/>
                  <a:pt x="583670" y="191441"/>
                </a:cubicBezTo>
                <a:cubicBezTo>
                  <a:pt x="566702" y="159563"/>
                  <a:pt x="539696" y="142606"/>
                  <a:pt x="507910" y="135145"/>
                </a:cubicBezTo>
                <a:cubicBezTo>
                  <a:pt x="483533" y="130171"/>
                  <a:pt x="456527" y="132658"/>
                  <a:pt x="434540" y="144867"/>
                </a:cubicBezTo>
                <a:cubicBezTo>
                  <a:pt x="407773" y="159563"/>
                  <a:pt x="388176" y="183980"/>
                  <a:pt x="380767" y="210885"/>
                </a:cubicBezTo>
                <a:cubicBezTo>
                  <a:pt x="309787" y="247737"/>
                  <a:pt x="236417" y="276903"/>
                  <a:pt x="158267" y="299059"/>
                </a:cubicBezTo>
                <a:cubicBezTo>
                  <a:pt x="221838" y="213372"/>
                  <a:pt x="305007" y="142380"/>
                  <a:pt x="405144" y="88797"/>
                </a:cubicBezTo>
                <a:cubicBezTo>
                  <a:pt x="488313" y="44710"/>
                  <a:pt x="573872" y="17805"/>
                  <a:pt x="662059" y="5596"/>
                </a:cubicBezTo>
                <a:cubicBezTo>
                  <a:pt x="695040" y="1866"/>
                  <a:pt x="728021" y="0"/>
                  <a:pt x="761031" y="0"/>
                </a:cubicBezTo>
                <a:close/>
              </a:path>
            </a:pathLst>
          </a:custGeom>
          <a:solidFill>
            <a:srgbClr val="FFFFFF"/>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Freeform: Shape 9">
            <a:extLst>
              <a:ext uri="{FF2B5EF4-FFF2-40B4-BE49-F238E27FC236}">
                <a16:creationId xmlns:a16="http://schemas.microsoft.com/office/drawing/2014/main" id="{7675FDF3-396F-5BD4-0A14-E226FEEC90A2}"/>
              </a:ext>
            </a:extLst>
          </p:cNvPr>
          <p:cNvSpPr/>
          <p:nvPr/>
        </p:nvSpPr>
        <p:spPr>
          <a:xfrm>
            <a:off x="4440147" y="4235006"/>
            <a:ext cx="1525985" cy="1527431"/>
          </a:xfrm>
          <a:custGeom>
            <a:avLst/>
            <a:gdLst>
              <a:gd name="connsiteX0" fmla="*/ 835399 w 1525985"/>
              <a:gd name="connsiteY0" fmla="*/ 0 h 1527431"/>
              <a:gd name="connsiteX1" fmla="*/ 1124100 w 1525985"/>
              <a:gd name="connsiteY1" fmla="*/ 85688 h 1527431"/>
              <a:gd name="connsiteX2" fmla="*/ 1378386 w 1525985"/>
              <a:gd name="connsiteY2" fmla="*/ 305672 h 1527431"/>
              <a:gd name="connsiteX3" fmla="*/ 1468724 w 1525985"/>
              <a:gd name="connsiteY3" fmla="*/ 476821 h 1527431"/>
              <a:gd name="connsiteX4" fmla="*/ 1436939 w 1525985"/>
              <a:gd name="connsiteY4" fmla="*/ 1122531 h 1527431"/>
              <a:gd name="connsiteX5" fmla="*/ 404977 w 1525985"/>
              <a:gd name="connsiteY5" fmla="*/ 1437925 h 1527431"/>
              <a:gd name="connsiteX6" fmla="*/ 89509 w 1525985"/>
              <a:gd name="connsiteY6" fmla="*/ 405830 h 1527431"/>
              <a:gd name="connsiteX7" fmla="*/ 642295 w 1525985"/>
              <a:gd name="connsiteY7" fmla="*/ 9722 h 1527431"/>
              <a:gd name="connsiteX8" fmla="*/ 935775 w 1525985"/>
              <a:gd name="connsiteY8" fmla="*/ 273794 h 1527431"/>
              <a:gd name="connsiteX9" fmla="*/ 989548 w 1525985"/>
              <a:gd name="connsiteY9" fmla="*/ 337551 h 1527431"/>
              <a:gd name="connsiteX10" fmla="*/ 1065308 w 1525985"/>
              <a:gd name="connsiteY10" fmla="*/ 347273 h 1527431"/>
              <a:gd name="connsiteX11" fmla="*/ 1138678 w 1525985"/>
              <a:gd name="connsiteY11" fmla="*/ 290976 h 1527431"/>
              <a:gd name="connsiteX12" fmla="*/ 1150867 w 1525985"/>
              <a:gd name="connsiteY12" fmla="*/ 224959 h 1527431"/>
              <a:gd name="connsiteX13" fmla="*/ 1094704 w 1525985"/>
              <a:gd name="connsiteY13" fmla="*/ 141758 h 1527431"/>
              <a:gd name="connsiteX14" fmla="*/ 1001737 w 1525985"/>
              <a:gd name="connsiteY14" fmla="*/ 137010 h 1527431"/>
              <a:gd name="connsiteX15" fmla="*/ 835399 w 1525985"/>
              <a:gd name="connsiteY15" fmla="*/ 0 h 152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5985" h="1527431">
                <a:moveTo>
                  <a:pt x="835399" y="0"/>
                </a:moveTo>
                <a:cubicBezTo>
                  <a:pt x="933146" y="7235"/>
                  <a:pt x="1031132" y="36627"/>
                  <a:pt x="1124100" y="85688"/>
                </a:cubicBezTo>
                <a:cubicBezTo>
                  <a:pt x="1226627" y="141758"/>
                  <a:pt x="1312185" y="217724"/>
                  <a:pt x="1378386" y="305672"/>
                </a:cubicBezTo>
                <a:cubicBezTo>
                  <a:pt x="1417341" y="356994"/>
                  <a:pt x="1449127" y="413291"/>
                  <a:pt x="1468724" y="476821"/>
                </a:cubicBezTo>
                <a:cubicBezTo>
                  <a:pt x="1551893" y="679849"/>
                  <a:pt x="1547113" y="914529"/>
                  <a:pt x="1436939" y="1122531"/>
                </a:cubicBezTo>
                <a:cubicBezTo>
                  <a:pt x="1238815" y="1494221"/>
                  <a:pt x="776846" y="1635979"/>
                  <a:pt x="404977" y="1437925"/>
                </a:cubicBezTo>
                <a:cubicBezTo>
                  <a:pt x="33346" y="1239871"/>
                  <a:pt x="-108614" y="777746"/>
                  <a:pt x="89509" y="405830"/>
                </a:cubicBezTo>
                <a:cubicBezTo>
                  <a:pt x="206853" y="185845"/>
                  <a:pt x="414775" y="46348"/>
                  <a:pt x="642295" y="9722"/>
                </a:cubicBezTo>
                <a:cubicBezTo>
                  <a:pt x="725463" y="112592"/>
                  <a:pt x="825600" y="200541"/>
                  <a:pt x="935775" y="273794"/>
                </a:cubicBezTo>
                <a:cubicBezTo>
                  <a:pt x="945574" y="300698"/>
                  <a:pt x="962542" y="322855"/>
                  <a:pt x="989548" y="337551"/>
                </a:cubicBezTo>
                <a:cubicBezTo>
                  <a:pt x="1013925" y="349760"/>
                  <a:pt x="1040931" y="352020"/>
                  <a:pt x="1065308" y="347273"/>
                </a:cubicBezTo>
                <a:cubicBezTo>
                  <a:pt x="1094704" y="339812"/>
                  <a:pt x="1124100" y="320368"/>
                  <a:pt x="1138678" y="290976"/>
                </a:cubicBezTo>
                <a:cubicBezTo>
                  <a:pt x="1150867" y="269046"/>
                  <a:pt x="1153257" y="246889"/>
                  <a:pt x="1150867" y="224959"/>
                </a:cubicBezTo>
                <a:cubicBezTo>
                  <a:pt x="1146087" y="190819"/>
                  <a:pt x="1126490" y="158941"/>
                  <a:pt x="1094704" y="141758"/>
                </a:cubicBezTo>
                <a:cubicBezTo>
                  <a:pt x="1065308" y="124801"/>
                  <a:pt x="1031132" y="124801"/>
                  <a:pt x="1001737" y="137010"/>
                </a:cubicBezTo>
                <a:cubicBezTo>
                  <a:pt x="942945" y="97897"/>
                  <a:pt x="886782" y="51322"/>
                  <a:pt x="835399" y="0"/>
                </a:cubicBezTo>
                <a:close/>
              </a:path>
            </a:pathLst>
          </a:custGeom>
          <a:solidFill>
            <a:srgbClr val="FFFFFF"/>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sp>
        <p:nvSpPr>
          <p:cNvPr id="11" name="Shape">
            <a:extLst>
              <a:ext uri="{FF2B5EF4-FFF2-40B4-BE49-F238E27FC236}">
                <a16:creationId xmlns:a16="http://schemas.microsoft.com/office/drawing/2014/main" id="{311299E1-2D59-B689-BCE1-D20BED9311D8}"/>
              </a:ext>
            </a:extLst>
          </p:cNvPr>
          <p:cNvSpPr/>
          <p:nvPr/>
        </p:nvSpPr>
        <p:spPr>
          <a:xfrm>
            <a:off x="4793695" y="2129872"/>
            <a:ext cx="2589707" cy="2589707"/>
          </a:xfrm>
          <a:custGeom>
            <a:avLst/>
            <a:gdLst/>
            <a:ahLst/>
            <a:cxnLst>
              <a:cxn ang="0">
                <a:pos x="wd2" y="hd2"/>
              </a:cxn>
              <a:cxn ang="5400000">
                <a:pos x="wd2" y="hd2"/>
              </a:cxn>
              <a:cxn ang="10800000">
                <a:pos x="wd2" y="hd2"/>
              </a:cxn>
              <a:cxn ang="16200000">
                <a:pos x="wd2" y="hd2"/>
              </a:cxn>
            </a:cxnLst>
            <a:rect l="0" t="0" r="r" b="b"/>
            <a:pathLst>
              <a:path w="21600" h="21600" extrusionOk="0">
                <a:moveTo>
                  <a:pt x="16848" y="19132"/>
                </a:moveTo>
                <a:cubicBezTo>
                  <a:pt x="16929" y="19295"/>
                  <a:pt x="16970" y="19479"/>
                  <a:pt x="16950" y="19642"/>
                </a:cubicBezTo>
                <a:cubicBezTo>
                  <a:pt x="16542" y="19928"/>
                  <a:pt x="16134" y="20172"/>
                  <a:pt x="15685" y="20397"/>
                </a:cubicBezTo>
                <a:cubicBezTo>
                  <a:pt x="14686" y="20907"/>
                  <a:pt x="13605" y="21274"/>
                  <a:pt x="12462" y="21457"/>
                </a:cubicBezTo>
                <a:cubicBezTo>
                  <a:pt x="11912" y="21539"/>
                  <a:pt x="11340" y="21600"/>
                  <a:pt x="10749" y="21600"/>
                </a:cubicBezTo>
                <a:cubicBezTo>
                  <a:pt x="10260" y="21600"/>
                  <a:pt x="9770" y="21559"/>
                  <a:pt x="9301" y="21498"/>
                </a:cubicBezTo>
                <a:cubicBezTo>
                  <a:pt x="9097" y="21008"/>
                  <a:pt x="8832" y="20539"/>
                  <a:pt x="8526" y="20111"/>
                </a:cubicBezTo>
                <a:cubicBezTo>
                  <a:pt x="9240" y="20274"/>
                  <a:pt x="9994" y="20376"/>
                  <a:pt x="10769" y="20376"/>
                </a:cubicBezTo>
                <a:cubicBezTo>
                  <a:pt x="11646" y="20376"/>
                  <a:pt x="12503" y="20254"/>
                  <a:pt x="13299" y="20029"/>
                </a:cubicBezTo>
                <a:cubicBezTo>
                  <a:pt x="13951" y="19846"/>
                  <a:pt x="14563" y="19601"/>
                  <a:pt x="15155" y="19295"/>
                </a:cubicBezTo>
                <a:cubicBezTo>
                  <a:pt x="15522" y="19112"/>
                  <a:pt x="15869" y="18887"/>
                  <a:pt x="16215" y="18663"/>
                </a:cubicBezTo>
                <a:cubicBezTo>
                  <a:pt x="16480" y="18704"/>
                  <a:pt x="16705" y="18867"/>
                  <a:pt x="16848" y="19132"/>
                </a:cubicBezTo>
                <a:close/>
                <a:moveTo>
                  <a:pt x="16297" y="2998"/>
                </a:moveTo>
                <a:cubicBezTo>
                  <a:pt x="16766" y="3325"/>
                  <a:pt x="17194" y="3692"/>
                  <a:pt x="17582" y="4079"/>
                </a:cubicBezTo>
                <a:cubicBezTo>
                  <a:pt x="18765" y="5262"/>
                  <a:pt x="19622" y="6772"/>
                  <a:pt x="20050" y="8444"/>
                </a:cubicBezTo>
                <a:cubicBezTo>
                  <a:pt x="20254" y="7914"/>
                  <a:pt x="20539" y="7424"/>
                  <a:pt x="20866" y="6996"/>
                </a:cubicBezTo>
                <a:cubicBezTo>
                  <a:pt x="20458" y="5935"/>
                  <a:pt x="19907" y="4956"/>
                  <a:pt x="19193" y="4079"/>
                </a:cubicBezTo>
                <a:cubicBezTo>
                  <a:pt x="18541" y="3263"/>
                  <a:pt x="17786" y="2570"/>
                  <a:pt x="16950" y="1958"/>
                </a:cubicBezTo>
                <a:cubicBezTo>
                  <a:pt x="16582" y="1693"/>
                  <a:pt x="16175" y="1448"/>
                  <a:pt x="15767" y="1244"/>
                </a:cubicBezTo>
                <a:cubicBezTo>
                  <a:pt x="15542" y="1305"/>
                  <a:pt x="15359" y="1469"/>
                  <a:pt x="15236" y="1693"/>
                </a:cubicBezTo>
                <a:cubicBezTo>
                  <a:pt x="15134" y="1897"/>
                  <a:pt x="15114" y="2101"/>
                  <a:pt x="15155" y="2305"/>
                </a:cubicBezTo>
                <a:cubicBezTo>
                  <a:pt x="15542" y="2509"/>
                  <a:pt x="15930" y="2733"/>
                  <a:pt x="16297" y="2998"/>
                </a:cubicBezTo>
                <a:close/>
                <a:moveTo>
                  <a:pt x="1203" y="10810"/>
                </a:moveTo>
                <a:cubicBezTo>
                  <a:pt x="1203" y="10545"/>
                  <a:pt x="1224" y="10280"/>
                  <a:pt x="1244" y="10015"/>
                </a:cubicBezTo>
                <a:cubicBezTo>
                  <a:pt x="1285" y="9403"/>
                  <a:pt x="1407" y="8791"/>
                  <a:pt x="1571" y="8220"/>
                </a:cubicBezTo>
                <a:cubicBezTo>
                  <a:pt x="2019" y="6649"/>
                  <a:pt x="2856" y="5242"/>
                  <a:pt x="3977" y="4100"/>
                </a:cubicBezTo>
                <a:cubicBezTo>
                  <a:pt x="3427" y="4161"/>
                  <a:pt x="2896" y="4161"/>
                  <a:pt x="2366" y="4079"/>
                </a:cubicBezTo>
                <a:cubicBezTo>
                  <a:pt x="1693" y="4916"/>
                  <a:pt x="1163" y="5854"/>
                  <a:pt x="755" y="6853"/>
                </a:cubicBezTo>
                <a:cubicBezTo>
                  <a:pt x="347" y="7873"/>
                  <a:pt x="102" y="8954"/>
                  <a:pt x="20" y="10096"/>
                </a:cubicBezTo>
                <a:cubicBezTo>
                  <a:pt x="0" y="10321"/>
                  <a:pt x="0" y="10565"/>
                  <a:pt x="0" y="10810"/>
                </a:cubicBezTo>
                <a:cubicBezTo>
                  <a:pt x="0" y="10994"/>
                  <a:pt x="0" y="11157"/>
                  <a:pt x="20" y="11341"/>
                </a:cubicBezTo>
                <a:cubicBezTo>
                  <a:pt x="184" y="11524"/>
                  <a:pt x="428" y="11646"/>
                  <a:pt x="714" y="11646"/>
                </a:cubicBezTo>
                <a:cubicBezTo>
                  <a:pt x="918" y="11646"/>
                  <a:pt x="1101" y="11565"/>
                  <a:pt x="1265" y="11463"/>
                </a:cubicBezTo>
                <a:cubicBezTo>
                  <a:pt x="1203" y="11239"/>
                  <a:pt x="1203" y="11014"/>
                  <a:pt x="1203" y="10810"/>
                </a:cubicBezTo>
                <a:close/>
                <a:moveTo>
                  <a:pt x="5385" y="18704"/>
                </a:moveTo>
                <a:cubicBezTo>
                  <a:pt x="4895" y="18357"/>
                  <a:pt x="4426" y="17969"/>
                  <a:pt x="3998" y="17562"/>
                </a:cubicBezTo>
                <a:cubicBezTo>
                  <a:pt x="2855" y="16419"/>
                  <a:pt x="2019" y="14992"/>
                  <a:pt x="1550" y="13401"/>
                </a:cubicBezTo>
                <a:cubicBezTo>
                  <a:pt x="1326" y="13890"/>
                  <a:pt x="1061" y="14359"/>
                  <a:pt x="714" y="14767"/>
                </a:cubicBezTo>
                <a:cubicBezTo>
                  <a:pt x="1122" y="15807"/>
                  <a:pt x="1693" y="16766"/>
                  <a:pt x="2386" y="17623"/>
                </a:cubicBezTo>
                <a:cubicBezTo>
                  <a:pt x="3080" y="18479"/>
                  <a:pt x="3916" y="19214"/>
                  <a:pt x="4834" y="19826"/>
                </a:cubicBezTo>
                <a:cubicBezTo>
                  <a:pt x="5181" y="20050"/>
                  <a:pt x="5527" y="20254"/>
                  <a:pt x="5895" y="20437"/>
                </a:cubicBezTo>
                <a:cubicBezTo>
                  <a:pt x="6139" y="20376"/>
                  <a:pt x="6384" y="20233"/>
                  <a:pt x="6506" y="19968"/>
                </a:cubicBezTo>
                <a:cubicBezTo>
                  <a:pt x="6608" y="19785"/>
                  <a:pt x="6629" y="19601"/>
                  <a:pt x="6608" y="19418"/>
                </a:cubicBezTo>
                <a:cubicBezTo>
                  <a:pt x="6201" y="19214"/>
                  <a:pt x="5772" y="18969"/>
                  <a:pt x="5385" y="18704"/>
                </a:cubicBezTo>
                <a:close/>
                <a:moveTo>
                  <a:pt x="13237" y="1550"/>
                </a:moveTo>
                <a:cubicBezTo>
                  <a:pt x="12911" y="1101"/>
                  <a:pt x="12646" y="632"/>
                  <a:pt x="12442" y="122"/>
                </a:cubicBezTo>
                <a:cubicBezTo>
                  <a:pt x="11891" y="41"/>
                  <a:pt x="11320" y="0"/>
                  <a:pt x="10749" y="0"/>
                </a:cubicBezTo>
                <a:cubicBezTo>
                  <a:pt x="10198" y="0"/>
                  <a:pt x="9648" y="41"/>
                  <a:pt x="9097" y="122"/>
                </a:cubicBezTo>
                <a:cubicBezTo>
                  <a:pt x="7914" y="306"/>
                  <a:pt x="6792" y="673"/>
                  <a:pt x="5772" y="1224"/>
                </a:cubicBezTo>
                <a:cubicBezTo>
                  <a:pt x="5364" y="1428"/>
                  <a:pt x="4997" y="1673"/>
                  <a:pt x="4610" y="1917"/>
                </a:cubicBezTo>
                <a:cubicBezTo>
                  <a:pt x="4569" y="2121"/>
                  <a:pt x="4589" y="2325"/>
                  <a:pt x="4691" y="2529"/>
                </a:cubicBezTo>
                <a:cubicBezTo>
                  <a:pt x="4814" y="2754"/>
                  <a:pt x="5018" y="2896"/>
                  <a:pt x="5222" y="2978"/>
                </a:cubicBezTo>
                <a:cubicBezTo>
                  <a:pt x="5589" y="2713"/>
                  <a:pt x="5976" y="2488"/>
                  <a:pt x="6384" y="2284"/>
                </a:cubicBezTo>
                <a:cubicBezTo>
                  <a:pt x="6996" y="1978"/>
                  <a:pt x="7628" y="1734"/>
                  <a:pt x="8301" y="1550"/>
                </a:cubicBezTo>
                <a:cubicBezTo>
                  <a:pt x="9076" y="1346"/>
                  <a:pt x="9892" y="1244"/>
                  <a:pt x="10729" y="1244"/>
                </a:cubicBezTo>
                <a:cubicBezTo>
                  <a:pt x="11626" y="1224"/>
                  <a:pt x="12462" y="1346"/>
                  <a:pt x="13237" y="1550"/>
                </a:cubicBezTo>
                <a:close/>
                <a:moveTo>
                  <a:pt x="21539" y="10117"/>
                </a:moveTo>
                <a:cubicBezTo>
                  <a:pt x="21396" y="10015"/>
                  <a:pt x="21212" y="9974"/>
                  <a:pt x="21029" y="9974"/>
                </a:cubicBezTo>
                <a:cubicBezTo>
                  <a:pt x="20743" y="9974"/>
                  <a:pt x="20499" y="10117"/>
                  <a:pt x="20335" y="10321"/>
                </a:cubicBezTo>
                <a:cubicBezTo>
                  <a:pt x="20335" y="10484"/>
                  <a:pt x="20356" y="10647"/>
                  <a:pt x="20356" y="10810"/>
                </a:cubicBezTo>
                <a:cubicBezTo>
                  <a:pt x="20356" y="11014"/>
                  <a:pt x="20356" y="11239"/>
                  <a:pt x="20335" y="11443"/>
                </a:cubicBezTo>
                <a:cubicBezTo>
                  <a:pt x="20295" y="12034"/>
                  <a:pt x="20213" y="12605"/>
                  <a:pt x="20070" y="13156"/>
                </a:cubicBezTo>
                <a:cubicBezTo>
                  <a:pt x="19642" y="14869"/>
                  <a:pt x="18744" y="16379"/>
                  <a:pt x="17541" y="17582"/>
                </a:cubicBezTo>
                <a:cubicBezTo>
                  <a:pt x="18092" y="17500"/>
                  <a:pt x="18642" y="17500"/>
                  <a:pt x="19193" y="17582"/>
                </a:cubicBezTo>
                <a:cubicBezTo>
                  <a:pt x="19907" y="16705"/>
                  <a:pt x="20499" y="15705"/>
                  <a:pt x="20907" y="14604"/>
                </a:cubicBezTo>
                <a:cubicBezTo>
                  <a:pt x="21253" y="13666"/>
                  <a:pt x="21478" y="12666"/>
                  <a:pt x="21559" y="11646"/>
                </a:cubicBezTo>
                <a:cubicBezTo>
                  <a:pt x="21580" y="11361"/>
                  <a:pt x="21600" y="11075"/>
                  <a:pt x="21600" y="10790"/>
                </a:cubicBezTo>
                <a:cubicBezTo>
                  <a:pt x="21559" y="10565"/>
                  <a:pt x="21559" y="10341"/>
                  <a:pt x="21539" y="10117"/>
                </a:cubicBezTo>
                <a:close/>
              </a:path>
            </a:pathLst>
          </a:custGeom>
          <a:solidFill>
            <a:schemeClr val="bg2">
              <a:lumMod val="75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Shape">
            <a:extLst>
              <a:ext uri="{FF2B5EF4-FFF2-40B4-BE49-F238E27FC236}">
                <a16:creationId xmlns:a16="http://schemas.microsoft.com/office/drawing/2014/main" id="{5D122218-F6EE-0B1F-DE44-780F5E1DFB10}"/>
              </a:ext>
            </a:extLst>
          </p:cNvPr>
          <p:cNvSpPr/>
          <p:nvPr/>
        </p:nvSpPr>
        <p:spPr>
          <a:xfrm>
            <a:off x="6278965" y="1144444"/>
            <a:ext cx="1439196" cy="1298018"/>
          </a:xfrm>
          <a:custGeom>
            <a:avLst/>
            <a:gdLst/>
            <a:ahLst/>
            <a:cxnLst>
              <a:cxn ang="0">
                <a:pos x="wd2" y="hd2"/>
              </a:cxn>
              <a:cxn ang="5400000">
                <a:pos x="wd2" y="hd2"/>
              </a:cxn>
              <a:cxn ang="10800000">
                <a:pos x="wd2" y="hd2"/>
              </a:cxn>
              <a:cxn ang="16200000">
                <a:pos x="wd2" y="hd2"/>
              </a:cxn>
            </a:cxnLst>
            <a:rect l="0" t="0" r="r" b="b"/>
            <a:pathLst>
              <a:path w="19988" h="19870" extrusionOk="0">
                <a:moveTo>
                  <a:pt x="9041" y="12939"/>
                </a:moveTo>
                <a:cubicBezTo>
                  <a:pt x="6799" y="11629"/>
                  <a:pt x="4286" y="11292"/>
                  <a:pt x="1977" y="11816"/>
                </a:cubicBezTo>
                <a:cubicBezTo>
                  <a:pt x="890" y="12078"/>
                  <a:pt x="-95" y="11105"/>
                  <a:pt x="7" y="9870"/>
                </a:cubicBezTo>
                <a:cubicBezTo>
                  <a:pt x="143" y="8410"/>
                  <a:pt x="550" y="6950"/>
                  <a:pt x="1263" y="5564"/>
                </a:cubicBezTo>
                <a:cubicBezTo>
                  <a:pt x="3777" y="661"/>
                  <a:pt x="9414" y="-1361"/>
                  <a:pt x="14101" y="960"/>
                </a:cubicBezTo>
                <a:cubicBezTo>
                  <a:pt x="19399" y="3618"/>
                  <a:pt x="21505" y="10581"/>
                  <a:pt x="18822" y="16159"/>
                </a:cubicBezTo>
                <a:cubicBezTo>
                  <a:pt x="18211" y="17469"/>
                  <a:pt x="17362" y="18554"/>
                  <a:pt x="16411" y="19453"/>
                </a:cubicBezTo>
                <a:cubicBezTo>
                  <a:pt x="15562" y="20239"/>
                  <a:pt x="14305" y="19865"/>
                  <a:pt x="13863" y="18742"/>
                </a:cubicBezTo>
                <a:cubicBezTo>
                  <a:pt x="12913" y="16346"/>
                  <a:pt x="11282" y="14249"/>
                  <a:pt x="9041" y="12939"/>
                </a:cubicBezTo>
                <a:close/>
              </a:path>
            </a:pathLst>
          </a:custGeom>
          <a:solidFill>
            <a:schemeClr val="bg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dirty="0"/>
          </a:p>
        </p:txBody>
      </p:sp>
      <p:sp>
        <p:nvSpPr>
          <p:cNvPr id="13" name="Shape">
            <a:extLst>
              <a:ext uri="{FF2B5EF4-FFF2-40B4-BE49-F238E27FC236}">
                <a16:creationId xmlns:a16="http://schemas.microsoft.com/office/drawing/2014/main" id="{D613247A-8F02-FA27-17B8-34CAA63797E6}"/>
              </a:ext>
            </a:extLst>
          </p:cNvPr>
          <p:cNvSpPr/>
          <p:nvPr/>
        </p:nvSpPr>
        <p:spPr>
          <a:xfrm>
            <a:off x="7550590" y="2705216"/>
            <a:ext cx="1071687" cy="1440590"/>
          </a:xfrm>
          <a:custGeom>
            <a:avLst/>
            <a:gdLst/>
            <a:ahLst/>
            <a:cxnLst>
              <a:cxn ang="0">
                <a:pos x="wd2" y="hd2"/>
              </a:cxn>
              <a:cxn ang="5400000">
                <a:pos x="wd2" y="hd2"/>
              </a:cxn>
              <a:cxn ang="10800000">
                <a:pos x="wd2" y="hd2"/>
              </a:cxn>
              <a:cxn ang="16200000">
                <a:pos x="wd2" y="hd2"/>
              </a:cxn>
            </a:cxnLst>
            <a:rect l="0" t="0" r="r" b="b"/>
            <a:pathLst>
              <a:path w="20989" h="21567" extrusionOk="0">
                <a:moveTo>
                  <a:pt x="4128" y="10837"/>
                </a:moveTo>
                <a:cubicBezTo>
                  <a:pt x="4080" y="8054"/>
                  <a:pt x="2739" y="5565"/>
                  <a:pt x="536" y="3588"/>
                </a:cubicBezTo>
                <a:cubicBezTo>
                  <a:pt x="-470" y="2673"/>
                  <a:pt x="9" y="1318"/>
                  <a:pt x="1398" y="842"/>
                </a:cubicBezTo>
                <a:cubicBezTo>
                  <a:pt x="3074" y="293"/>
                  <a:pt x="4894" y="0"/>
                  <a:pt x="6858" y="0"/>
                </a:cubicBezTo>
                <a:cubicBezTo>
                  <a:pt x="14616" y="0"/>
                  <a:pt x="20891" y="4686"/>
                  <a:pt x="20986" y="10617"/>
                </a:cubicBezTo>
                <a:cubicBezTo>
                  <a:pt x="21130" y="16584"/>
                  <a:pt x="14904" y="21490"/>
                  <a:pt x="7097" y="21563"/>
                </a:cubicBezTo>
                <a:cubicBezTo>
                  <a:pt x="5229" y="21600"/>
                  <a:pt x="3409" y="21344"/>
                  <a:pt x="1781" y="20831"/>
                </a:cubicBezTo>
                <a:cubicBezTo>
                  <a:pt x="344" y="20392"/>
                  <a:pt x="-135" y="19037"/>
                  <a:pt x="823" y="18122"/>
                </a:cubicBezTo>
                <a:cubicBezTo>
                  <a:pt x="2978" y="16182"/>
                  <a:pt x="4176" y="13619"/>
                  <a:pt x="4128" y="10837"/>
                </a:cubicBez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4" name="Shape">
            <a:extLst>
              <a:ext uri="{FF2B5EF4-FFF2-40B4-BE49-F238E27FC236}">
                <a16:creationId xmlns:a16="http://schemas.microsoft.com/office/drawing/2014/main" id="{88FB9CFE-2B84-8F67-636B-DE3A7D851A5B}"/>
              </a:ext>
            </a:extLst>
          </p:cNvPr>
          <p:cNvSpPr/>
          <p:nvPr/>
        </p:nvSpPr>
        <p:spPr>
          <a:xfrm>
            <a:off x="3577419" y="2705240"/>
            <a:ext cx="1071687" cy="1440590"/>
          </a:xfrm>
          <a:custGeom>
            <a:avLst/>
            <a:gdLst/>
            <a:ahLst/>
            <a:cxnLst>
              <a:cxn ang="0">
                <a:pos x="wd2" y="hd2"/>
              </a:cxn>
              <a:cxn ang="5400000">
                <a:pos x="wd2" y="hd2"/>
              </a:cxn>
              <a:cxn ang="10800000">
                <a:pos x="wd2" y="hd2"/>
              </a:cxn>
              <a:cxn ang="16200000">
                <a:pos x="wd2" y="hd2"/>
              </a:cxn>
            </a:cxnLst>
            <a:rect l="0" t="0" r="r" b="b"/>
            <a:pathLst>
              <a:path w="20989" h="21567" extrusionOk="0">
                <a:moveTo>
                  <a:pt x="16861" y="10730"/>
                </a:moveTo>
                <a:cubicBezTo>
                  <a:pt x="16909" y="13513"/>
                  <a:pt x="18250" y="16002"/>
                  <a:pt x="20453" y="17979"/>
                </a:cubicBezTo>
                <a:cubicBezTo>
                  <a:pt x="21459" y="18894"/>
                  <a:pt x="20980" y="20249"/>
                  <a:pt x="19591" y="20725"/>
                </a:cubicBezTo>
                <a:cubicBezTo>
                  <a:pt x="17915" y="21274"/>
                  <a:pt x="16095" y="21567"/>
                  <a:pt x="14131" y="21567"/>
                </a:cubicBezTo>
                <a:cubicBezTo>
                  <a:pt x="6373" y="21567"/>
                  <a:pt x="98" y="16881"/>
                  <a:pt x="3" y="10950"/>
                </a:cubicBezTo>
                <a:cubicBezTo>
                  <a:pt x="-141" y="4983"/>
                  <a:pt x="6085" y="77"/>
                  <a:pt x="13892" y="4"/>
                </a:cubicBezTo>
                <a:cubicBezTo>
                  <a:pt x="15760" y="-33"/>
                  <a:pt x="17580" y="223"/>
                  <a:pt x="19208" y="736"/>
                </a:cubicBezTo>
                <a:cubicBezTo>
                  <a:pt x="20645" y="1175"/>
                  <a:pt x="21124" y="2530"/>
                  <a:pt x="20166" y="3445"/>
                </a:cubicBezTo>
                <a:cubicBezTo>
                  <a:pt x="18011" y="5385"/>
                  <a:pt x="16813" y="7948"/>
                  <a:pt x="16861" y="10730"/>
                </a:cubicBez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5" name="Shape">
            <a:extLst>
              <a:ext uri="{FF2B5EF4-FFF2-40B4-BE49-F238E27FC236}">
                <a16:creationId xmlns:a16="http://schemas.microsoft.com/office/drawing/2014/main" id="{A1AAC8A8-668A-FE2E-9F22-7255D6D7BB46}"/>
              </a:ext>
            </a:extLst>
          </p:cNvPr>
          <p:cNvSpPr/>
          <p:nvPr/>
        </p:nvSpPr>
        <p:spPr>
          <a:xfrm>
            <a:off x="4464213" y="1144444"/>
            <a:ext cx="1437265" cy="1299558"/>
          </a:xfrm>
          <a:custGeom>
            <a:avLst/>
            <a:gdLst/>
            <a:ahLst/>
            <a:cxnLst>
              <a:cxn ang="0">
                <a:pos x="wd2" y="hd2"/>
              </a:cxn>
              <a:cxn ang="5400000">
                <a:pos x="wd2" y="hd2"/>
              </a:cxn>
              <a:cxn ang="10800000">
                <a:pos x="wd2" y="hd2"/>
              </a:cxn>
              <a:cxn ang="16200000">
                <a:pos x="wd2" y="hd2"/>
              </a:cxn>
            </a:cxnLst>
            <a:rect l="0" t="0" r="r" b="b"/>
            <a:pathLst>
              <a:path w="19992" h="19859" extrusionOk="0">
                <a:moveTo>
                  <a:pt x="10937" y="12903"/>
                </a:moveTo>
                <a:cubicBezTo>
                  <a:pt x="13182" y="11595"/>
                  <a:pt x="15665" y="11259"/>
                  <a:pt x="18012" y="11745"/>
                </a:cubicBezTo>
                <a:cubicBezTo>
                  <a:pt x="19100" y="11969"/>
                  <a:pt x="20087" y="11035"/>
                  <a:pt x="19985" y="9802"/>
                </a:cubicBezTo>
                <a:cubicBezTo>
                  <a:pt x="19849" y="8344"/>
                  <a:pt x="19441" y="6887"/>
                  <a:pt x="18726" y="5542"/>
                </a:cubicBezTo>
                <a:cubicBezTo>
                  <a:pt x="16175" y="646"/>
                  <a:pt x="10529" y="-1372"/>
                  <a:pt x="5868" y="982"/>
                </a:cubicBezTo>
                <a:cubicBezTo>
                  <a:pt x="562" y="3636"/>
                  <a:pt x="-1513" y="10624"/>
                  <a:pt x="1174" y="16192"/>
                </a:cubicBezTo>
                <a:cubicBezTo>
                  <a:pt x="1787" y="17500"/>
                  <a:pt x="2637" y="18584"/>
                  <a:pt x="3589" y="19443"/>
                </a:cubicBezTo>
                <a:cubicBezTo>
                  <a:pt x="4440" y="20228"/>
                  <a:pt x="5698" y="19854"/>
                  <a:pt x="6141" y="18733"/>
                </a:cubicBezTo>
                <a:cubicBezTo>
                  <a:pt x="7059" y="16304"/>
                  <a:pt x="8692" y="14211"/>
                  <a:pt x="10937" y="12903"/>
                </a:cubicBezTo>
                <a:close/>
              </a:path>
            </a:pathLst>
          </a:custGeom>
          <a:solidFill>
            <a:schemeClr val="accent2">
              <a:lumMod val="40000"/>
              <a:lumOff val="6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6" name="Shape">
            <a:extLst>
              <a:ext uri="{FF2B5EF4-FFF2-40B4-BE49-F238E27FC236}">
                <a16:creationId xmlns:a16="http://schemas.microsoft.com/office/drawing/2014/main" id="{8B89CCA2-A2A3-3EAE-B99F-9D8E2388B469}"/>
              </a:ext>
            </a:extLst>
          </p:cNvPr>
          <p:cNvSpPr/>
          <p:nvPr/>
        </p:nvSpPr>
        <p:spPr>
          <a:xfrm>
            <a:off x="4488667" y="4414879"/>
            <a:ext cx="1439194" cy="1298020"/>
          </a:xfrm>
          <a:custGeom>
            <a:avLst/>
            <a:gdLst/>
            <a:ahLst/>
            <a:cxnLst>
              <a:cxn ang="0">
                <a:pos x="wd2" y="hd2"/>
              </a:cxn>
              <a:cxn ang="5400000">
                <a:pos x="wd2" y="hd2"/>
              </a:cxn>
              <a:cxn ang="10800000">
                <a:pos x="wd2" y="hd2"/>
              </a:cxn>
              <a:cxn ang="16200000">
                <a:pos x="wd2" y="hd2"/>
              </a:cxn>
            </a:cxnLst>
            <a:rect l="0" t="0" r="r" b="b"/>
            <a:pathLst>
              <a:path w="19988" h="19870" extrusionOk="0">
                <a:moveTo>
                  <a:pt x="10946" y="6931"/>
                </a:moveTo>
                <a:cubicBezTo>
                  <a:pt x="13188" y="8241"/>
                  <a:pt x="15701" y="8578"/>
                  <a:pt x="18010" y="8054"/>
                </a:cubicBezTo>
                <a:cubicBezTo>
                  <a:pt x="19097" y="7792"/>
                  <a:pt x="20082" y="8765"/>
                  <a:pt x="19980" y="10000"/>
                </a:cubicBezTo>
                <a:cubicBezTo>
                  <a:pt x="19844" y="11460"/>
                  <a:pt x="19437" y="12920"/>
                  <a:pt x="18724" y="14306"/>
                </a:cubicBezTo>
                <a:cubicBezTo>
                  <a:pt x="16210" y="19209"/>
                  <a:pt x="10573" y="21231"/>
                  <a:pt x="5886" y="18910"/>
                </a:cubicBezTo>
                <a:cubicBezTo>
                  <a:pt x="588" y="16252"/>
                  <a:pt x="-1518" y="9289"/>
                  <a:pt x="1165" y="3711"/>
                </a:cubicBezTo>
                <a:cubicBezTo>
                  <a:pt x="1776" y="2401"/>
                  <a:pt x="2625" y="1316"/>
                  <a:pt x="3576" y="417"/>
                </a:cubicBezTo>
                <a:cubicBezTo>
                  <a:pt x="4425" y="-369"/>
                  <a:pt x="5682" y="5"/>
                  <a:pt x="6124" y="1128"/>
                </a:cubicBezTo>
                <a:cubicBezTo>
                  <a:pt x="7040" y="3524"/>
                  <a:pt x="8705" y="5621"/>
                  <a:pt x="10946" y="6931"/>
                </a:cubicBezTo>
                <a:close/>
              </a:path>
            </a:pathLst>
          </a:custGeom>
          <a:solidFill>
            <a:schemeClr val="bg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7" name="Shape">
            <a:extLst>
              <a:ext uri="{FF2B5EF4-FFF2-40B4-BE49-F238E27FC236}">
                <a16:creationId xmlns:a16="http://schemas.microsoft.com/office/drawing/2014/main" id="{6FCAE7ED-26EC-19DA-9CD2-7F72FACCF8D7}"/>
              </a:ext>
            </a:extLst>
          </p:cNvPr>
          <p:cNvSpPr/>
          <p:nvPr/>
        </p:nvSpPr>
        <p:spPr>
          <a:xfrm>
            <a:off x="6275881" y="4414879"/>
            <a:ext cx="1437265" cy="1299558"/>
          </a:xfrm>
          <a:custGeom>
            <a:avLst/>
            <a:gdLst/>
            <a:ahLst/>
            <a:cxnLst>
              <a:cxn ang="0">
                <a:pos x="wd2" y="hd2"/>
              </a:cxn>
              <a:cxn ang="5400000">
                <a:pos x="wd2" y="hd2"/>
              </a:cxn>
              <a:cxn ang="10800000">
                <a:pos x="wd2" y="hd2"/>
              </a:cxn>
              <a:cxn ang="16200000">
                <a:pos x="wd2" y="hd2"/>
              </a:cxn>
            </a:cxnLst>
            <a:rect l="0" t="0" r="r" b="b"/>
            <a:pathLst>
              <a:path w="19992" h="19859" extrusionOk="0">
                <a:moveTo>
                  <a:pt x="9055" y="6957"/>
                </a:moveTo>
                <a:cubicBezTo>
                  <a:pt x="6810" y="8265"/>
                  <a:pt x="4327" y="8601"/>
                  <a:pt x="1980" y="8115"/>
                </a:cubicBezTo>
                <a:cubicBezTo>
                  <a:pt x="892" y="7891"/>
                  <a:pt x="-95" y="8825"/>
                  <a:pt x="7" y="10058"/>
                </a:cubicBezTo>
                <a:cubicBezTo>
                  <a:pt x="143" y="11516"/>
                  <a:pt x="551" y="12973"/>
                  <a:pt x="1266" y="14318"/>
                </a:cubicBezTo>
                <a:cubicBezTo>
                  <a:pt x="3817" y="19214"/>
                  <a:pt x="9463" y="21232"/>
                  <a:pt x="14124" y="18878"/>
                </a:cubicBezTo>
                <a:cubicBezTo>
                  <a:pt x="19430" y="16224"/>
                  <a:pt x="21505" y="9236"/>
                  <a:pt x="18818" y="3668"/>
                </a:cubicBezTo>
                <a:cubicBezTo>
                  <a:pt x="18205" y="2360"/>
                  <a:pt x="17355" y="1276"/>
                  <a:pt x="16403" y="417"/>
                </a:cubicBezTo>
                <a:cubicBezTo>
                  <a:pt x="15552" y="-368"/>
                  <a:pt x="14294" y="6"/>
                  <a:pt x="13851" y="1127"/>
                </a:cubicBezTo>
                <a:cubicBezTo>
                  <a:pt x="12933" y="3556"/>
                  <a:pt x="11300" y="5649"/>
                  <a:pt x="9055" y="6957"/>
                </a:cubicBezTo>
                <a:close/>
              </a:path>
            </a:pathLst>
          </a:custGeom>
          <a:solidFill>
            <a:schemeClr val="accent2">
              <a:lumMod val="40000"/>
              <a:lumOff val="6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25" name="TextBox 24">
            <a:extLst>
              <a:ext uri="{FF2B5EF4-FFF2-40B4-BE49-F238E27FC236}">
                <a16:creationId xmlns:a16="http://schemas.microsoft.com/office/drawing/2014/main" id="{225FF1E5-5E28-69FB-C386-4B36C5E2533A}"/>
              </a:ext>
            </a:extLst>
          </p:cNvPr>
          <p:cNvSpPr txBox="1"/>
          <p:nvPr/>
        </p:nvSpPr>
        <p:spPr>
          <a:xfrm>
            <a:off x="5387929" y="1491085"/>
            <a:ext cx="444352" cy="400110"/>
          </a:xfrm>
          <a:prstGeom prst="rect">
            <a:avLst/>
          </a:prstGeom>
          <a:noFill/>
        </p:spPr>
        <p:txBody>
          <a:bodyPr wrap="none" rtlCol="0" anchor="ctr">
            <a:spAutoFit/>
          </a:bodyPr>
          <a:lstStyle/>
          <a:p>
            <a:pPr algn="ctr"/>
            <a:r>
              <a:rPr lang="en-US" sz="2000" b="1" dirty="0">
                <a:solidFill>
                  <a:schemeClr val="tx1">
                    <a:lumMod val="85000"/>
                    <a:lumOff val="15000"/>
                  </a:schemeClr>
                </a:solidFill>
              </a:rPr>
              <a:t>06</a:t>
            </a:r>
          </a:p>
        </p:txBody>
      </p:sp>
      <p:sp>
        <p:nvSpPr>
          <p:cNvPr id="26" name="TextBox 25">
            <a:extLst>
              <a:ext uri="{FF2B5EF4-FFF2-40B4-BE49-F238E27FC236}">
                <a16:creationId xmlns:a16="http://schemas.microsoft.com/office/drawing/2014/main" id="{BAA39BC9-4C7D-5AFF-973C-5BBA160540BB}"/>
              </a:ext>
            </a:extLst>
          </p:cNvPr>
          <p:cNvSpPr txBox="1"/>
          <p:nvPr/>
        </p:nvSpPr>
        <p:spPr>
          <a:xfrm>
            <a:off x="7130742" y="1863092"/>
            <a:ext cx="486030" cy="400110"/>
          </a:xfrm>
          <a:prstGeom prst="rect">
            <a:avLst/>
          </a:prstGeom>
          <a:noFill/>
        </p:spPr>
        <p:txBody>
          <a:bodyPr wrap="none" rtlCol="0" anchor="ctr">
            <a:spAutoFit/>
          </a:bodyPr>
          <a:lstStyle/>
          <a:p>
            <a:pPr algn="ctr"/>
            <a:r>
              <a:rPr lang="en-US" sz="2000" b="1" dirty="0"/>
              <a:t>01</a:t>
            </a:r>
          </a:p>
        </p:txBody>
      </p:sp>
      <p:sp>
        <p:nvSpPr>
          <p:cNvPr id="27" name="TextBox 26">
            <a:extLst>
              <a:ext uri="{FF2B5EF4-FFF2-40B4-BE49-F238E27FC236}">
                <a16:creationId xmlns:a16="http://schemas.microsoft.com/office/drawing/2014/main" id="{721A3828-0D2E-1981-6EEE-70C64AB1E77E}"/>
              </a:ext>
            </a:extLst>
          </p:cNvPr>
          <p:cNvSpPr txBox="1"/>
          <p:nvPr/>
        </p:nvSpPr>
        <p:spPr>
          <a:xfrm>
            <a:off x="7722671" y="3687302"/>
            <a:ext cx="444352" cy="400110"/>
          </a:xfrm>
          <a:prstGeom prst="rect">
            <a:avLst/>
          </a:prstGeom>
          <a:noFill/>
        </p:spPr>
        <p:txBody>
          <a:bodyPr wrap="none" rtlCol="0" anchor="ctr">
            <a:spAutoFit/>
          </a:bodyPr>
          <a:lstStyle/>
          <a:p>
            <a:pPr algn="ctr"/>
            <a:r>
              <a:rPr lang="en-US" sz="2000" b="1" dirty="0">
                <a:solidFill>
                  <a:schemeClr val="tx1">
                    <a:lumMod val="85000"/>
                    <a:lumOff val="15000"/>
                  </a:schemeClr>
                </a:solidFill>
              </a:rPr>
              <a:t>02</a:t>
            </a:r>
          </a:p>
        </p:txBody>
      </p:sp>
      <p:sp>
        <p:nvSpPr>
          <p:cNvPr id="28" name="TextBox 27">
            <a:extLst>
              <a:ext uri="{FF2B5EF4-FFF2-40B4-BE49-F238E27FC236}">
                <a16:creationId xmlns:a16="http://schemas.microsoft.com/office/drawing/2014/main" id="{EBC39927-A52D-76B4-FE6F-54FBDC21B0B7}"/>
              </a:ext>
            </a:extLst>
          </p:cNvPr>
          <p:cNvSpPr txBox="1"/>
          <p:nvPr/>
        </p:nvSpPr>
        <p:spPr>
          <a:xfrm>
            <a:off x="6431107" y="5022623"/>
            <a:ext cx="444352" cy="400110"/>
          </a:xfrm>
          <a:prstGeom prst="rect">
            <a:avLst/>
          </a:prstGeom>
          <a:noFill/>
        </p:spPr>
        <p:txBody>
          <a:bodyPr wrap="none" rtlCol="0" anchor="ctr">
            <a:spAutoFit/>
          </a:bodyPr>
          <a:lstStyle/>
          <a:p>
            <a:pPr algn="ctr"/>
            <a:r>
              <a:rPr lang="en-US" sz="2000" b="1" dirty="0">
                <a:solidFill>
                  <a:schemeClr val="tx1">
                    <a:lumMod val="85000"/>
                    <a:lumOff val="15000"/>
                  </a:schemeClr>
                </a:solidFill>
              </a:rPr>
              <a:t>03</a:t>
            </a:r>
          </a:p>
        </p:txBody>
      </p:sp>
      <p:sp>
        <p:nvSpPr>
          <p:cNvPr id="29" name="TextBox 28">
            <a:extLst>
              <a:ext uri="{FF2B5EF4-FFF2-40B4-BE49-F238E27FC236}">
                <a16:creationId xmlns:a16="http://schemas.microsoft.com/office/drawing/2014/main" id="{70C2A3DC-AC48-641B-EE92-3B60A6F03080}"/>
              </a:ext>
            </a:extLst>
          </p:cNvPr>
          <p:cNvSpPr txBox="1"/>
          <p:nvPr/>
        </p:nvSpPr>
        <p:spPr>
          <a:xfrm>
            <a:off x="4571247" y="4638490"/>
            <a:ext cx="444352" cy="400110"/>
          </a:xfrm>
          <a:prstGeom prst="rect">
            <a:avLst/>
          </a:prstGeom>
          <a:noFill/>
        </p:spPr>
        <p:txBody>
          <a:bodyPr wrap="none" rtlCol="0" anchor="ctr">
            <a:spAutoFit/>
          </a:bodyPr>
          <a:lstStyle/>
          <a:p>
            <a:pPr algn="ctr"/>
            <a:r>
              <a:rPr lang="en-US" sz="2000" b="1" dirty="0">
                <a:solidFill>
                  <a:schemeClr val="tx1">
                    <a:lumMod val="85000"/>
                    <a:lumOff val="15000"/>
                  </a:schemeClr>
                </a:solidFill>
              </a:rPr>
              <a:t>04</a:t>
            </a:r>
          </a:p>
        </p:txBody>
      </p:sp>
      <p:sp>
        <p:nvSpPr>
          <p:cNvPr id="30" name="TextBox 29">
            <a:extLst>
              <a:ext uri="{FF2B5EF4-FFF2-40B4-BE49-F238E27FC236}">
                <a16:creationId xmlns:a16="http://schemas.microsoft.com/office/drawing/2014/main" id="{20F9751F-35EB-93A4-38D9-075FA8AEB29F}"/>
              </a:ext>
            </a:extLst>
          </p:cNvPr>
          <p:cNvSpPr txBox="1"/>
          <p:nvPr/>
        </p:nvSpPr>
        <p:spPr>
          <a:xfrm>
            <a:off x="3979044" y="2804328"/>
            <a:ext cx="444352" cy="400110"/>
          </a:xfrm>
          <a:prstGeom prst="rect">
            <a:avLst/>
          </a:prstGeom>
          <a:noFill/>
        </p:spPr>
        <p:txBody>
          <a:bodyPr wrap="none" rtlCol="0" anchor="ctr">
            <a:spAutoFit/>
          </a:bodyPr>
          <a:lstStyle/>
          <a:p>
            <a:pPr algn="ctr"/>
            <a:r>
              <a:rPr lang="en-US" sz="2000" b="1" dirty="0">
                <a:solidFill>
                  <a:schemeClr val="tx1">
                    <a:lumMod val="85000"/>
                    <a:lumOff val="15000"/>
                  </a:schemeClr>
                </a:solidFill>
              </a:rPr>
              <a:t>05</a:t>
            </a:r>
          </a:p>
        </p:txBody>
      </p:sp>
      <p:sp>
        <p:nvSpPr>
          <p:cNvPr id="33" name="TextBox 32">
            <a:extLst>
              <a:ext uri="{FF2B5EF4-FFF2-40B4-BE49-F238E27FC236}">
                <a16:creationId xmlns:a16="http://schemas.microsoft.com/office/drawing/2014/main" id="{797CAF61-8C16-CBAA-5C71-D097C5AD57D1}"/>
              </a:ext>
            </a:extLst>
          </p:cNvPr>
          <p:cNvSpPr txBox="1"/>
          <p:nvPr/>
        </p:nvSpPr>
        <p:spPr>
          <a:xfrm>
            <a:off x="8934993" y="3153234"/>
            <a:ext cx="2926080" cy="461665"/>
          </a:xfrm>
          <a:prstGeom prst="rect">
            <a:avLst/>
          </a:prstGeom>
          <a:noFill/>
        </p:spPr>
        <p:txBody>
          <a:bodyPr wrap="square" lIns="0" rIns="0" rtlCol="0" anchor="t">
            <a:spAutoFit/>
          </a:bodyPr>
          <a:lstStyle/>
          <a:p>
            <a:pPr rtl="0"/>
            <a:r>
              <a:rPr lang="en-US" sz="1200" b="0" i="0" u="none" strike="noStrike" kern="1200" baseline="0" dirty="0">
                <a:solidFill>
                  <a:srgbClr val="000000"/>
                </a:solidFill>
                <a:latin typeface="Trebuchet MS" panose="020B0603020202020204" pitchFamily="34" charset="0"/>
              </a:rPr>
              <a:t>In-house Center of Excellence. Trained and Certified Talents</a:t>
            </a:r>
          </a:p>
        </p:txBody>
      </p:sp>
      <p:sp>
        <p:nvSpPr>
          <p:cNvPr id="36" name="TextBox 35">
            <a:extLst>
              <a:ext uri="{FF2B5EF4-FFF2-40B4-BE49-F238E27FC236}">
                <a16:creationId xmlns:a16="http://schemas.microsoft.com/office/drawing/2014/main" id="{420C79EF-00A5-17E8-C8C7-C21124FE7999}"/>
              </a:ext>
            </a:extLst>
          </p:cNvPr>
          <p:cNvSpPr txBox="1"/>
          <p:nvPr/>
        </p:nvSpPr>
        <p:spPr>
          <a:xfrm>
            <a:off x="7800691" y="5366336"/>
            <a:ext cx="2926080" cy="276999"/>
          </a:xfrm>
          <a:prstGeom prst="rect">
            <a:avLst/>
          </a:prstGeom>
          <a:noFill/>
        </p:spPr>
        <p:txBody>
          <a:bodyPr wrap="square" lIns="0" rIns="0" rtlCol="0" anchor="t">
            <a:spAutoFit/>
          </a:bodyPr>
          <a:lstStyle/>
          <a:p>
            <a:pPr rtl="0"/>
            <a:r>
              <a:rPr lang="en-US" sz="1200" b="0" i="0" u="none" strike="noStrike" kern="1200" baseline="0" dirty="0">
                <a:solidFill>
                  <a:srgbClr val="000000"/>
                </a:solidFill>
                <a:latin typeface="Trebuchet MS" panose="020B0603020202020204" pitchFamily="34" charset="0"/>
              </a:rPr>
              <a:t>Innovative Digital Solutions</a:t>
            </a:r>
          </a:p>
        </p:txBody>
      </p:sp>
      <p:sp>
        <p:nvSpPr>
          <p:cNvPr id="39" name="TextBox 38">
            <a:extLst>
              <a:ext uri="{FF2B5EF4-FFF2-40B4-BE49-F238E27FC236}">
                <a16:creationId xmlns:a16="http://schemas.microsoft.com/office/drawing/2014/main" id="{8760D609-F58C-272A-559E-403BA8322ECF}"/>
              </a:ext>
            </a:extLst>
          </p:cNvPr>
          <p:cNvSpPr txBox="1"/>
          <p:nvPr/>
        </p:nvSpPr>
        <p:spPr>
          <a:xfrm>
            <a:off x="503445" y="3266206"/>
            <a:ext cx="2926080" cy="461665"/>
          </a:xfrm>
          <a:prstGeom prst="rect">
            <a:avLst/>
          </a:prstGeom>
          <a:noFill/>
        </p:spPr>
        <p:txBody>
          <a:bodyPr wrap="square" lIns="0" rIns="0" rtlCol="0" anchor="t">
            <a:spAutoFit/>
          </a:bodyPr>
          <a:lstStyle/>
          <a:p>
            <a:pPr algn="r" rtl="0"/>
            <a:r>
              <a:rPr lang="en-US" sz="1200" b="0" i="0" u="none" strike="noStrike" kern="1200" baseline="0" dirty="0">
                <a:solidFill>
                  <a:srgbClr val="000000"/>
                </a:solidFill>
                <a:latin typeface="Trebuchet MS" panose="020B0603020202020204" pitchFamily="34" charset="0"/>
              </a:rPr>
              <a:t>Breadth of experience across industry, bringing the best-of-breed solutions</a:t>
            </a:r>
          </a:p>
        </p:txBody>
      </p:sp>
      <p:sp>
        <p:nvSpPr>
          <p:cNvPr id="42" name="TextBox 41">
            <a:extLst>
              <a:ext uri="{FF2B5EF4-FFF2-40B4-BE49-F238E27FC236}">
                <a16:creationId xmlns:a16="http://schemas.microsoft.com/office/drawing/2014/main" id="{22EBDAEA-F2C4-827F-FA7B-6599032ADBA1}"/>
              </a:ext>
            </a:extLst>
          </p:cNvPr>
          <p:cNvSpPr txBox="1"/>
          <p:nvPr/>
        </p:nvSpPr>
        <p:spPr>
          <a:xfrm>
            <a:off x="1550737" y="5505602"/>
            <a:ext cx="2926080" cy="276999"/>
          </a:xfrm>
          <a:prstGeom prst="rect">
            <a:avLst/>
          </a:prstGeom>
          <a:noFill/>
        </p:spPr>
        <p:txBody>
          <a:bodyPr wrap="square" lIns="0" rIns="0" rtlCol="0" anchor="t">
            <a:spAutoFit/>
          </a:bodyPr>
          <a:lstStyle/>
          <a:p>
            <a:pPr algn="r" rtl="0"/>
            <a:r>
              <a:rPr lang="en-US" sz="1200" b="0" i="0" u="none" strike="noStrike" kern="1200" baseline="0" dirty="0">
                <a:solidFill>
                  <a:srgbClr val="000000"/>
                </a:solidFill>
                <a:latin typeface="Trebuchet MS" panose="020B0603020202020204" pitchFamily="34" charset="0"/>
              </a:rPr>
              <a:t>Cost effective Delivery Models</a:t>
            </a:r>
          </a:p>
        </p:txBody>
      </p:sp>
      <p:sp>
        <p:nvSpPr>
          <p:cNvPr id="45" name="TextBox 44">
            <a:extLst>
              <a:ext uri="{FF2B5EF4-FFF2-40B4-BE49-F238E27FC236}">
                <a16:creationId xmlns:a16="http://schemas.microsoft.com/office/drawing/2014/main" id="{80E5F962-BD0F-B8A4-A681-4A65C29C5081}"/>
              </a:ext>
            </a:extLst>
          </p:cNvPr>
          <p:cNvSpPr txBox="1"/>
          <p:nvPr/>
        </p:nvSpPr>
        <p:spPr>
          <a:xfrm>
            <a:off x="7990780" y="1353461"/>
            <a:ext cx="2926080" cy="461665"/>
          </a:xfrm>
          <a:prstGeom prst="rect">
            <a:avLst/>
          </a:prstGeom>
          <a:noFill/>
        </p:spPr>
        <p:txBody>
          <a:bodyPr wrap="square" lIns="0" rIns="0" rtlCol="0" anchor="t">
            <a:spAutoFit/>
          </a:bodyPr>
          <a:lstStyle/>
          <a:p>
            <a:pPr rtl="0"/>
            <a:r>
              <a:rPr lang="en-US" sz="1200" b="0" i="0" u="none" strike="noStrike" kern="1200" baseline="0" dirty="0">
                <a:solidFill>
                  <a:srgbClr val="000000"/>
                </a:solidFill>
                <a:latin typeface="Trebuchet MS" panose="020B0603020202020204" pitchFamily="34" charset="0"/>
              </a:rPr>
              <a:t>Excellent delivery leaders and partner eco system for </a:t>
            </a:r>
            <a:r>
              <a:rPr lang="en-US" sz="1200" dirty="0">
                <a:solidFill>
                  <a:srgbClr val="000000"/>
                </a:solidFill>
                <a:latin typeface="Trebuchet MS" panose="020B0603020202020204" pitchFamily="34" charset="0"/>
              </a:rPr>
              <a:t>on time &amp; high quality delivery </a:t>
            </a:r>
            <a:endParaRPr lang="en-US" sz="1200" b="0" i="0" u="none" strike="noStrike" kern="1200" baseline="0" dirty="0">
              <a:solidFill>
                <a:srgbClr val="000000"/>
              </a:solidFill>
              <a:latin typeface="Trebuchet MS" panose="020B0603020202020204" pitchFamily="34" charset="0"/>
            </a:endParaRPr>
          </a:p>
        </p:txBody>
      </p:sp>
      <p:sp>
        <p:nvSpPr>
          <p:cNvPr id="48" name="TextBox 47">
            <a:extLst>
              <a:ext uri="{FF2B5EF4-FFF2-40B4-BE49-F238E27FC236}">
                <a16:creationId xmlns:a16="http://schemas.microsoft.com/office/drawing/2014/main" id="{3B3BF5B0-4754-3CA0-ECFB-D76728EE8424}"/>
              </a:ext>
            </a:extLst>
          </p:cNvPr>
          <p:cNvSpPr txBox="1"/>
          <p:nvPr/>
        </p:nvSpPr>
        <p:spPr>
          <a:xfrm>
            <a:off x="1275140" y="1609040"/>
            <a:ext cx="2926080" cy="461665"/>
          </a:xfrm>
          <a:prstGeom prst="rect">
            <a:avLst/>
          </a:prstGeom>
          <a:noFill/>
        </p:spPr>
        <p:txBody>
          <a:bodyPr wrap="square" lIns="0" rIns="0" rtlCol="0" anchor="t">
            <a:spAutoFit/>
          </a:bodyPr>
          <a:lstStyle/>
          <a:p>
            <a:pPr algn="r" rtl="0"/>
            <a:r>
              <a:rPr lang="en-US" sz="1200" b="0" i="0" u="none" strike="noStrike" kern="1200" baseline="0" dirty="0">
                <a:solidFill>
                  <a:srgbClr val="000000"/>
                </a:solidFill>
                <a:latin typeface="Trebuchet MS" panose="020B0603020202020204" pitchFamily="34" charset="0"/>
              </a:rPr>
              <a:t>Depth of experience in solving customer problems with technology solutions</a:t>
            </a:r>
          </a:p>
        </p:txBody>
      </p:sp>
      <p:pic>
        <p:nvPicPr>
          <p:cNvPr id="49" name="Graphic 48">
            <a:extLst>
              <a:ext uri="{FF2B5EF4-FFF2-40B4-BE49-F238E27FC236}">
                <a16:creationId xmlns:a16="http://schemas.microsoft.com/office/drawing/2014/main" id="{AE29959B-476E-5E14-680D-C5BBC54620A0}"/>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669263" y="1272966"/>
            <a:ext cx="648440" cy="648440"/>
          </a:xfrm>
          <a:prstGeom prst="rect">
            <a:avLst/>
          </a:prstGeom>
        </p:spPr>
      </p:pic>
      <p:pic>
        <p:nvPicPr>
          <p:cNvPr id="50" name="Graphic 49">
            <a:extLst>
              <a:ext uri="{FF2B5EF4-FFF2-40B4-BE49-F238E27FC236}">
                <a16:creationId xmlns:a16="http://schemas.microsoft.com/office/drawing/2014/main" id="{780358CB-BDF9-AF37-75BF-7151ED8837FD}"/>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815772" y="2911836"/>
            <a:ext cx="585204" cy="585204"/>
          </a:xfrm>
          <a:prstGeom prst="rect">
            <a:avLst/>
          </a:prstGeom>
        </p:spPr>
      </p:pic>
      <p:pic>
        <p:nvPicPr>
          <p:cNvPr id="51" name="Graphic 50">
            <a:extLst>
              <a:ext uri="{FF2B5EF4-FFF2-40B4-BE49-F238E27FC236}">
                <a16:creationId xmlns:a16="http://schemas.microsoft.com/office/drawing/2014/main" id="{75751525-5A55-0115-4540-5ED1E4CDE7A6}"/>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920334" y="4895549"/>
            <a:ext cx="641380" cy="641380"/>
          </a:xfrm>
          <a:prstGeom prst="rect">
            <a:avLst/>
          </a:prstGeom>
        </p:spPr>
      </p:pic>
      <p:pic>
        <p:nvPicPr>
          <p:cNvPr id="52" name="Graphic 51">
            <a:extLst>
              <a:ext uri="{FF2B5EF4-FFF2-40B4-BE49-F238E27FC236}">
                <a16:creationId xmlns:a16="http://schemas.microsoft.com/office/drawing/2014/main" id="{8F68EE4F-EB5F-D632-1102-8625818B386F}"/>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836462" y="4914162"/>
            <a:ext cx="635268" cy="635268"/>
          </a:xfrm>
          <a:prstGeom prst="rect">
            <a:avLst/>
          </a:prstGeom>
        </p:spPr>
      </p:pic>
      <p:pic>
        <p:nvPicPr>
          <p:cNvPr id="53" name="Graphic 52">
            <a:extLst>
              <a:ext uri="{FF2B5EF4-FFF2-40B4-BE49-F238E27FC236}">
                <a16:creationId xmlns:a16="http://schemas.microsoft.com/office/drawing/2014/main" id="{FF092DE7-4260-6BE6-5ACA-1E95729231A7}"/>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762747" y="3164703"/>
            <a:ext cx="664673" cy="664673"/>
          </a:xfrm>
          <a:prstGeom prst="rect">
            <a:avLst/>
          </a:prstGeom>
        </p:spPr>
      </p:pic>
      <p:pic>
        <p:nvPicPr>
          <p:cNvPr id="54" name="Graphic 53">
            <a:extLst>
              <a:ext uri="{FF2B5EF4-FFF2-40B4-BE49-F238E27FC236}">
                <a16:creationId xmlns:a16="http://schemas.microsoft.com/office/drawing/2014/main" id="{BFFF032D-9A40-A5FC-7555-6CDCB59E2237}"/>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679784" y="1334288"/>
            <a:ext cx="671630" cy="671630"/>
          </a:xfrm>
          <a:prstGeom prst="rect">
            <a:avLst/>
          </a:prstGeom>
        </p:spPr>
      </p:pic>
      <p:sp>
        <p:nvSpPr>
          <p:cNvPr id="59" name="Title 1">
            <a:extLst>
              <a:ext uri="{FF2B5EF4-FFF2-40B4-BE49-F238E27FC236}">
                <a16:creationId xmlns:a16="http://schemas.microsoft.com/office/drawing/2014/main" id="{17FBD2EB-9A38-22B3-5F91-988D6398311B}"/>
              </a:ext>
            </a:extLst>
          </p:cNvPr>
          <p:cNvSpPr>
            <a:spLocks noGrp="1"/>
          </p:cNvSpPr>
          <p:nvPr>
            <p:ph type="title"/>
          </p:nvPr>
        </p:nvSpPr>
        <p:spPr>
          <a:xfrm>
            <a:off x="1164243" y="45085"/>
            <a:ext cx="10515600" cy="736113"/>
          </a:xfrm>
        </p:spPr>
        <p:txBody>
          <a:bodyPr vert="horz" lIns="91440" tIns="45720" rIns="91440" bIns="45720" rtlCol="0" anchor="ctr">
            <a:normAutofit/>
          </a:bodyPr>
          <a:lstStyle/>
          <a:p>
            <a:r>
              <a:rPr lang="en-IN" sz="3200" b="1">
                <a:latin typeface="Trebuchet MS" panose="020B0603020202020204" pitchFamily="34" charset="0"/>
              </a:rPr>
              <a:t>Key Differentiators</a:t>
            </a:r>
            <a:endParaRPr lang="en-IN" sz="3200" b="1" dirty="0">
              <a:latin typeface="Trebuchet MS" panose="020B0603020202020204" pitchFamily="34" charset="0"/>
            </a:endParaRPr>
          </a:p>
        </p:txBody>
      </p:sp>
      <p:pic>
        <p:nvPicPr>
          <p:cNvPr id="3" name="Picture 2">
            <a:extLst>
              <a:ext uri="{FF2B5EF4-FFF2-40B4-BE49-F238E27FC236}">
                <a16:creationId xmlns:a16="http://schemas.microsoft.com/office/drawing/2014/main" id="{3C550B08-1B94-9E86-66E5-FED4D2FECD1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331846" y="2683024"/>
            <a:ext cx="1528308" cy="1528308"/>
          </a:xfrm>
          <a:prstGeom prst="rect">
            <a:avLst/>
          </a:prstGeom>
        </p:spPr>
      </p:pic>
    </p:spTree>
    <p:extLst>
      <p:ext uri="{BB962C8B-B14F-4D97-AF65-F5344CB8AC3E}">
        <p14:creationId xmlns:p14="http://schemas.microsoft.com/office/powerpoint/2010/main" val="2519057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AAEDE-B734-44B2-A4B2-87B614FC9EC4}"/>
              </a:ext>
            </a:extLst>
          </p:cNvPr>
          <p:cNvSpPr>
            <a:spLocks noGrp="1"/>
          </p:cNvSpPr>
          <p:nvPr>
            <p:ph type="title"/>
          </p:nvPr>
        </p:nvSpPr>
        <p:spPr>
          <a:xfrm>
            <a:off x="1912949" y="3001962"/>
            <a:ext cx="5569891" cy="1402398"/>
          </a:xfrm>
        </p:spPr>
        <p:txBody>
          <a:bodyPr>
            <a:normAutofit/>
          </a:bodyPr>
          <a:lstStyle/>
          <a:p>
            <a:r>
              <a:rPr lang="en-US" sz="4800" b="1" dirty="0">
                <a:latin typeface="Trebuchet MS" panose="020B0603020202020204" pitchFamily="34" charset="0"/>
              </a:rPr>
              <a:t>Case</a:t>
            </a:r>
            <a:r>
              <a:rPr lang="en-US" sz="4800" b="1" dirty="0">
                <a:solidFill>
                  <a:schemeClr val="tx1"/>
                </a:solidFill>
                <a:latin typeface="Trebuchet MS" panose="020B0603020202020204" pitchFamily="34" charset="0"/>
              </a:rPr>
              <a:t>     Studies</a:t>
            </a:r>
            <a:endParaRPr lang="en-IN" sz="4800" b="1"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3557860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1EBD4F-DE7F-355A-B8E7-20DD43488A1D}"/>
              </a:ext>
            </a:extLst>
          </p:cNvPr>
          <p:cNvSpPr/>
          <p:nvPr/>
        </p:nvSpPr>
        <p:spPr>
          <a:xfrm>
            <a:off x="8020457" y="4447520"/>
            <a:ext cx="2800350" cy="1866900"/>
          </a:xfrm>
          <a:prstGeom prst="rect">
            <a:avLst/>
          </a:prstGeom>
          <a:solidFill>
            <a:schemeClr val="bg1"/>
          </a:solidFill>
          <a:ln>
            <a:noFill/>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endParaRPr>
          </a:p>
        </p:txBody>
      </p:sp>
      <p:sp>
        <p:nvSpPr>
          <p:cNvPr id="5" name="Flowchart: Alternate Process 4"/>
          <p:cNvSpPr/>
          <p:nvPr/>
        </p:nvSpPr>
        <p:spPr>
          <a:xfrm>
            <a:off x="914400" y="1066800"/>
            <a:ext cx="10031506" cy="2181879"/>
          </a:xfrm>
          <a:prstGeom prst="flowChartAlternateProcess">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dirty="0">
              <a:solidFill>
                <a:prstClr val="white"/>
              </a:solidFill>
              <a:latin typeface="Segoe UI" panose="020B0502040204020203" pitchFamily="34" charset="0"/>
              <a:cs typeface="Segoe UI" panose="020B0502040204020203" pitchFamily="34" charset="0"/>
            </a:endParaRPr>
          </a:p>
          <a:p>
            <a:endParaRPr lang="en-US" sz="1600" dirty="0">
              <a:solidFill>
                <a:prstClr val="white"/>
              </a:solidFill>
              <a:latin typeface="Segoe UI" panose="020B0502040204020203" pitchFamily="34" charset="0"/>
              <a:cs typeface="Segoe UI" panose="020B0502040204020203" pitchFamily="34" charset="0"/>
            </a:endParaRPr>
          </a:p>
          <a:p>
            <a:endParaRPr lang="en-US" sz="1600" dirty="0">
              <a:solidFill>
                <a:prstClr val="white"/>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a:solidFill>
                  <a:prstClr val="white"/>
                </a:solidFill>
                <a:latin typeface="Segoe UI" panose="020B0502040204020203" pitchFamily="34" charset="0"/>
                <a:cs typeface="Segoe UI" panose="020B0502040204020203" pitchFamily="34" charset="0"/>
              </a:rPr>
              <a:t>Customers want to replicate data between DB2 </a:t>
            </a:r>
            <a:r>
              <a:rPr lang="en-US" sz="1600" dirty="0" err="1">
                <a:solidFill>
                  <a:prstClr val="white"/>
                </a:solidFill>
                <a:latin typeface="Segoe UI" panose="020B0502040204020203" pitchFamily="34" charset="0"/>
                <a:cs typeface="Segoe UI" panose="020B0502040204020203" pitchFamily="34" charset="0"/>
              </a:rPr>
              <a:t>i</a:t>
            </a:r>
            <a:r>
              <a:rPr lang="en-US" sz="1600" dirty="0">
                <a:solidFill>
                  <a:prstClr val="white"/>
                </a:solidFill>
                <a:latin typeface="Segoe UI" panose="020B0502040204020203" pitchFamily="34" charset="0"/>
                <a:cs typeface="Segoe UI" panose="020B0502040204020203" pitchFamily="34" charset="0"/>
              </a:rPr>
              <a:t> Series environment to Databricks / ADLS Gen2</a:t>
            </a:r>
          </a:p>
          <a:p>
            <a:pPr marL="285750" indent="-285750">
              <a:buFont typeface="Arial" panose="020B0604020202020204" pitchFamily="34" charset="0"/>
              <a:buChar char="•"/>
            </a:pPr>
            <a:r>
              <a:rPr lang="en-US" sz="1600" dirty="0">
                <a:solidFill>
                  <a:prstClr val="white"/>
                </a:solidFill>
                <a:latin typeface="Segoe UI" panose="020B0502040204020203" pitchFamily="34" charset="0"/>
                <a:cs typeface="Segoe UI" panose="020B0502040204020203" pitchFamily="34" charset="0"/>
              </a:rPr>
              <a:t>Real-time data</a:t>
            </a:r>
          </a:p>
          <a:p>
            <a:pPr marL="285750" indent="-285750">
              <a:buFont typeface="Arial" panose="020B0604020202020204" pitchFamily="34" charset="0"/>
              <a:buChar char="•"/>
            </a:pPr>
            <a:r>
              <a:rPr lang="en-US" sz="1600" dirty="0">
                <a:solidFill>
                  <a:prstClr val="white"/>
                </a:solidFill>
                <a:latin typeface="Segoe UI" panose="020B0502040204020203" pitchFamily="34" charset="0"/>
                <a:cs typeface="Segoe UI" panose="020B0502040204020203" pitchFamily="34" charset="0"/>
              </a:rPr>
              <a:t>Zero Impact on source database/application</a:t>
            </a:r>
          </a:p>
          <a:p>
            <a:pPr marL="285750" indent="-285750">
              <a:buFont typeface="Arial" panose="020B0604020202020204" pitchFamily="34" charset="0"/>
              <a:buChar char="•"/>
            </a:pPr>
            <a:r>
              <a:rPr lang="en-US" sz="1600" dirty="0">
                <a:solidFill>
                  <a:prstClr val="white"/>
                </a:solidFill>
                <a:latin typeface="Segoe UI" panose="020B0502040204020203" pitchFamily="34" charset="0"/>
                <a:cs typeface="Segoe UI" panose="020B0502040204020203" pitchFamily="34" charset="0"/>
              </a:rPr>
              <a:t>More than  20GB of changes every day. In peak hours around 5 GB of data gets in.</a:t>
            </a:r>
          </a:p>
          <a:p>
            <a:pPr marL="285750" indent="-285750">
              <a:buFont typeface="Arial" panose="020B0604020202020204" pitchFamily="34" charset="0"/>
              <a:buChar char="•"/>
            </a:pPr>
            <a:r>
              <a:rPr lang="en-US" sz="1600" dirty="0">
                <a:solidFill>
                  <a:prstClr val="white"/>
                </a:solidFill>
                <a:latin typeface="Segoe UI" panose="020B0502040204020203" pitchFamily="34" charset="0"/>
                <a:cs typeface="Segoe UI" panose="020B0502040204020203" pitchFamily="34" charset="0"/>
              </a:rPr>
              <a:t>DDL changes have to be applied to the target</a:t>
            </a:r>
          </a:p>
          <a:p>
            <a:r>
              <a:rPr lang="en-US" sz="1600" dirty="0">
                <a:solidFill>
                  <a:prstClr val="white"/>
                </a:solidFill>
                <a:latin typeface="Segoe UI" panose="020B0502040204020203" pitchFamily="34" charset="0"/>
                <a:cs typeface="Segoe UI" panose="020B0502040204020203" pitchFamily="34" charset="0"/>
              </a:rPr>
              <a:t> </a:t>
            </a:r>
          </a:p>
          <a:p>
            <a:endParaRPr lang="en-US" sz="1600" dirty="0">
              <a:solidFill>
                <a:prstClr val="white"/>
              </a:solidFill>
              <a:latin typeface="Segoe UI" panose="020B0502040204020203" pitchFamily="34" charset="0"/>
              <a:cs typeface="Segoe UI" panose="020B0502040204020203" pitchFamily="34" charset="0"/>
            </a:endParaRPr>
          </a:p>
          <a:p>
            <a:endParaRPr lang="en-US" sz="1600" dirty="0">
              <a:solidFill>
                <a:prstClr val="white"/>
              </a:solidFill>
              <a:latin typeface="Segoe UI" panose="020B0502040204020203" pitchFamily="34" charset="0"/>
              <a:cs typeface="Segoe UI" panose="020B0502040204020203" pitchFamily="34" charset="0"/>
            </a:endParaRPr>
          </a:p>
        </p:txBody>
      </p:sp>
      <p:grpSp>
        <p:nvGrpSpPr>
          <p:cNvPr id="7" name="Group 6">
            <a:extLst>
              <a:ext uri="{FF2B5EF4-FFF2-40B4-BE49-F238E27FC236}">
                <a16:creationId xmlns:a16="http://schemas.microsoft.com/office/drawing/2014/main" id="{574AC014-003D-437B-BF29-EBF7773918E0}"/>
              </a:ext>
            </a:extLst>
          </p:cNvPr>
          <p:cNvGrpSpPr/>
          <p:nvPr/>
        </p:nvGrpSpPr>
        <p:grpSpPr>
          <a:xfrm>
            <a:off x="0" y="0"/>
            <a:ext cx="12239176" cy="6314420"/>
            <a:chOff x="0" y="0"/>
            <a:chExt cx="12239176" cy="6314420"/>
          </a:xfrm>
        </p:grpSpPr>
        <p:sp>
          <p:nvSpPr>
            <p:cNvPr id="6" name="Rectangle 5">
              <a:extLst>
                <a:ext uri="{FF2B5EF4-FFF2-40B4-BE49-F238E27FC236}">
                  <a16:creationId xmlns:a16="http://schemas.microsoft.com/office/drawing/2014/main" id="{52957E2E-2A7A-4DD7-91FD-AD1DE9417F8A}"/>
                </a:ext>
              </a:extLst>
            </p:cNvPr>
            <p:cNvSpPr/>
            <p:nvPr/>
          </p:nvSpPr>
          <p:spPr>
            <a:xfrm>
              <a:off x="0" y="0"/>
              <a:ext cx="12239176"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Rectangle 19">
              <a:extLst>
                <a:ext uri="{FF2B5EF4-FFF2-40B4-BE49-F238E27FC236}">
                  <a16:creationId xmlns:a16="http://schemas.microsoft.com/office/drawing/2014/main" id="{5B97BDDB-495B-4BBD-AA5B-2D37A2096BF1}"/>
                </a:ext>
              </a:extLst>
            </p:cNvPr>
            <p:cNvSpPr/>
            <p:nvPr/>
          </p:nvSpPr>
          <p:spPr>
            <a:xfrm>
              <a:off x="340063" y="269688"/>
              <a:ext cx="7253433" cy="430887"/>
            </a:xfrm>
            <a:prstGeom prst="rect">
              <a:avLst/>
            </a:prstGeom>
          </p:spPr>
          <p:txBody>
            <a:bodyPr wrap="square">
              <a:spAutoFit/>
            </a:bodyPr>
            <a:lstStyle/>
            <a:p>
              <a:r>
                <a:rPr lang="en-US" sz="2200" b="1" dirty="0">
                  <a:solidFill>
                    <a:prstClr val="black">
                      <a:lumMod val="75000"/>
                      <a:lumOff val="25000"/>
                    </a:prstClr>
                  </a:solidFill>
                  <a:latin typeface="arial" panose="020B0604020202020204" pitchFamily="34" charset="0"/>
                </a:rPr>
                <a:t>Qlik Replicate(DB2i Series to Databricks/ADLS Gen2)</a:t>
              </a:r>
            </a:p>
          </p:txBody>
        </p:sp>
        <p:cxnSp>
          <p:nvCxnSpPr>
            <p:cNvPr id="21" name="Straight Connector 20">
              <a:extLst>
                <a:ext uri="{FF2B5EF4-FFF2-40B4-BE49-F238E27FC236}">
                  <a16:creationId xmlns:a16="http://schemas.microsoft.com/office/drawing/2014/main" id="{224A48F1-7DD6-4414-94C4-1CD102B831D4}"/>
                </a:ext>
              </a:extLst>
            </p:cNvPr>
            <p:cNvCxnSpPr>
              <a:cxnSpLocks/>
            </p:cNvCxnSpPr>
            <p:nvPr/>
          </p:nvCxnSpPr>
          <p:spPr>
            <a:xfrm>
              <a:off x="431697" y="219423"/>
              <a:ext cx="2260600" cy="0"/>
            </a:xfrm>
            <a:prstGeom prst="line">
              <a:avLst/>
            </a:prstGeom>
            <a:ln w="41275">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0BD5DE8-C46E-44BF-9A0B-2863E9171B8F}"/>
                </a:ext>
              </a:extLst>
            </p:cNvPr>
            <p:cNvGrpSpPr/>
            <p:nvPr/>
          </p:nvGrpSpPr>
          <p:grpSpPr>
            <a:xfrm>
              <a:off x="1115106" y="1033535"/>
              <a:ext cx="3528649" cy="5280885"/>
              <a:chOff x="1096736" y="128006"/>
              <a:chExt cx="3528649" cy="5280885"/>
            </a:xfrm>
          </p:grpSpPr>
          <p:sp>
            <p:nvSpPr>
              <p:cNvPr id="2" name="Rectangle 1">
                <a:extLst>
                  <a:ext uri="{FF2B5EF4-FFF2-40B4-BE49-F238E27FC236}">
                    <a16:creationId xmlns:a16="http://schemas.microsoft.com/office/drawing/2014/main" id="{FD1AFE09-2F3C-4CCE-BDA4-35364F308B17}"/>
                  </a:ext>
                </a:extLst>
              </p:cNvPr>
              <p:cNvSpPr/>
              <p:nvPr/>
            </p:nvSpPr>
            <p:spPr>
              <a:xfrm>
                <a:off x="1096736" y="2343150"/>
                <a:ext cx="2800350" cy="1085850"/>
              </a:xfrm>
              <a:prstGeom prst="rect">
                <a:avLst/>
              </a:prstGeom>
              <a:solidFill>
                <a:schemeClr val="bg1"/>
              </a:solidFill>
              <a:ln>
                <a:noFill/>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white"/>
                  </a:solidFill>
                </a:endParaRPr>
              </a:p>
            </p:txBody>
          </p:sp>
          <p:sp>
            <p:nvSpPr>
              <p:cNvPr id="26" name="Rectangle 25">
                <a:extLst>
                  <a:ext uri="{FF2B5EF4-FFF2-40B4-BE49-F238E27FC236}">
                    <a16:creationId xmlns:a16="http://schemas.microsoft.com/office/drawing/2014/main" id="{97F9FA06-489B-409C-87D7-7A818907437E}"/>
                  </a:ext>
                </a:extLst>
              </p:cNvPr>
              <p:cNvSpPr/>
              <p:nvPr/>
            </p:nvSpPr>
            <p:spPr>
              <a:xfrm>
                <a:off x="1096736" y="3541991"/>
                <a:ext cx="2800350" cy="1866900"/>
              </a:xfrm>
              <a:prstGeom prst="rect">
                <a:avLst/>
              </a:prstGeom>
              <a:solidFill>
                <a:schemeClr val="bg1"/>
              </a:solidFill>
              <a:ln>
                <a:noFill/>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white"/>
                  </a:solidFill>
                </a:endParaRPr>
              </a:p>
            </p:txBody>
          </p:sp>
          <p:sp>
            <p:nvSpPr>
              <p:cNvPr id="3" name="Oval 2">
                <a:extLst>
                  <a:ext uri="{FF2B5EF4-FFF2-40B4-BE49-F238E27FC236}">
                    <a16:creationId xmlns:a16="http://schemas.microsoft.com/office/drawing/2014/main" id="{69FE57B9-9D0F-4F17-9C38-432AC2864FEA}"/>
                  </a:ext>
                </a:extLst>
              </p:cNvPr>
              <p:cNvSpPr/>
              <p:nvPr/>
            </p:nvSpPr>
            <p:spPr>
              <a:xfrm>
                <a:off x="1979285" y="1889024"/>
                <a:ext cx="1035251" cy="1035251"/>
              </a:xfrm>
              <a:prstGeom prst="ellipse">
                <a:avLst/>
              </a:prstGeom>
              <a:solidFill>
                <a:schemeClr val="bg1"/>
              </a:solidFill>
              <a:ln>
                <a:solidFill>
                  <a:schemeClr val="accent1">
                    <a:lumMod val="75000"/>
                  </a:schemeClr>
                </a:solidFill>
                <a:prstDash val="sysDash"/>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white"/>
                  </a:solidFill>
                </a:endParaRPr>
              </a:p>
            </p:txBody>
          </p:sp>
          <p:sp>
            <p:nvSpPr>
              <p:cNvPr id="29" name="Rectangle 28">
                <a:extLst>
                  <a:ext uri="{FF2B5EF4-FFF2-40B4-BE49-F238E27FC236}">
                    <a16:creationId xmlns:a16="http://schemas.microsoft.com/office/drawing/2014/main" id="{27F15AC3-F9A8-45BA-AA1C-2436538027DE}"/>
                  </a:ext>
                </a:extLst>
              </p:cNvPr>
              <p:cNvSpPr/>
              <p:nvPr/>
            </p:nvSpPr>
            <p:spPr>
              <a:xfrm>
                <a:off x="1140147" y="128006"/>
                <a:ext cx="3485238" cy="369332"/>
              </a:xfrm>
              <a:prstGeom prst="rect">
                <a:avLst/>
              </a:prstGeom>
            </p:spPr>
            <p:txBody>
              <a:bodyPr wrap="square">
                <a:spAutoFit/>
              </a:bodyPr>
              <a:lstStyle/>
              <a:p>
                <a:pPr algn="ctr"/>
                <a:r>
                  <a:rPr lang="en-US" b="1" u="sng" dirty="0">
                    <a:solidFill>
                      <a:schemeClr val="bg1"/>
                    </a:solidFill>
                  </a:rPr>
                  <a:t>Business Scenario/ Use case</a:t>
                </a:r>
              </a:p>
            </p:txBody>
          </p:sp>
          <p:sp>
            <p:nvSpPr>
              <p:cNvPr id="30" name="Rectangle 29">
                <a:extLst>
                  <a:ext uri="{FF2B5EF4-FFF2-40B4-BE49-F238E27FC236}">
                    <a16:creationId xmlns:a16="http://schemas.microsoft.com/office/drawing/2014/main" id="{9F64E38D-CBC9-4AD2-84CC-5589278E2A63}"/>
                  </a:ext>
                </a:extLst>
              </p:cNvPr>
              <p:cNvSpPr/>
              <p:nvPr/>
            </p:nvSpPr>
            <p:spPr>
              <a:xfrm>
                <a:off x="2189275" y="2081539"/>
                <a:ext cx="615271" cy="523220"/>
              </a:xfrm>
              <a:prstGeom prst="rect">
                <a:avLst/>
              </a:prstGeom>
            </p:spPr>
            <p:txBody>
              <a:bodyPr wrap="square">
                <a:spAutoFit/>
              </a:bodyPr>
              <a:lstStyle/>
              <a:p>
                <a:pPr algn="ctr"/>
                <a:r>
                  <a:rPr lang="en-US" sz="2800" dirty="0">
                    <a:solidFill>
                      <a:prstClr val="black"/>
                    </a:solidFill>
                  </a:rPr>
                  <a:t>01</a:t>
                </a:r>
              </a:p>
            </p:txBody>
          </p:sp>
        </p:grpSp>
        <p:grpSp>
          <p:nvGrpSpPr>
            <p:cNvPr id="35" name="Group 34">
              <a:extLst>
                <a:ext uri="{FF2B5EF4-FFF2-40B4-BE49-F238E27FC236}">
                  <a16:creationId xmlns:a16="http://schemas.microsoft.com/office/drawing/2014/main" id="{D845A4F1-EA3D-489C-BC5A-EF991C6905AA}"/>
                </a:ext>
              </a:extLst>
            </p:cNvPr>
            <p:cNvGrpSpPr/>
            <p:nvPr/>
          </p:nvGrpSpPr>
          <p:grpSpPr>
            <a:xfrm>
              <a:off x="4562475" y="2781853"/>
              <a:ext cx="2800350" cy="3532567"/>
              <a:chOff x="1096736" y="1876324"/>
              <a:chExt cx="2800350" cy="3532567"/>
            </a:xfrm>
          </p:grpSpPr>
          <p:sp>
            <p:nvSpPr>
              <p:cNvPr id="37" name="Rectangle 36">
                <a:extLst>
                  <a:ext uri="{FF2B5EF4-FFF2-40B4-BE49-F238E27FC236}">
                    <a16:creationId xmlns:a16="http://schemas.microsoft.com/office/drawing/2014/main" id="{70CE3A84-B209-4B5F-A7D2-EC34AB11FF99}"/>
                  </a:ext>
                </a:extLst>
              </p:cNvPr>
              <p:cNvSpPr/>
              <p:nvPr/>
            </p:nvSpPr>
            <p:spPr>
              <a:xfrm>
                <a:off x="1096736" y="2343150"/>
                <a:ext cx="2800350" cy="1085850"/>
              </a:xfrm>
              <a:prstGeom prst="rect">
                <a:avLst/>
              </a:prstGeom>
              <a:solidFill>
                <a:schemeClr val="bg1"/>
              </a:solidFill>
              <a:ln>
                <a:noFill/>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white"/>
                  </a:solidFill>
                </a:endParaRPr>
              </a:p>
            </p:txBody>
          </p:sp>
          <p:sp>
            <p:nvSpPr>
              <p:cNvPr id="38" name="Rectangle 37">
                <a:extLst>
                  <a:ext uri="{FF2B5EF4-FFF2-40B4-BE49-F238E27FC236}">
                    <a16:creationId xmlns:a16="http://schemas.microsoft.com/office/drawing/2014/main" id="{034C2AEF-1E2C-4807-ABE4-8B6F7AAD03FA}"/>
                  </a:ext>
                </a:extLst>
              </p:cNvPr>
              <p:cNvSpPr/>
              <p:nvPr/>
            </p:nvSpPr>
            <p:spPr>
              <a:xfrm>
                <a:off x="1096736" y="3541991"/>
                <a:ext cx="2800350" cy="1866900"/>
              </a:xfrm>
              <a:prstGeom prst="rect">
                <a:avLst/>
              </a:prstGeom>
              <a:solidFill>
                <a:schemeClr val="bg1"/>
              </a:solidFill>
              <a:ln>
                <a:noFill/>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endParaRPr>
              </a:p>
            </p:txBody>
          </p:sp>
          <p:sp>
            <p:nvSpPr>
              <p:cNvPr id="39" name="Oval 38">
                <a:extLst>
                  <a:ext uri="{FF2B5EF4-FFF2-40B4-BE49-F238E27FC236}">
                    <a16:creationId xmlns:a16="http://schemas.microsoft.com/office/drawing/2014/main" id="{1F35AB52-282D-474D-9C78-FD94CEE78B4A}"/>
                  </a:ext>
                </a:extLst>
              </p:cNvPr>
              <p:cNvSpPr/>
              <p:nvPr/>
            </p:nvSpPr>
            <p:spPr>
              <a:xfrm>
                <a:off x="1979285" y="1876324"/>
                <a:ext cx="1035251" cy="1035251"/>
              </a:xfrm>
              <a:prstGeom prst="ellipse">
                <a:avLst/>
              </a:prstGeom>
              <a:solidFill>
                <a:schemeClr val="bg1"/>
              </a:solidFill>
              <a:ln>
                <a:solidFill>
                  <a:schemeClr val="accent2">
                    <a:lumMod val="75000"/>
                  </a:schemeClr>
                </a:solidFill>
                <a:prstDash val="sysDash"/>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endParaRPr>
              </a:p>
            </p:txBody>
          </p:sp>
          <p:sp>
            <p:nvSpPr>
              <p:cNvPr id="40" name="Rectangle 39">
                <a:extLst>
                  <a:ext uri="{FF2B5EF4-FFF2-40B4-BE49-F238E27FC236}">
                    <a16:creationId xmlns:a16="http://schemas.microsoft.com/office/drawing/2014/main" id="{7D5C4C19-7CAA-4FC4-9632-E27B03731CFB}"/>
                  </a:ext>
                </a:extLst>
              </p:cNvPr>
              <p:cNvSpPr/>
              <p:nvPr/>
            </p:nvSpPr>
            <p:spPr>
              <a:xfrm>
                <a:off x="1751692" y="3040618"/>
                <a:ext cx="1490435" cy="369332"/>
              </a:xfrm>
              <a:prstGeom prst="rect">
                <a:avLst/>
              </a:prstGeom>
            </p:spPr>
            <p:txBody>
              <a:bodyPr wrap="square">
                <a:spAutoFit/>
              </a:bodyPr>
              <a:lstStyle/>
              <a:p>
                <a:pPr algn="ctr"/>
                <a:r>
                  <a:rPr lang="en-US" dirty="0">
                    <a:solidFill>
                      <a:prstClr val="black"/>
                    </a:solidFill>
                  </a:rPr>
                  <a:t>Outcome</a:t>
                </a:r>
              </a:p>
            </p:txBody>
          </p:sp>
          <p:sp>
            <p:nvSpPr>
              <p:cNvPr id="41" name="Rectangle 40">
                <a:extLst>
                  <a:ext uri="{FF2B5EF4-FFF2-40B4-BE49-F238E27FC236}">
                    <a16:creationId xmlns:a16="http://schemas.microsoft.com/office/drawing/2014/main" id="{0926ACC3-C728-414D-A76B-02713F14E62C}"/>
                  </a:ext>
                </a:extLst>
              </p:cNvPr>
              <p:cNvSpPr/>
              <p:nvPr/>
            </p:nvSpPr>
            <p:spPr>
              <a:xfrm>
                <a:off x="2189275" y="2081539"/>
                <a:ext cx="615271" cy="523220"/>
              </a:xfrm>
              <a:prstGeom prst="rect">
                <a:avLst/>
              </a:prstGeom>
            </p:spPr>
            <p:txBody>
              <a:bodyPr wrap="square">
                <a:spAutoFit/>
              </a:bodyPr>
              <a:lstStyle/>
              <a:p>
                <a:pPr algn="ctr"/>
                <a:r>
                  <a:rPr lang="en-US" sz="2800" dirty="0">
                    <a:solidFill>
                      <a:prstClr val="black"/>
                    </a:solidFill>
                  </a:rPr>
                  <a:t>02</a:t>
                </a:r>
              </a:p>
            </p:txBody>
          </p:sp>
        </p:grpSp>
        <p:grpSp>
          <p:nvGrpSpPr>
            <p:cNvPr id="42" name="Group 41">
              <a:extLst>
                <a:ext uri="{FF2B5EF4-FFF2-40B4-BE49-F238E27FC236}">
                  <a16:creationId xmlns:a16="http://schemas.microsoft.com/office/drawing/2014/main" id="{52815D4B-3366-4146-85A1-E3D364703DB9}"/>
                </a:ext>
              </a:extLst>
            </p:cNvPr>
            <p:cNvGrpSpPr/>
            <p:nvPr/>
          </p:nvGrpSpPr>
          <p:grpSpPr>
            <a:xfrm>
              <a:off x="8009845" y="2781853"/>
              <a:ext cx="2800350" cy="1552676"/>
              <a:chOff x="1096736" y="1876324"/>
              <a:chExt cx="2800350" cy="1552676"/>
            </a:xfrm>
          </p:grpSpPr>
          <p:sp>
            <p:nvSpPr>
              <p:cNvPr id="43" name="Rectangle 42">
                <a:extLst>
                  <a:ext uri="{FF2B5EF4-FFF2-40B4-BE49-F238E27FC236}">
                    <a16:creationId xmlns:a16="http://schemas.microsoft.com/office/drawing/2014/main" id="{970CEDBD-B2E2-4EE3-A81B-1FF4B226A2AA}"/>
                  </a:ext>
                </a:extLst>
              </p:cNvPr>
              <p:cNvSpPr/>
              <p:nvPr/>
            </p:nvSpPr>
            <p:spPr>
              <a:xfrm>
                <a:off x="1096736" y="2343150"/>
                <a:ext cx="2800350" cy="1085850"/>
              </a:xfrm>
              <a:prstGeom prst="rect">
                <a:avLst/>
              </a:prstGeom>
              <a:solidFill>
                <a:schemeClr val="bg1"/>
              </a:solidFill>
              <a:ln>
                <a:noFill/>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white"/>
                  </a:solidFill>
                </a:endParaRPr>
              </a:p>
            </p:txBody>
          </p:sp>
          <p:sp>
            <p:nvSpPr>
              <p:cNvPr id="45" name="Oval 44">
                <a:extLst>
                  <a:ext uri="{FF2B5EF4-FFF2-40B4-BE49-F238E27FC236}">
                    <a16:creationId xmlns:a16="http://schemas.microsoft.com/office/drawing/2014/main" id="{48F57628-B5CF-4117-AE92-AF084C061306}"/>
                  </a:ext>
                </a:extLst>
              </p:cNvPr>
              <p:cNvSpPr/>
              <p:nvPr/>
            </p:nvSpPr>
            <p:spPr>
              <a:xfrm>
                <a:off x="1979285" y="1876324"/>
                <a:ext cx="1035251" cy="1035251"/>
              </a:xfrm>
              <a:prstGeom prst="ellipse">
                <a:avLst/>
              </a:prstGeom>
              <a:solidFill>
                <a:schemeClr val="bg1"/>
              </a:solidFill>
              <a:ln>
                <a:solidFill>
                  <a:schemeClr val="accent4">
                    <a:lumMod val="75000"/>
                  </a:schemeClr>
                </a:solidFill>
                <a:prstDash val="sysDash"/>
              </a:ln>
              <a:effectLst>
                <a:outerShdw blurRad="584200" sx="105000" sy="105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white"/>
                  </a:solidFill>
                </a:endParaRPr>
              </a:p>
            </p:txBody>
          </p:sp>
          <p:sp>
            <p:nvSpPr>
              <p:cNvPr id="46" name="Rectangle 45">
                <a:extLst>
                  <a:ext uri="{FF2B5EF4-FFF2-40B4-BE49-F238E27FC236}">
                    <a16:creationId xmlns:a16="http://schemas.microsoft.com/office/drawing/2014/main" id="{D44B94C8-7E00-4525-B157-35DD34CCFF63}"/>
                  </a:ext>
                </a:extLst>
              </p:cNvPr>
              <p:cNvSpPr/>
              <p:nvPr/>
            </p:nvSpPr>
            <p:spPr>
              <a:xfrm>
                <a:off x="1762305" y="3009069"/>
                <a:ext cx="1490435" cy="369332"/>
              </a:xfrm>
              <a:prstGeom prst="rect">
                <a:avLst/>
              </a:prstGeom>
            </p:spPr>
            <p:txBody>
              <a:bodyPr wrap="square">
                <a:spAutoFit/>
              </a:bodyPr>
              <a:lstStyle/>
              <a:p>
                <a:pPr algn="ctr"/>
                <a:r>
                  <a:rPr lang="en-US" dirty="0">
                    <a:solidFill>
                      <a:prstClr val="black"/>
                    </a:solidFill>
                  </a:rPr>
                  <a:t>Conclusion</a:t>
                </a:r>
              </a:p>
            </p:txBody>
          </p:sp>
          <p:sp>
            <p:nvSpPr>
              <p:cNvPr id="47" name="Rectangle 46">
                <a:extLst>
                  <a:ext uri="{FF2B5EF4-FFF2-40B4-BE49-F238E27FC236}">
                    <a16:creationId xmlns:a16="http://schemas.microsoft.com/office/drawing/2014/main" id="{608092D2-F064-4F58-A2DF-2F23DE0C5725}"/>
                  </a:ext>
                </a:extLst>
              </p:cNvPr>
              <p:cNvSpPr/>
              <p:nvPr/>
            </p:nvSpPr>
            <p:spPr>
              <a:xfrm>
                <a:off x="2189275" y="2081539"/>
                <a:ext cx="615271" cy="523220"/>
              </a:xfrm>
              <a:prstGeom prst="rect">
                <a:avLst/>
              </a:prstGeom>
            </p:spPr>
            <p:txBody>
              <a:bodyPr wrap="square">
                <a:spAutoFit/>
              </a:bodyPr>
              <a:lstStyle/>
              <a:p>
                <a:pPr algn="ctr"/>
                <a:r>
                  <a:rPr lang="en-US" sz="2800" dirty="0">
                    <a:solidFill>
                      <a:prstClr val="black"/>
                    </a:solidFill>
                  </a:rPr>
                  <a:t>03</a:t>
                </a:r>
              </a:p>
            </p:txBody>
          </p:sp>
        </p:grpSp>
        <p:sp>
          <p:nvSpPr>
            <p:cNvPr id="59" name="Rectangle 58">
              <a:extLst>
                <a:ext uri="{FF2B5EF4-FFF2-40B4-BE49-F238E27FC236}">
                  <a16:creationId xmlns:a16="http://schemas.microsoft.com/office/drawing/2014/main" id="{34C5E33A-6A86-43E9-B26F-C20558A59044}"/>
                </a:ext>
              </a:extLst>
            </p:cNvPr>
            <p:cNvSpPr/>
            <p:nvPr/>
          </p:nvSpPr>
          <p:spPr>
            <a:xfrm>
              <a:off x="1337696" y="4754937"/>
              <a:ext cx="2355168" cy="461665"/>
            </a:xfrm>
            <a:prstGeom prst="rect">
              <a:avLst/>
            </a:prstGeom>
          </p:spPr>
          <p:txBody>
            <a:bodyPr wrap="square">
              <a:spAutoFit/>
            </a:bodyPr>
            <a:lstStyle/>
            <a:p>
              <a:pPr algn="ctr"/>
              <a:r>
                <a:rPr lang="en-US" sz="1200" dirty="0">
                  <a:solidFill>
                    <a:prstClr val="black">
                      <a:lumMod val="65000"/>
                      <a:lumOff val="35000"/>
                    </a:prstClr>
                  </a:solidFill>
                  <a:latin typeface="arial" panose="020B0604020202020204" pitchFamily="34" charset="0"/>
                </a:rPr>
                <a:t>Qlik Replicate to be used for near real time replication</a:t>
              </a:r>
            </a:p>
          </p:txBody>
        </p:sp>
        <p:sp>
          <p:nvSpPr>
            <p:cNvPr id="60" name="Rectangle 59">
              <a:extLst>
                <a:ext uri="{FF2B5EF4-FFF2-40B4-BE49-F238E27FC236}">
                  <a16:creationId xmlns:a16="http://schemas.microsoft.com/office/drawing/2014/main" id="{13DC6B9E-83B6-4044-A624-8D278FC08FB2}"/>
                </a:ext>
              </a:extLst>
            </p:cNvPr>
            <p:cNvSpPr/>
            <p:nvPr/>
          </p:nvSpPr>
          <p:spPr>
            <a:xfrm>
              <a:off x="4804557" y="4645727"/>
              <a:ext cx="2316184" cy="1569660"/>
            </a:xfrm>
            <a:prstGeom prst="rect">
              <a:avLst/>
            </a:prstGeom>
          </p:spPr>
          <p:txBody>
            <a:bodyPr wrap="square">
              <a:spAutoFit/>
            </a:bodyPr>
            <a:lstStyle/>
            <a:p>
              <a:pPr marL="171450" indent="-171450">
                <a:buFont typeface="Arial" pitchFamily="34" charset="0"/>
                <a:buChar char="•"/>
              </a:pPr>
              <a:r>
                <a:rPr lang="en-US" sz="1200" dirty="0">
                  <a:solidFill>
                    <a:prstClr val="black">
                      <a:lumMod val="65000"/>
                      <a:lumOff val="35000"/>
                    </a:prstClr>
                  </a:solidFill>
                  <a:latin typeface="arial" panose="020B0604020202020204" pitchFamily="34" charset="0"/>
                </a:rPr>
                <a:t>Zero Impact since it reads data from Redo logs.</a:t>
              </a:r>
            </a:p>
            <a:p>
              <a:pPr marL="171450" indent="-171450">
                <a:buFont typeface="Arial" pitchFamily="34" charset="0"/>
                <a:buChar char="•"/>
              </a:pPr>
              <a:r>
                <a:rPr lang="en-US" sz="1200" dirty="0">
                  <a:solidFill>
                    <a:prstClr val="black">
                      <a:lumMod val="65000"/>
                      <a:lumOff val="35000"/>
                    </a:prstClr>
                  </a:solidFill>
                  <a:latin typeface="arial" panose="020B0604020202020204" pitchFamily="34" charset="0"/>
                </a:rPr>
                <a:t>Data is getting replicated with less than 5 seconds of Latency.</a:t>
              </a:r>
            </a:p>
            <a:p>
              <a:pPr marL="171450" indent="-171450">
                <a:buFont typeface="Arial" pitchFamily="34" charset="0"/>
                <a:buChar char="•"/>
              </a:pPr>
              <a:r>
                <a:rPr lang="en-US" sz="1200" dirty="0">
                  <a:solidFill>
                    <a:prstClr val="black">
                      <a:lumMod val="65000"/>
                      <a:lumOff val="35000"/>
                    </a:prstClr>
                  </a:solidFill>
                  <a:latin typeface="arial" panose="020B0604020202020204" pitchFamily="34" charset="0"/>
                </a:rPr>
                <a:t>Minimal maintenance cost.</a:t>
              </a:r>
            </a:p>
            <a:p>
              <a:pPr marL="171450" indent="-171450">
                <a:buFont typeface="Arial" pitchFamily="34" charset="0"/>
                <a:buChar char="•"/>
              </a:pPr>
              <a:endParaRPr lang="en-US" sz="1200" dirty="0">
                <a:solidFill>
                  <a:prstClr val="black">
                    <a:lumMod val="65000"/>
                    <a:lumOff val="35000"/>
                  </a:prstClr>
                </a:solidFill>
                <a:latin typeface="arial" panose="020B0604020202020204" pitchFamily="34" charset="0"/>
              </a:endParaRPr>
            </a:p>
            <a:p>
              <a:endParaRPr lang="en-US" sz="1200" dirty="0">
                <a:solidFill>
                  <a:prstClr val="black">
                    <a:lumMod val="65000"/>
                    <a:lumOff val="35000"/>
                  </a:prstClr>
                </a:solidFill>
                <a:latin typeface="arial" panose="020B0604020202020204" pitchFamily="34" charset="0"/>
              </a:endParaRPr>
            </a:p>
          </p:txBody>
        </p:sp>
        <p:sp>
          <p:nvSpPr>
            <p:cNvPr id="61" name="Rectangle 60">
              <a:extLst>
                <a:ext uri="{FF2B5EF4-FFF2-40B4-BE49-F238E27FC236}">
                  <a16:creationId xmlns:a16="http://schemas.microsoft.com/office/drawing/2014/main" id="{42DFF8B5-7442-412E-B156-0AA568B7BC3F}"/>
                </a:ext>
              </a:extLst>
            </p:cNvPr>
            <p:cNvSpPr/>
            <p:nvPr/>
          </p:nvSpPr>
          <p:spPr>
            <a:xfrm>
              <a:off x="8228189" y="4754937"/>
              <a:ext cx="2384887" cy="830997"/>
            </a:xfrm>
            <a:prstGeom prst="rect">
              <a:avLst/>
            </a:prstGeom>
          </p:spPr>
          <p:txBody>
            <a:bodyPr wrap="square">
              <a:spAutoFit/>
            </a:bodyPr>
            <a:lstStyle/>
            <a:p>
              <a:pPr algn="ctr"/>
              <a:r>
                <a:rPr lang="en-US" sz="1200" dirty="0">
                  <a:solidFill>
                    <a:prstClr val="black">
                      <a:lumMod val="65000"/>
                      <a:lumOff val="35000"/>
                    </a:prstClr>
                  </a:solidFill>
                  <a:latin typeface="arial" panose="020B0604020202020204" pitchFamily="34" charset="0"/>
                </a:rPr>
                <a:t>$400K-500k cost saving</a:t>
              </a:r>
            </a:p>
            <a:p>
              <a:pPr algn="ctr"/>
              <a:r>
                <a:rPr lang="en-US" sz="1200" dirty="0">
                  <a:solidFill>
                    <a:prstClr val="black">
                      <a:lumMod val="65000"/>
                      <a:lumOff val="35000"/>
                    </a:prstClr>
                  </a:solidFill>
                  <a:latin typeface="arial" panose="020B0604020202020204" pitchFamily="34" charset="0"/>
                </a:rPr>
                <a:t>No extra resources were required</a:t>
              </a:r>
            </a:p>
            <a:p>
              <a:pPr algn="ctr"/>
              <a:endParaRPr lang="en-US" sz="1200" dirty="0">
                <a:solidFill>
                  <a:prstClr val="black">
                    <a:lumMod val="65000"/>
                    <a:lumOff val="35000"/>
                  </a:prstClr>
                </a:solidFill>
                <a:latin typeface="arial" panose="020B0604020202020204" pitchFamily="34" charset="0"/>
              </a:endParaRPr>
            </a:p>
          </p:txBody>
        </p:sp>
      </p:grpSp>
      <p:sp>
        <p:nvSpPr>
          <p:cNvPr id="28" name="Rectangle 27">
            <a:extLst>
              <a:ext uri="{FF2B5EF4-FFF2-40B4-BE49-F238E27FC236}">
                <a16:creationId xmlns:a16="http://schemas.microsoft.com/office/drawing/2014/main" id="{7D5C4C19-7CAA-4FC4-9632-E27B03731CFB}"/>
              </a:ext>
            </a:extLst>
          </p:cNvPr>
          <p:cNvSpPr/>
          <p:nvPr/>
        </p:nvSpPr>
        <p:spPr>
          <a:xfrm>
            <a:off x="1381805" y="3953251"/>
            <a:ext cx="2366682" cy="369332"/>
          </a:xfrm>
          <a:prstGeom prst="rect">
            <a:avLst/>
          </a:prstGeom>
        </p:spPr>
        <p:txBody>
          <a:bodyPr wrap="square">
            <a:spAutoFit/>
          </a:bodyPr>
          <a:lstStyle/>
          <a:p>
            <a:pPr algn="ctr"/>
            <a:r>
              <a:rPr lang="en-US" dirty="0">
                <a:solidFill>
                  <a:prstClr val="black"/>
                </a:solidFill>
              </a:rPr>
              <a:t>Proposed Solution</a:t>
            </a:r>
          </a:p>
        </p:txBody>
      </p:sp>
      <p:pic>
        <p:nvPicPr>
          <p:cNvPr id="8" name="Picture 7">
            <a:extLst>
              <a:ext uri="{FF2B5EF4-FFF2-40B4-BE49-F238E27FC236}">
                <a16:creationId xmlns:a16="http://schemas.microsoft.com/office/drawing/2014/main" id="{2FC62E25-AD1B-4A1B-AF6E-6CFB17045F11}"/>
              </a:ext>
            </a:extLst>
          </p:cNvPr>
          <p:cNvPicPr>
            <a:picLocks noChangeAspect="1"/>
          </p:cNvPicPr>
          <p:nvPr/>
        </p:nvPicPr>
        <p:blipFill>
          <a:blip r:embed="rId2"/>
          <a:stretch>
            <a:fillRect/>
          </a:stretch>
        </p:blipFill>
        <p:spPr>
          <a:xfrm>
            <a:off x="8333801" y="308308"/>
            <a:ext cx="1296910" cy="538065"/>
          </a:xfrm>
          <a:prstGeom prst="rect">
            <a:avLst/>
          </a:prstGeom>
        </p:spPr>
      </p:pic>
      <p:pic>
        <p:nvPicPr>
          <p:cNvPr id="9" name="Picture 8">
            <a:extLst>
              <a:ext uri="{FF2B5EF4-FFF2-40B4-BE49-F238E27FC236}">
                <a16:creationId xmlns:a16="http://schemas.microsoft.com/office/drawing/2014/main" id="{BAC7CA49-5A40-4138-A90D-1BED88480E0B}"/>
              </a:ext>
            </a:extLst>
          </p:cNvPr>
          <p:cNvPicPr>
            <a:picLocks noChangeAspect="1"/>
          </p:cNvPicPr>
          <p:nvPr/>
        </p:nvPicPr>
        <p:blipFill>
          <a:blip r:embed="rId3"/>
          <a:stretch>
            <a:fillRect/>
          </a:stretch>
        </p:blipFill>
        <p:spPr>
          <a:xfrm>
            <a:off x="10651644" y="257056"/>
            <a:ext cx="790828" cy="482562"/>
          </a:xfrm>
          <a:prstGeom prst="rect">
            <a:avLst/>
          </a:prstGeom>
        </p:spPr>
      </p:pic>
      <p:pic>
        <p:nvPicPr>
          <p:cNvPr id="409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78960" y="251474"/>
            <a:ext cx="752556" cy="651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3248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304799" y="104397"/>
            <a:ext cx="11820525" cy="695361"/>
          </a:xfrm>
        </p:spPr>
        <p:txBody>
          <a:bodyPr vert="horz" lIns="91440" tIns="45720" rIns="91440" bIns="45720" rtlCol="0" anchor="ctr">
            <a:normAutofit/>
          </a:bodyPr>
          <a:lstStyle/>
          <a:p>
            <a:r>
              <a:rPr lang="en-IN" b="1" dirty="0">
                <a:latin typeface="Trebuchet MS" panose="020B0603020202020204" pitchFamily="34" charset="0"/>
              </a:rPr>
              <a:t>Leading Trade Association supporting World Airlines</a:t>
            </a:r>
          </a:p>
        </p:txBody>
      </p:sp>
      <p:sp>
        <p:nvSpPr>
          <p:cNvPr id="17" name="Content Placeholder 1">
            <a:extLst>
              <a:ext uri="{FF2B5EF4-FFF2-40B4-BE49-F238E27FC236}">
                <a16:creationId xmlns:a16="http://schemas.microsoft.com/office/drawing/2014/main" id="{9635CFBA-8112-4A81-A197-A4609AA48BED}"/>
              </a:ext>
            </a:extLst>
          </p:cNvPr>
          <p:cNvSpPr txBox="1">
            <a:spLocks/>
          </p:cNvSpPr>
          <p:nvPr/>
        </p:nvSpPr>
        <p:spPr>
          <a:xfrm>
            <a:off x="117409" y="2094866"/>
            <a:ext cx="1609764" cy="3280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40000"/>
              </a:lnSpc>
              <a:buFont typeface="Arial" panose="020B0604020202020204" pitchFamily="34" charset="0"/>
              <a:buNone/>
            </a:pPr>
            <a:r>
              <a:rPr lang="en-US" sz="1100" b="1">
                <a:solidFill>
                  <a:prstClr val="white"/>
                </a:solidFill>
                <a:latin typeface="Segoe UI" panose="020B0502040204020203" pitchFamily="34" charset="0"/>
                <a:cs typeface="Segoe UI" panose="020B0502040204020203" pitchFamily="34" charset="0"/>
              </a:rPr>
              <a:t>Customer Objective</a:t>
            </a:r>
          </a:p>
        </p:txBody>
      </p:sp>
      <p:sp>
        <p:nvSpPr>
          <p:cNvPr id="24" name="Rectangle 23">
            <a:extLst>
              <a:ext uri="{FF2B5EF4-FFF2-40B4-BE49-F238E27FC236}">
                <a16:creationId xmlns:a16="http://schemas.microsoft.com/office/drawing/2014/main" id="{316195AB-27EE-40BE-99AE-A09CD65449B9}"/>
              </a:ext>
            </a:extLst>
          </p:cNvPr>
          <p:cNvSpPr/>
          <p:nvPr/>
        </p:nvSpPr>
        <p:spPr>
          <a:xfrm>
            <a:off x="83174" y="868632"/>
            <a:ext cx="4382191" cy="183258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6" name="Content Placeholder 1">
            <a:extLst>
              <a:ext uri="{FF2B5EF4-FFF2-40B4-BE49-F238E27FC236}">
                <a16:creationId xmlns:a16="http://schemas.microsoft.com/office/drawing/2014/main" id="{41212E3F-470F-4F41-9A5A-107C1FB800E8}"/>
              </a:ext>
            </a:extLst>
          </p:cNvPr>
          <p:cNvSpPr txBox="1">
            <a:spLocks/>
          </p:cNvSpPr>
          <p:nvPr/>
        </p:nvSpPr>
        <p:spPr>
          <a:xfrm>
            <a:off x="139014" y="961057"/>
            <a:ext cx="4382190" cy="16680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b="1" dirty="0">
                <a:solidFill>
                  <a:prstClr val="white"/>
                </a:solidFill>
                <a:latin typeface="Segoe UI" panose="020B0502040204020203" pitchFamily="34" charset="0"/>
                <a:cs typeface="Segoe UI" panose="020B0502040204020203" pitchFamily="34" charset="0"/>
              </a:rPr>
              <a:t>Business Scenario</a:t>
            </a:r>
          </a:p>
          <a:p>
            <a:pPr marL="0" indent="0" algn="just">
              <a:buNone/>
            </a:pPr>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Customer has several legacy Applications cutting across different business domains like Air Traffic, Employee and Operational Statistics, Accounts, Clearings etc. These legacy applications use SAP BODS to extract and ingest data into SQL Server DB and provide SAP BO Reports. Customer is interested in cutting License costs involving SAP and move towards Organization aligned Unified Architecture with Talend DI as ETL, Snowflake for storage and </a:t>
            </a:r>
            <a:r>
              <a:rPr lang="en-US" sz="1200" kern="0" dirty="0" err="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PowerBI</a:t>
            </a:r>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 reporting. </a:t>
            </a:r>
          </a:p>
        </p:txBody>
      </p:sp>
      <p:sp>
        <p:nvSpPr>
          <p:cNvPr id="28" name="Rectangle 27">
            <a:extLst>
              <a:ext uri="{FF2B5EF4-FFF2-40B4-BE49-F238E27FC236}">
                <a16:creationId xmlns:a16="http://schemas.microsoft.com/office/drawing/2014/main" id="{C84493AA-12E1-4B30-BC7A-6B4F3A7143B7}"/>
              </a:ext>
            </a:extLst>
          </p:cNvPr>
          <p:cNvSpPr/>
          <p:nvPr/>
        </p:nvSpPr>
        <p:spPr>
          <a:xfrm>
            <a:off x="4612101" y="820952"/>
            <a:ext cx="7522991" cy="1502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71450" indent="-171450">
              <a:lnSpc>
                <a:spcPct val="107000"/>
              </a:lnSpc>
              <a:spcBef>
                <a:spcPts val="300"/>
              </a:spcBef>
              <a:spcAft>
                <a:spcPts val="3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To address unique requirements of each Application and migrate historical data to Snowflake from SQL.</a:t>
            </a:r>
          </a:p>
          <a:p>
            <a:pPr marL="171450" indent="-171450">
              <a:lnSpc>
                <a:spcPct val="107000"/>
              </a:lnSpc>
              <a:spcBef>
                <a:spcPts val="300"/>
              </a:spcBef>
              <a:spcAft>
                <a:spcPts val="300"/>
              </a:spcAft>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Re-engineer ETL Jobs in Talend to load incremental data from diverse sources</a:t>
            </a:r>
          </a:p>
          <a:p>
            <a:pPr marL="171450" indent="-171450">
              <a:lnSpc>
                <a:spcPct val="107000"/>
              </a:lnSpc>
              <a:spcBef>
                <a:spcPts val="300"/>
              </a:spcBef>
              <a:spcAft>
                <a:spcPts val="300"/>
              </a:spcAft>
              <a:buFont typeface="Arial" panose="020B0604020202020204" pitchFamily="34" charset="0"/>
              <a:buChar char="•"/>
            </a:pPr>
            <a:r>
              <a:rPr lang="en-US" sz="1200" dirty="0" err="1">
                <a:solidFill>
                  <a:prstClr val="black">
                    <a:lumMod val="75000"/>
                    <a:lumOff val="25000"/>
                  </a:prstClr>
                </a:solidFill>
                <a:latin typeface="Segoe UI" panose="020B0502040204020203" pitchFamily="34" charset="0"/>
                <a:cs typeface="Segoe UI" panose="020B0502040204020203" pitchFamily="34" charset="0"/>
              </a:rPr>
              <a:t>PowerBI</a:t>
            </a:r>
            <a:r>
              <a:rPr lang="en-US" sz="1200" dirty="0">
                <a:solidFill>
                  <a:prstClr val="black">
                    <a:lumMod val="75000"/>
                    <a:lumOff val="25000"/>
                  </a:prstClr>
                </a:solidFill>
                <a:latin typeface="Segoe UI" panose="020B0502040204020203" pitchFamily="34" charset="0"/>
                <a:cs typeface="Segoe UI" panose="020B0502040204020203" pitchFamily="34" charset="0"/>
              </a:rPr>
              <a:t> Reports and Dashboards effectively replicating all the existing SAP BO Features</a:t>
            </a:r>
            <a:r>
              <a:rPr lang="en-US" sz="1200" dirty="0">
                <a:solidFill>
                  <a:schemeClr val="tx1">
                    <a:lumMod val="65000"/>
                    <a:lumOff val="35000"/>
                  </a:schemeClr>
                </a:solidFill>
                <a:latin typeface="Trebuchet MS" panose="020B0603020202020204" pitchFamily="34" charset="0"/>
              </a:rPr>
              <a:t>.</a:t>
            </a:r>
            <a:endParaRPr lang="en-IN" sz="1200" dirty="0">
              <a:solidFill>
                <a:schemeClr val="tx1">
                  <a:lumMod val="65000"/>
                  <a:lumOff val="35000"/>
                </a:schemeClr>
              </a:solidFill>
              <a:latin typeface="Trebuchet MS" panose="020B0603020202020204"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F569760C-479F-4D80-9113-54F9DC06242B}"/>
              </a:ext>
            </a:extLst>
          </p:cNvPr>
          <p:cNvSpPr txBox="1"/>
          <p:nvPr/>
        </p:nvSpPr>
        <p:spPr>
          <a:xfrm>
            <a:off x="4667941" y="2472030"/>
            <a:ext cx="7567819" cy="2804742"/>
          </a:xfrm>
          <a:prstGeom prst="rect">
            <a:avLst/>
          </a:prstGeom>
          <a:noFill/>
        </p:spPr>
        <p:txBody>
          <a:bodyPr wrap="square">
            <a:spAutoFit/>
          </a:bodyPr>
          <a:lstStyle/>
          <a:p>
            <a:pPr marL="182880" lvl="0" indent="-182880" algn="just">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Generic and re-usable code component in Talend to migrate history data from SQL Server to Snowflake and audit record counts post migration.</a:t>
            </a:r>
          </a:p>
          <a:p>
            <a:pPr marL="182880" lvl="0" indent="-182880" algn="just">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Highly performant data migration component that utilizes bulk load components in Talend for Snowflake</a:t>
            </a:r>
          </a:p>
          <a:p>
            <a:pPr marL="182880" lvl="0" indent="-182880" algn="just">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Common Framework components in Talend for Encryption, Decryption of Service Account Credentials, Logging -Talend Logs, Talend Stats and Business, Technical support mail notifications.</a:t>
            </a:r>
          </a:p>
          <a:p>
            <a:pPr marL="182880" lvl="0" indent="-182880" algn="just">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Improved Data Quality through additional Data checks before loading to Distribution Layer</a:t>
            </a:r>
          </a:p>
          <a:p>
            <a:pPr marL="182880" lvl="0" indent="-182880" algn="just">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Snowflake Versioning and Deployment control through Scripts in </a:t>
            </a:r>
            <a:r>
              <a:rPr lang="en-IN" sz="1200" dirty="0" err="1">
                <a:solidFill>
                  <a:prstClr val="black">
                    <a:lumMod val="75000"/>
                    <a:lumOff val="25000"/>
                  </a:prstClr>
                </a:solidFill>
                <a:latin typeface="Segoe UI" panose="020B0502040204020203" pitchFamily="34" charset="0"/>
                <a:cs typeface="Segoe UI" panose="020B0502040204020203" pitchFamily="34" charset="0"/>
              </a:rPr>
              <a:t>Liquidbase</a:t>
            </a:r>
            <a:r>
              <a:rPr lang="en-IN" sz="1200" dirty="0">
                <a:solidFill>
                  <a:prstClr val="black">
                    <a:lumMod val="75000"/>
                    <a:lumOff val="25000"/>
                  </a:prstClr>
                </a:solidFill>
                <a:latin typeface="Segoe UI" panose="020B0502040204020203" pitchFamily="34" charset="0"/>
                <a:cs typeface="Segoe UI" panose="020B0502040204020203" pitchFamily="34" charset="0"/>
              </a:rPr>
              <a:t> </a:t>
            </a:r>
          </a:p>
          <a:p>
            <a:pPr marL="182880" lvl="0" indent="-182880" algn="just">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Detailed Design Documentation with Source-Target Mapping and Operation Manuals</a:t>
            </a:r>
          </a:p>
          <a:p>
            <a:pPr marL="182880" lvl="0" indent="-182880" algn="just">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Development, Versioning, Deployment Standards and Best Practices defined for Talend, </a:t>
            </a:r>
            <a:r>
              <a:rPr lang="en-IN" sz="1200" dirty="0" err="1">
                <a:solidFill>
                  <a:prstClr val="black">
                    <a:lumMod val="75000"/>
                    <a:lumOff val="25000"/>
                  </a:prstClr>
                </a:solidFill>
                <a:latin typeface="Segoe UI" panose="020B0502040204020203" pitchFamily="34" charset="0"/>
                <a:cs typeface="Segoe UI" panose="020B0502040204020203" pitchFamily="34" charset="0"/>
              </a:rPr>
              <a:t>PowerBI</a:t>
            </a: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a:p>
            <a:pPr marL="182880" lvl="0" indent="-182880" algn="just">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Talend Platform Administration including License management, Patch Upgrades (process definition), Security Controls, Access Setup etc.</a:t>
            </a:r>
          </a:p>
        </p:txBody>
      </p:sp>
      <p:sp>
        <p:nvSpPr>
          <p:cNvPr id="32" name="TextBox 31">
            <a:extLst>
              <a:ext uri="{FF2B5EF4-FFF2-40B4-BE49-F238E27FC236}">
                <a16:creationId xmlns:a16="http://schemas.microsoft.com/office/drawing/2014/main" id="{49149871-649D-4BAF-9730-5DE4123FD259}"/>
              </a:ext>
            </a:extLst>
          </p:cNvPr>
          <p:cNvSpPr txBox="1"/>
          <p:nvPr/>
        </p:nvSpPr>
        <p:spPr>
          <a:xfrm>
            <a:off x="4612101" y="5726711"/>
            <a:ext cx="7332531" cy="839076"/>
          </a:xfrm>
          <a:prstGeom prst="rect">
            <a:avLst/>
          </a:prstGeom>
          <a:noFill/>
        </p:spPr>
        <p:txBody>
          <a:bodyPr wrap="square">
            <a:spAutoFit/>
          </a:bodyPr>
          <a:lstStyle/>
          <a:p>
            <a:pPr marL="171450" indent="-17145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Reduced Operational Expense</a:t>
            </a:r>
          </a:p>
          <a:p>
            <a:pPr marL="171450" indent="-17145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Re-engineered and Optimized Code Units</a:t>
            </a:r>
          </a:p>
          <a:p>
            <a:pPr marL="171450" indent="-17145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Value added innovations resulting in productivity improvements</a:t>
            </a:r>
          </a:p>
        </p:txBody>
      </p:sp>
      <p:sp>
        <p:nvSpPr>
          <p:cNvPr id="38" name="TextBox 37">
            <a:extLst>
              <a:ext uri="{FF2B5EF4-FFF2-40B4-BE49-F238E27FC236}">
                <a16:creationId xmlns:a16="http://schemas.microsoft.com/office/drawing/2014/main" id="{0D1FC5DD-D2F0-47BE-8069-A6CABFF0AFEC}"/>
              </a:ext>
            </a:extLst>
          </p:cNvPr>
          <p:cNvSpPr txBox="1"/>
          <p:nvPr/>
        </p:nvSpPr>
        <p:spPr>
          <a:xfrm>
            <a:off x="4612101" y="5377649"/>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40" name="TextBox 39">
            <a:extLst>
              <a:ext uri="{FF2B5EF4-FFF2-40B4-BE49-F238E27FC236}">
                <a16:creationId xmlns:a16="http://schemas.microsoft.com/office/drawing/2014/main" id="{CD04ECBB-BBE7-40E7-AE4E-8193E13A6C6C}"/>
              </a:ext>
            </a:extLst>
          </p:cNvPr>
          <p:cNvSpPr txBox="1"/>
          <p:nvPr/>
        </p:nvSpPr>
        <p:spPr>
          <a:xfrm>
            <a:off x="4667940" y="2137558"/>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grpSp>
        <p:nvGrpSpPr>
          <p:cNvPr id="4" name="Group 3"/>
          <p:cNvGrpSpPr/>
          <p:nvPr/>
        </p:nvGrpSpPr>
        <p:grpSpPr>
          <a:xfrm>
            <a:off x="94916" y="3401630"/>
            <a:ext cx="4370448" cy="3452745"/>
            <a:chOff x="94916" y="3243237"/>
            <a:chExt cx="4620376" cy="3611138"/>
          </a:xfrm>
        </p:grpSpPr>
        <p:sp>
          <p:nvSpPr>
            <p:cNvPr id="34" name="TextBox 33">
              <a:extLst>
                <a:ext uri="{FF2B5EF4-FFF2-40B4-BE49-F238E27FC236}">
                  <a16:creationId xmlns:a16="http://schemas.microsoft.com/office/drawing/2014/main" id="{D26A281F-E015-4583-9110-B7A1CC67A9D6}"/>
                </a:ext>
              </a:extLst>
            </p:cNvPr>
            <p:cNvSpPr txBox="1"/>
            <p:nvPr/>
          </p:nvSpPr>
          <p:spPr>
            <a:xfrm>
              <a:off x="936443" y="3428737"/>
              <a:ext cx="3698449" cy="276999"/>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200" b="1" i="0" u="none" strike="noStrike" kern="1200" cap="none" spc="0" normalizeH="0" baseline="0" noProof="0" dirty="0">
                  <a:ln>
                    <a:noFill/>
                  </a:ln>
                  <a:effectLst/>
                  <a:uLnTx/>
                  <a:uFillTx/>
                  <a:ea typeface="+mn-ea"/>
                  <a:cs typeface="Segoe UI" panose="020B0502040204020203" pitchFamily="34" charset="0"/>
                </a:rPr>
                <a:t>Applications to be migrated</a:t>
              </a:r>
            </a:p>
          </p:txBody>
        </p:sp>
        <p:sp>
          <p:nvSpPr>
            <p:cNvPr id="36" name="Rectangle: Rounded Corners 35">
              <a:extLst>
                <a:ext uri="{FF2B5EF4-FFF2-40B4-BE49-F238E27FC236}">
                  <a16:creationId xmlns:a16="http://schemas.microsoft.com/office/drawing/2014/main" id="{FFCF5804-2858-4207-9B79-B8C55EEAA532}"/>
                </a:ext>
              </a:extLst>
            </p:cNvPr>
            <p:cNvSpPr/>
            <p:nvPr/>
          </p:nvSpPr>
          <p:spPr>
            <a:xfrm>
              <a:off x="94916" y="3243237"/>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schemeClr val="bg1"/>
                  </a:solidFill>
                  <a:effectLst/>
                  <a:uLnTx/>
                  <a:uFillTx/>
                  <a:latin typeface="Calibri" panose="020F0502020204030204"/>
                  <a:ea typeface="+mn-ea"/>
                  <a:cs typeface="+mn-cs"/>
                </a:rPr>
                <a:t>5</a:t>
              </a:r>
            </a:p>
          </p:txBody>
        </p:sp>
        <p:sp>
          <p:nvSpPr>
            <p:cNvPr id="42" name="TextBox 41">
              <a:extLst>
                <a:ext uri="{FF2B5EF4-FFF2-40B4-BE49-F238E27FC236}">
                  <a16:creationId xmlns:a16="http://schemas.microsoft.com/office/drawing/2014/main" id="{1336D913-7848-4A0E-B7AF-E15E1421C389}"/>
                </a:ext>
              </a:extLst>
            </p:cNvPr>
            <p:cNvSpPr txBox="1"/>
            <p:nvPr/>
          </p:nvSpPr>
          <p:spPr>
            <a:xfrm>
              <a:off x="958936" y="4159754"/>
              <a:ext cx="3698449" cy="276999"/>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b="1" dirty="0">
                  <a:cs typeface="Segoe UI" panose="020B0502040204020203" pitchFamily="34" charset="0"/>
                </a:rPr>
                <a:t>Successfully migrated and in Production</a:t>
              </a:r>
              <a:endParaRPr kumimoji="0" lang="en-ID" sz="1200" b="1" i="0" u="none" strike="noStrike" kern="1200" cap="none" spc="0" normalizeH="0" baseline="0" noProof="0" dirty="0">
                <a:ln>
                  <a:noFill/>
                </a:ln>
                <a:effectLst/>
                <a:uLnTx/>
                <a:uFillTx/>
                <a:cs typeface="Segoe UI" panose="020B0502040204020203" pitchFamily="34" charset="0"/>
              </a:endParaRPr>
            </a:p>
          </p:txBody>
        </p:sp>
        <p:sp>
          <p:nvSpPr>
            <p:cNvPr id="44" name="Rectangle: Rounded Corners 43">
              <a:extLst>
                <a:ext uri="{FF2B5EF4-FFF2-40B4-BE49-F238E27FC236}">
                  <a16:creationId xmlns:a16="http://schemas.microsoft.com/office/drawing/2014/main" id="{F148E138-6ACD-44A2-A361-7EBDAD107C70}"/>
                </a:ext>
              </a:extLst>
            </p:cNvPr>
            <p:cNvSpPr/>
            <p:nvPr/>
          </p:nvSpPr>
          <p:spPr>
            <a:xfrm>
              <a:off x="117409" y="3974253"/>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200" dirty="0">
                  <a:solidFill>
                    <a:schemeClr val="bg1"/>
                  </a:solidFill>
                  <a:latin typeface="Calibri" panose="020F0502020204030204"/>
                </a:rPr>
                <a:t>1</a:t>
              </a:r>
            </a:p>
          </p:txBody>
        </p:sp>
        <p:sp>
          <p:nvSpPr>
            <p:cNvPr id="18" name="TextBox 17">
              <a:extLst>
                <a:ext uri="{FF2B5EF4-FFF2-40B4-BE49-F238E27FC236}">
                  <a16:creationId xmlns:a16="http://schemas.microsoft.com/office/drawing/2014/main" id="{D26A281F-E015-4583-9110-B7A1CC67A9D6}"/>
                </a:ext>
              </a:extLst>
            </p:cNvPr>
            <p:cNvSpPr txBox="1"/>
            <p:nvPr/>
          </p:nvSpPr>
          <p:spPr>
            <a:xfrm>
              <a:off x="981428" y="4862061"/>
              <a:ext cx="3698449" cy="276999"/>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b="1" dirty="0">
                  <a:cs typeface="Segoe UI" panose="020B0502040204020203" pitchFamily="34" charset="0"/>
                </a:rPr>
                <a:t>Entities to be migrated to Snowflake</a:t>
              </a:r>
              <a:endParaRPr kumimoji="0" lang="en-ID" sz="1200" b="1" i="0" u="none" strike="noStrike" kern="1200" cap="none" spc="0" normalizeH="0" baseline="0" noProof="0" dirty="0">
                <a:ln>
                  <a:noFill/>
                </a:ln>
                <a:effectLst/>
                <a:uLnTx/>
                <a:uFillTx/>
                <a:cs typeface="Segoe UI" panose="020B0502040204020203" pitchFamily="34" charset="0"/>
              </a:endParaRPr>
            </a:p>
          </p:txBody>
        </p:sp>
        <p:sp>
          <p:nvSpPr>
            <p:cNvPr id="19" name="Rectangle: Rounded Corners 35">
              <a:extLst>
                <a:ext uri="{FF2B5EF4-FFF2-40B4-BE49-F238E27FC236}">
                  <a16:creationId xmlns:a16="http://schemas.microsoft.com/office/drawing/2014/main" id="{FFCF5804-2858-4207-9B79-B8C55EEAA532}"/>
                </a:ext>
              </a:extLst>
            </p:cNvPr>
            <p:cNvSpPr/>
            <p:nvPr/>
          </p:nvSpPr>
          <p:spPr>
            <a:xfrm>
              <a:off x="117409" y="4701891"/>
              <a:ext cx="749998"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Calibri" panose="020F0502020204030204"/>
                </a:rPr>
                <a:t>500*</a:t>
              </a:r>
              <a:endParaRPr kumimoji="0" lang="en-US" sz="1200" i="0" u="none" strike="noStrike" kern="1200" cap="none" spc="0" normalizeH="0" baseline="0" noProof="0" dirty="0">
                <a:ln>
                  <a:noFill/>
                </a:ln>
                <a:solidFill>
                  <a:schemeClr val="bg1"/>
                </a:solidFill>
                <a:effectLst/>
                <a:uLnTx/>
                <a:uFillTx/>
                <a:latin typeface="Calibri" panose="020F0502020204030204"/>
              </a:endParaRPr>
            </a:p>
          </p:txBody>
        </p:sp>
        <p:sp>
          <p:nvSpPr>
            <p:cNvPr id="20" name="TextBox 19">
              <a:extLst>
                <a:ext uri="{FF2B5EF4-FFF2-40B4-BE49-F238E27FC236}">
                  <a16:creationId xmlns:a16="http://schemas.microsoft.com/office/drawing/2014/main" id="{D26A281F-E015-4583-9110-B7A1CC67A9D6}"/>
                </a:ext>
              </a:extLst>
            </p:cNvPr>
            <p:cNvSpPr txBox="1"/>
            <p:nvPr/>
          </p:nvSpPr>
          <p:spPr>
            <a:xfrm>
              <a:off x="1016843" y="5591507"/>
              <a:ext cx="3698449" cy="276999"/>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b="1" dirty="0">
                  <a:cs typeface="Segoe UI" panose="020B0502040204020203" pitchFamily="34" charset="0"/>
                </a:rPr>
                <a:t>Talend Jobs</a:t>
              </a:r>
              <a:endParaRPr kumimoji="0" lang="en-ID" sz="1200" b="1" i="0" u="none" strike="noStrike" kern="1200" cap="none" spc="0" normalizeH="0" baseline="0" noProof="0" dirty="0">
                <a:ln>
                  <a:noFill/>
                </a:ln>
                <a:effectLst/>
                <a:uLnTx/>
                <a:uFillTx/>
                <a:cs typeface="Segoe UI" panose="020B0502040204020203" pitchFamily="34" charset="0"/>
              </a:endParaRPr>
            </a:p>
          </p:txBody>
        </p:sp>
        <p:sp>
          <p:nvSpPr>
            <p:cNvPr id="21" name="Rectangle: Rounded Corners 35">
              <a:extLst>
                <a:ext uri="{FF2B5EF4-FFF2-40B4-BE49-F238E27FC236}">
                  <a16:creationId xmlns:a16="http://schemas.microsoft.com/office/drawing/2014/main" id="{FFCF5804-2858-4207-9B79-B8C55EEAA532}"/>
                </a:ext>
              </a:extLst>
            </p:cNvPr>
            <p:cNvSpPr/>
            <p:nvPr/>
          </p:nvSpPr>
          <p:spPr>
            <a:xfrm>
              <a:off x="117409" y="5438993"/>
              <a:ext cx="81933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Calibri" panose="020F0502020204030204"/>
                </a:rPr>
                <a:t>&gt;200*</a:t>
              </a:r>
              <a:endParaRPr kumimoji="0" lang="en-US" sz="1200" i="0" u="none" strike="noStrike" kern="1200" cap="none" spc="0" normalizeH="0" baseline="0" noProof="0" dirty="0">
                <a:ln>
                  <a:noFill/>
                </a:ln>
                <a:solidFill>
                  <a:schemeClr val="bg1"/>
                </a:solidFill>
                <a:effectLst/>
                <a:uLnTx/>
                <a:uFillTx/>
                <a:latin typeface="Calibri" panose="020F0502020204030204"/>
              </a:endParaRPr>
            </a:p>
          </p:txBody>
        </p:sp>
        <p:sp>
          <p:nvSpPr>
            <p:cNvPr id="22" name="TextBox 21">
              <a:extLst>
                <a:ext uri="{FF2B5EF4-FFF2-40B4-BE49-F238E27FC236}">
                  <a16:creationId xmlns:a16="http://schemas.microsoft.com/office/drawing/2014/main" id="{D26A281F-E015-4583-9110-B7A1CC67A9D6}"/>
                </a:ext>
              </a:extLst>
            </p:cNvPr>
            <p:cNvSpPr txBox="1"/>
            <p:nvPr/>
          </p:nvSpPr>
          <p:spPr>
            <a:xfrm>
              <a:off x="1016843" y="6358889"/>
              <a:ext cx="3698449" cy="276999"/>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b="1" noProof="0" dirty="0" err="1">
                  <a:cs typeface="Segoe UI" panose="020B0502040204020203" pitchFamily="34" charset="0"/>
                </a:rPr>
                <a:t>PowerBI</a:t>
              </a:r>
              <a:r>
                <a:rPr lang="en-ID" sz="1200" b="1" noProof="0" dirty="0">
                  <a:cs typeface="Segoe UI" panose="020B0502040204020203" pitchFamily="34" charset="0"/>
                </a:rPr>
                <a:t> Reports</a:t>
              </a:r>
              <a:endParaRPr kumimoji="0" lang="en-ID" sz="1200" b="1" i="0" u="none" strike="noStrike" kern="1200" cap="none" spc="0" normalizeH="0" baseline="0" noProof="0" dirty="0">
                <a:ln>
                  <a:noFill/>
                </a:ln>
                <a:effectLst/>
                <a:uLnTx/>
                <a:uFillTx/>
                <a:cs typeface="Segoe UI" panose="020B0502040204020203" pitchFamily="34" charset="0"/>
              </a:endParaRPr>
            </a:p>
          </p:txBody>
        </p:sp>
        <p:sp>
          <p:nvSpPr>
            <p:cNvPr id="23" name="Rectangle: Rounded Corners 35">
              <a:extLst>
                <a:ext uri="{FF2B5EF4-FFF2-40B4-BE49-F238E27FC236}">
                  <a16:creationId xmlns:a16="http://schemas.microsoft.com/office/drawing/2014/main" id="{FFCF5804-2858-4207-9B79-B8C55EEAA532}"/>
                </a:ext>
              </a:extLst>
            </p:cNvPr>
            <p:cNvSpPr/>
            <p:nvPr/>
          </p:nvSpPr>
          <p:spPr>
            <a:xfrm>
              <a:off x="117409" y="6206375"/>
              <a:ext cx="81933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Calibri" panose="020F0502020204030204"/>
                </a:rPr>
                <a:t>&gt;20*</a:t>
              </a:r>
              <a:endParaRPr kumimoji="0" lang="en-US" sz="1200" i="0" u="none" strike="noStrike" kern="1200" cap="none" spc="0" normalizeH="0" baseline="0" noProof="0" dirty="0">
                <a:ln>
                  <a:noFill/>
                </a:ln>
                <a:solidFill>
                  <a:schemeClr val="bg1"/>
                </a:solidFill>
                <a:effectLst/>
                <a:uLnTx/>
                <a:uFillTx/>
                <a:latin typeface="Calibri" panose="020F0502020204030204"/>
              </a:endParaRPr>
            </a:p>
          </p:txBody>
        </p:sp>
      </p:grpSp>
      <p:sp>
        <p:nvSpPr>
          <p:cNvPr id="3" name="TextBox 2"/>
          <p:cNvSpPr txBox="1"/>
          <p:nvPr/>
        </p:nvSpPr>
        <p:spPr>
          <a:xfrm>
            <a:off x="3223491" y="6666665"/>
            <a:ext cx="2152073" cy="246221"/>
          </a:xfrm>
          <a:prstGeom prst="rect">
            <a:avLst/>
          </a:prstGeom>
          <a:noFill/>
        </p:spPr>
        <p:txBody>
          <a:bodyPr wrap="square" rtlCol="0">
            <a:spAutoFit/>
          </a:bodyPr>
          <a:lstStyle/>
          <a:p>
            <a:r>
              <a:rPr lang="en-US" sz="1000" dirty="0"/>
              <a:t>* Across all Applications</a:t>
            </a:r>
          </a:p>
        </p:txBody>
      </p:sp>
      <p:sp>
        <p:nvSpPr>
          <p:cNvPr id="5" name="TextBox 4"/>
          <p:cNvSpPr txBox="1"/>
          <p:nvPr/>
        </p:nvSpPr>
        <p:spPr>
          <a:xfrm>
            <a:off x="83173" y="2908170"/>
            <a:ext cx="4382191" cy="307777"/>
          </a:xfrm>
          <a:prstGeom prst="rect">
            <a:avLst/>
          </a:prstGeom>
          <a:noFill/>
        </p:spPr>
        <p:txBody>
          <a:bodyPr wrap="square" rtlCol="0">
            <a:spAutoFit/>
          </a:bodyPr>
          <a:lstStyle/>
          <a:p>
            <a:r>
              <a:rPr lang="en-US" sz="1400" dirty="0"/>
              <a:t>Talend DI v7.3.1, TMC (AWS), Snowflake, </a:t>
            </a:r>
            <a:r>
              <a:rPr lang="en-US" sz="1400" dirty="0" err="1"/>
              <a:t>PowerBI</a:t>
            </a:r>
            <a:r>
              <a:rPr lang="en-US" sz="1400" dirty="0"/>
              <a:t> </a:t>
            </a:r>
          </a:p>
        </p:txBody>
      </p:sp>
    </p:spTree>
    <p:extLst>
      <p:ext uri="{BB962C8B-B14F-4D97-AF65-F5344CB8AC3E}">
        <p14:creationId xmlns:p14="http://schemas.microsoft.com/office/powerpoint/2010/main" val="3938385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266699" y="226317"/>
            <a:ext cx="11783261" cy="695361"/>
          </a:xfrm>
        </p:spPr>
        <p:txBody>
          <a:bodyPr vert="horz" lIns="91440" tIns="45720" rIns="91440" bIns="45720" rtlCol="0" anchor="ctr">
            <a:normAutofit fontScale="90000"/>
          </a:bodyPr>
          <a:lstStyle/>
          <a:p>
            <a:r>
              <a:rPr lang="en-US" sz="3200" b="1" dirty="0">
                <a:latin typeface="Trebuchet MS" panose="020B0603020202020204" pitchFamily="34" charset="0"/>
              </a:rPr>
              <a:t>Leading Provider of Commercial Services to the Life Sciences Industry</a:t>
            </a:r>
            <a:endParaRPr lang="en-IN" sz="3200" b="1" dirty="0">
              <a:latin typeface="Trebuchet MS" panose="020B0603020202020204" pitchFamily="34" charset="0"/>
            </a:endParaRPr>
          </a:p>
        </p:txBody>
      </p:sp>
      <p:sp>
        <p:nvSpPr>
          <p:cNvPr id="17" name="Content Placeholder 1">
            <a:extLst>
              <a:ext uri="{FF2B5EF4-FFF2-40B4-BE49-F238E27FC236}">
                <a16:creationId xmlns:a16="http://schemas.microsoft.com/office/drawing/2014/main" id="{9635CFBA-8112-4A81-A197-A4609AA48BED}"/>
              </a:ext>
            </a:extLst>
          </p:cNvPr>
          <p:cNvSpPr txBox="1">
            <a:spLocks/>
          </p:cNvSpPr>
          <p:nvPr/>
        </p:nvSpPr>
        <p:spPr>
          <a:xfrm>
            <a:off x="117409" y="2094866"/>
            <a:ext cx="1609764" cy="3280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40000"/>
              </a:lnSpc>
              <a:buFont typeface="Arial" panose="020B0604020202020204" pitchFamily="34" charset="0"/>
              <a:buNone/>
            </a:pPr>
            <a:r>
              <a:rPr lang="en-US" sz="1100" b="1">
                <a:solidFill>
                  <a:prstClr val="white"/>
                </a:solidFill>
                <a:latin typeface="Segoe UI" panose="020B0502040204020203" pitchFamily="34" charset="0"/>
                <a:cs typeface="Segoe UI" panose="020B0502040204020203" pitchFamily="34" charset="0"/>
              </a:rPr>
              <a:t>Customer Objective</a:t>
            </a:r>
          </a:p>
        </p:txBody>
      </p:sp>
      <p:sp>
        <p:nvSpPr>
          <p:cNvPr id="24" name="Rectangle 23">
            <a:extLst>
              <a:ext uri="{FF2B5EF4-FFF2-40B4-BE49-F238E27FC236}">
                <a16:creationId xmlns:a16="http://schemas.microsoft.com/office/drawing/2014/main" id="{316195AB-27EE-40BE-99AE-A09CD65449B9}"/>
              </a:ext>
            </a:extLst>
          </p:cNvPr>
          <p:cNvSpPr/>
          <p:nvPr/>
        </p:nvSpPr>
        <p:spPr>
          <a:xfrm>
            <a:off x="61294" y="1301887"/>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6" name="Content Placeholder 1">
            <a:extLst>
              <a:ext uri="{FF2B5EF4-FFF2-40B4-BE49-F238E27FC236}">
                <a16:creationId xmlns:a16="http://schemas.microsoft.com/office/drawing/2014/main" id="{41212E3F-470F-4F41-9A5A-107C1FB800E8}"/>
              </a:ext>
            </a:extLst>
          </p:cNvPr>
          <p:cNvSpPr txBox="1">
            <a:spLocks/>
          </p:cNvSpPr>
          <p:nvPr/>
        </p:nvSpPr>
        <p:spPr>
          <a:xfrm>
            <a:off x="61294" y="1381871"/>
            <a:ext cx="4382190" cy="2047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b="1" dirty="0">
                <a:solidFill>
                  <a:prstClr val="white"/>
                </a:solidFill>
                <a:latin typeface="Segoe UI" panose="020B0502040204020203" pitchFamily="34" charset="0"/>
                <a:cs typeface="Segoe UI" panose="020B0502040204020203" pitchFamily="34" charset="0"/>
              </a:rPr>
              <a:t>Business Scenario</a:t>
            </a:r>
          </a:p>
          <a:p>
            <a:pPr marL="0" indent="0" algn="just">
              <a:buNone/>
            </a:pPr>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A leading provider of commercial services to the life science industry. The company offers a fully integrated platform of solutions to address pricing, access, reimbursement, adherence and product delivery challenges on behalf of pharmaceutical organizations. In 2019, the client acquired another firm to add Health Economics and Outcomes Research (HEOR) services to its platform. </a:t>
            </a:r>
          </a:p>
        </p:txBody>
      </p:sp>
      <p:sp>
        <p:nvSpPr>
          <p:cNvPr id="28" name="Rectangle 27">
            <a:extLst>
              <a:ext uri="{FF2B5EF4-FFF2-40B4-BE49-F238E27FC236}">
                <a16:creationId xmlns:a16="http://schemas.microsoft.com/office/drawing/2014/main" id="{C84493AA-12E1-4B30-BC7A-6B4F3A7143B7}"/>
              </a:ext>
            </a:extLst>
          </p:cNvPr>
          <p:cNvSpPr/>
          <p:nvPr/>
        </p:nvSpPr>
        <p:spPr>
          <a:xfrm>
            <a:off x="4719567" y="1301887"/>
            <a:ext cx="6820551" cy="1502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200+ ETL jobs in Talend (70% full loads), 100% Long running T-SQL Store procedures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Multiple BI Technologies. No Self-service BI environment. No report rationalization </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Performance issues in data reporting </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No Data Warehouse / Data Lake. 80% business rules in Store procurements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Severe Data Quality issues. No enterprise BI/DW architect</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No Process adherence/SLA for resolutions and ticket management</a:t>
            </a:r>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F569760C-479F-4D80-9113-54F9DC06242B}"/>
              </a:ext>
            </a:extLst>
          </p:cNvPr>
          <p:cNvSpPr txBox="1"/>
          <p:nvPr/>
        </p:nvSpPr>
        <p:spPr>
          <a:xfrm>
            <a:off x="4719568" y="3232162"/>
            <a:ext cx="6937902" cy="1590179"/>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End-End lineage for all data reporting objects.  Created Data models/ER and data flow documents.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Report rationalization. BI Technology rationalization. Create Self-Service BI platform for users to build reports independently</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Performance tuning of long-running queries and fixing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Migrate BI data to DW/ Datamart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Implement data standardization and Data quality solution</a:t>
            </a:r>
          </a:p>
        </p:txBody>
      </p:sp>
      <p:sp>
        <p:nvSpPr>
          <p:cNvPr id="32" name="TextBox 31">
            <a:extLst>
              <a:ext uri="{FF2B5EF4-FFF2-40B4-BE49-F238E27FC236}">
                <a16:creationId xmlns:a16="http://schemas.microsoft.com/office/drawing/2014/main" id="{49149871-649D-4BAF-9730-5DE4123FD259}"/>
              </a:ext>
            </a:extLst>
          </p:cNvPr>
          <p:cNvSpPr txBox="1"/>
          <p:nvPr/>
        </p:nvSpPr>
        <p:spPr>
          <a:xfrm>
            <a:off x="4717430" y="5154983"/>
            <a:ext cx="7332531" cy="1220847"/>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Faster turn-around on tickets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Minimized tickets by Self-Service BI Capabilities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More time spent on Billable work (On-boarding and supporting enhancements)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Improved confidence on data quality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Improved report rendering time; improved performance</a:t>
            </a:r>
          </a:p>
        </p:txBody>
      </p:sp>
      <p:sp>
        <p:nvSpPr>
          <p:cNvPr id="34" name="TextBox 33">
            <a:extLst>
              <a:ext uri="{FF2B5EF4-FFF2-40B4-BE49-F238E27FC236}">
                <a16:creationId xmlns:a16="http://schemas.microsoft.com/office/drawing/2014/main" id="{D26A281F-E015-4583-9110-B7A1CC67A9D6}"/>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ETL Jobs</a:t>
            </a:r>
          </a:p>
        </p:txBody>
      </p:sp>
      <p:sp>
        <p:nvSpPr>
          <p:cNvPr id="36" name="Rectangle: Rounded Corners 35">
            <a:extLst>
              <a:ext uri="{FF2B5EF4-FFF2-40B4-BE49-F238E27FC236}">
                <a16:creationId xmlns:a16="http://schemas.microsoft.com/office/drawing/2014/main" id="{FFCF5804-2858-4207-9B79-B8C55EEAA532}"/>
              </a:ext>
            </a:extLst>
          </p:cNvPr>
          <p:cNvSpPr/>
          <p:nvPr/>
        </p:nvSpPr>
        <p:spPr>
          <a:xfrm>
            <a:off x="143811" y="38724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chemeClr val="bg1"/>
                </a:solidFill>
                <a:effectLst/>
                <a:uLnTx/>
                <a:uFillTx/>
                <a:latin typeface="Calibri" panose="020F0502020204030204"/>
                <a:ea typeface="+mn-ea"/>
                <a:cs typeface="+mn-cs"/>
              </a:rPr>
              <a:t>200+</a:t>
            </a:r>
          </a:p>
        </p:txBody>
      </p:sp>
      <p:sp>
        <p:nvSpPr>
          <p:cNvPr id="38" name="TextBox 37">
            <a:extLst>
              <a:ext uri="{FF2B5EF4-FFF2-40B4-BE49-F238E27FC236}">
                <a16:creationId xmlns:a16="http://schemas.microsoft.com/office/drawing/2014/main" id="{0D1FC5DD-D2F0-47BE-8069-A6CABFF0AFEC}"/>
              </a:ext>
            </a:extLst>
          </p:cNvPr>
          <p:cNvSpPr txBox="1"/>
          <p:nvPr/>
        </p:nvSpPr>
        <p:spPr>
          <a:xfrm>
            <a:off x="4717430" y="4805921"/>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40" name="TextBox 39">
            <a:extLst>
              <a:ext uri="{FF2B5EF4-FFF2-40B4-BE49-F238E27FC236}">
                <a16:creationId xmlns:a16="http://schemas.microsoft.com/office/drawing/2014/main" id="{CD04ECBB-BBE7-40E7-AE4E-8193E13A6C6C}"/>
              </a:ext>
            </a:extLst>
          </p:cNvPr>
          <p:cNvSpPr txBox="1"/>
          <p:nvPr/>
        </p:nvSpPr>
        <p:spPr>
          <a:xfrm>
            <a:off x="4717430" y="2842360"/>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2" name="TextBox 41">
            <a:extLst>
              <a:ext uri="{FF2B5EF4-FFF2-40B4-BE49-F238E27FC236}">
                <a16:creationId xmlns:a16="http://schemas.microsoft.com/office/drawing/2014/main" id="{1336D913-7848-4A0E-B7AF-E15E1421C389}"/>
              </a:ext>
            </a:extLst>
          </p:cNvPr>
          <p:cNvSpPr txBox="1"/>
          <p:nvPr/>
        </p:nvSpPr>
        <p:spPr>
          <a:xfrm>
            <a:off x="981429" y="4850855"/>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Reduction in TTR</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4" name="Rectangle: Rounded Corners 43">
            <a:extLst>
              <a:ext uri="{FF2B5EF4-FFF2-40B4-BE49-F238E27FC236}">
                <a16:creationId xmlns:a16="http://schemas.microsoft.com/office/drawing/2014/main" id="{F148E138-6ACD-44A2-A361-7EBDAD107C70}"/>
              </a:ext>
            </a:extLst>
          </p:cNvPr>
          <p:cNvSpPr/>
          <p:nvPr/>
        </p:nvSpPr>
        <p:spPr>
          <a:xfrm>
            <a:off x="139902" y="4696133"/>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300% </a:t>
            </a:r>
          </a:p>
        </p:txBody>
      </p:sp>
      <p:sp>
        <p:nvSpPr>
          <p:cNvPr id="46" name="TextBox 45">
            <a:extLst>
              <a:ext uri="{FF2B5EF4-FFF2-40B4-BE49-F238E27FC236}">
                <a16:creationId xmlns:a16="http://schemas.microsoft.com/office/drawing/2014/main" id="{5AC4C863-D0C4-4883-85EF-82ADADCFF5E9}"/>
              </a:ext>
            </a:extLst>
          </p:cNvPr>
          <p:cNvSpPr txBox="1"/>
          <p:nvPr/>
        </p:nvSpPr>
        <p:spPr>
          <a:xfrm>
            <a:off x="981429" y="5680082"/>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cs typeface="Segoe UI" panose="020B0502040204020203" pitchFamily="34" charset="0"/>
              </a:rPr>
              <a:t>Annual Saving</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8" name="Rectangle: Rounded Corners 47">
            <a:extLst>
              <a:ext uri="{FF2B5EF4-FFF2-40B4-BE49-F238E27FC236}">
                <a16:creationId xmlns:a16="http://schemas.microsoft.com/office/drawing/2014/main" id="{AE1169D2-5BEB-469C-9531-7E1A1A14D5EC}"/>
              </a:ext>
            </a:extLst>
          </p:cNvPr>
          <p:cNvSpPr/>
          <p:nvPr/>
        </p:nvSpPr>
        <p:spPr>
          <a:xfrm>
            <a:off x="139902" y="5525360"/>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300K</a:t>
            </a:r>
          </a:p>
        </p:txBody>
      </p:sp>
    </p:spTree>
    <p:extLst>
      <p:ext uri="{BB962C8B-B14F-4D97-AF65-F5344CB8AC3E}">
        <p14:creationId xmlns:p14="http://schemas.microsoft.com/office/powerpoint/2010/main" val="686719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304800" y="14605"/>
            <a:ext cx="10515600" cy="753171"/>
          </a:xfrm>
        </p:spPr>
        <p:txBody>
          <a:bodyPr vert="horz" lIns="91440" tIns="45720" rIns="91440" bIns="45720" rtlCol="0" anchor="ctr">
            <a:normAutofit/>
          </a:bodyPr>
          <a:lstStyle/>
          <a:p>
            <a:r>
              <a:rPr lang="en-US" b="1" dirty="0">
                <a:latin typeface="Trebuchet MS" panose="020B0603020202020204" pitchFamily="34" charset="0"/>
              </a:rPr>
              <a:t>An American Telecom Company</a:t>
            </a:r>
            <a:endParaRPr lang="en-IN" b="1" dirty="0">
              <a:latin typeface="Trebuchet MS" panose="020B0603020202020204" pitchFamily="34" charset="0"/>
            </a:endParaRPr>
          </a:p>
        </p:txBody>
      </p:sp>
      <p:sp>
        <p:nvSpPr>
          <p:cNvPr id="24" name="Rectangle 23">
            <a:extLst>
              <a:ext uri="{FF2B5EF4-FFF2-40B4-BE49-F238E27FC236}">
                <a16:creationId xmlns:a16="http://schemas.microsoft.com/office/drawing/2014/main" id="{F6236443-600D-4D59-9D1F-9DB8DB16DDCA}"/>
              </a:ext>
            </a:extLst>
          </p:cNvPr>
          <p:cNvSpPr/>
          <p:nvPr/>
        </p:nvSpPr>
        <p:spPr>
          <a:xfrm>
            <a:off x="61294" y="1301887"/>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6" name="Content Placeholder 1">
            <a:extLst>
              <a:ext uri="{FF2B5EF4-FFF2-40B4-BE49-F238E27FC236}">
                <a16:creationId xmlns:a16="http://schemas.microsoft.com/office/drawing/2014/main" id="{F85C808E-EE7B-494F-AA75-F4551698EED2}"/>
              </a:ext>
            </a:extLst>
          </p:cNvPr>
          <p:cNvSpPr txBox="1">
            <a:spLocks/>
          </p:cNvSpPr>
          <p:nvPr/>
        </p:nvSpPr>
        <p:spPr>
          <a:xfrm>
            <a:off x="61294" y="1381871"/>
            <a:ext cx="4382190" cy="2047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b="1" dirty="0">
                <a:solidFill>
                  <a:prstClr val="white"/>
                </a:solidFill>
                <a:latin typeface="Segoe UI" panose="020B0502040204020203" pitchFamily="34" charset="0"/>
                <a:cs typeface="Segoe UI" panose="020B0502040204020203" pitchFamily="34" charset="0"/>
              </a:rPr>
              <a:t>Business Scenario</a:t>
            </a:r>
          </a:p>
          <a:p>
            <a:pPr marL="0" indent="0" algn="just">
              <a:buNone/>
            </a:pPr>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A merger and acquisition had led to a great opportunity for the customer to consolidate the data, technology environments and also unify the business processes and applications. We were involved in Consulting, Solutioning impact analysis and development of various merger components. </a:t>
            </a:r>
          </a:p>
        </p:txBody>
      </p:sp>
      <p:sp>
        <p:nvSpPr>
          <p:cNvPr id="28" name="Rectangle 27">
            <a:extLst>
              <a:ext uri="{FF2B5EF4-FFF2-40B4-BE49-F238E27FC236}">
                <a16:creationId xmlns:a16="http://schemas.microsoft.com/office/drawing/2014/main" id="{CCB0F4B4-81C3-4DFB-9BE5-E2E1F518E63F}"/>
              </a:ext>
            </a:extLst>
          </p:cNvPr>
          <p:cNvSpPr/>
          <p:nvPr/>
        </p:nvSpPr>
        <p:spPr>
          <a:xfrm>
            <a:off x="4719567" y="1301887"/>
            <a:ext cx="6820551" cy="1502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50+ Applications to be migrated</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To Assess if components are required or not before migrating</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To check if components exist or not before migrating</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Lack of SME to make faster decision</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Bringing many teams together before decisions can be made</a:t>
            </a:r>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01286D2B-AB28-45C0-B2EA-725919E80B70}"/>
              </a:ext>
            </a:extLst>
          </p:cNvPr>
          <p:cNvSpPr txBox="1"/>
          <p:nvPr/>
        </p:nvSpPr>
        <p:spPr>
          <a:xfrm>
            <a:off x="4719568" y="3232162"/>
            <a:ext cx="6937902" cy="1590179"/>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Performed analysis to get the inventory of components to be migrated</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Detailed reviews with business and IT to finalize components to be migrated</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Detailed Impact Analysis of each component and proper decisioning on components to be sun-set</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Used the existing framework of the target environment to ensure usability and standardization of environment</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Informatica, Talend, Teradata BTEQ, Unix components where developed.</a:t>
            </a:r>
          </a:p>
        </p:txBody>
      </p:sp>
      <p:sp>
        <p:nvSpPr>
          <p:cNvPr id="32" name="TextBox 31">
            <a:extLst>
              <a:ext uri="{FF2B5EF4-FFF2-40B4-BE49-F238E27FC236}">
                <a16:creationId xmlns:a16="http://schemas.microsoft.com/office/drawing/2014/main" id="{DE32D727-5813-4AD3-9E82-EF5E52CE4407}"/>
              </a:ext>
            </a:extLst>
          </p:cNvPr>
          <p:cNvSpPr txBox="1"/>
          <p:nvPr/>
        </p:nvSpPr>
        <p:spPr>
          <a:xfrm>
            <a:off x="4717430" y="5154983"/>
            <a:ext cx="7332531" cy="984885"/>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Sunsetting of components resulted in license savings of $450K USD.</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Newer requirements could be meet.</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Improvised business decisioning due to on time information and faster changes to components.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Rationalization of the Teradata environments.</a:t>
            </a:r>
          </a:p>
        </p:txBody>
      </p:sp>
      <p:sp>
        <p:nvSpPr>
          <p:cNvPr id="34" name="TextBox 33">
            <a:extLst>
              <a:ext uri="{FF2B5EF4-FFF2-40B4-BE49-F238E27FC236}">
                <a16:creationId xmlns:a16="http://schemas.microsoft.com/office/drawing/2014/main" id="{928F4C55-170B-4E2E-934B-5A4BFF531CFB}"/>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Mappings </a:t>
            </a:r>
            <a:r>
              <a:rPr kumimoji="0" lang="en-ID" sz="1600" b="1" i="0" u="none" strike="noStrike" kern="1200" cap="none" spc="0" normalizeH="0" baseline="0" noProof="0" dirty="0" err="1">
                <a:ln>
                  <a:noFill/>
                </a:ln>
                <a:effectLst/>
                <a:uLnTx/>
                <a:uFillTx/>
                <a:ea typeface="+mn-ea"/>
                <a:cs typeface="Segoe UI" panose="020B0502040204020203" pitchFamily="34" charset="0"/>
              </a:rPr>
              <a:t>Analyzed</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36" name="Rectangle: Rounded Corners 35">
            <a:extLst>
              <a:ext uri="{FF2B5EF4-FFF2-40B4-BE49-F238E27FC236}">
                <a16:creationId xmlns:a16="http://schemas.microsoft.com/office/drawing/2014/main" id="{D2DC0ACC-8A60-4EF5-8AED-6C1AB5189870}"/>
              </a:ext>
            </a:extLst>
          </p:cNvPr>
          <p:cNvSpPr/>
          <p:nvPr/>
        </p:nvSpPr>
        <p:spPr>
          <a:xfrm>
            <a:off x="143811" y="38724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i="0" u="none" strike="noStrike" kern="1200" cap="none" spc="0" normalizeH="0" baseline="0" noProof="0" dirty="0">
                <a:ln>
                  <a:noFill/>
                </a:ln>
                <a:solidFill>
                  <a:schemeClr val="bg1"/>
                </a:solidFill>
                <a:effectLst/>
                <a:uLnTx/>
                <a:uFillTx/>
                <a:latin typeface="Calibri" panose="020F0502020204030204"/>
                <a:ea typeface="+mn-ea"/>
                <a:cs typeface="+mn-cs"/>
              </a:rPr>
              <a:t>2000</a:t>
            </a:r>
          </a:p>
        </p:txBody>
      </p:sp>
      <p:sp>
        <p:nvSpPr>
          <p:cNvPr id="38" name="TextBox 37">
            <a:extLst>
              <a:ext uri="{FF2B5EF4-FFF2-40B4-BE49-F238E27FC236}">
                <a16:creationId xmlns:a16="http://schemas.microsoft.com/office/drawing/2014/main" id="{75D9688C-67DD-494D-B70F-77F370CE84C3}"/>
              </a:ext>
            </a:extLst>
          </p:cNvPr>
          <p:cNvSpPr txBox="1"/>
          <p:nvPr/>
        </p:nvSpPr>
        <p:spPr>
          <a:xfrm>
            <a:off x="4717430" y="4805921"/>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40" name="TextBox 39">
            <a:extLst>
              <a:ext uri="{FF2B5EF4-FFF2-40B4-BE49-F238E27FC236}">
                <a16:creationId xmlns:a16="http://schemas.microsoft.com/office/drawing/2014/main" id="{404F4FAA-F00A-4125-985E-D553CEF5D128}"/>
              </a:ext>
            </a:extLst>
          </p:cNvPr>
          <p:cNvSpPr txBox="1"/>
          <p:nvPr/>
        </p:nvSpPr>
        <p:spPr>
          <a:xfrm>
            <a:off x="4717430" y="2842360"/>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2" name="TextBox 41">
            <a:extLst>
              <a:ext uri="{FF2B5EF4-FFF2-40B4-BE49-F238E27FC236}">
                <a16:creationId xmlns:a16="http://schemas.microsoft.com/office/drawing/2014/main" id="{E701F865-9D25-4FCB-A67D-D87349D133B2}"/>
              </a:ext>
            </a:extLst>
          </p:cNvPr>
          <p:cNvSpPr txBox="1"/>
          <p:nvPr/>
        </p:nvSpPr>
        <p:spPr>
          <a:xfrm>
            <a:off x="981429" y="4850855"/>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Savings</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4" name="Rectangle: Rounded Corners 43">
            <a:extLst>
              <a:ext uri="{FF2B5EF4-FFF2-40B4-BE49-F238E27FC236}">
                <a16:creationId xmlns:a16="http://schemas.microsoft.com/office/drawing/2014/main" id="{14E5D729-D905-4ECA-AADE-3877CA12AD64}"/>
              </a:ext>
            </a:extLst>
          </p:cNvPr>
          <p:cNvSpPr/>
          <p:nvPr/>
        </p:nvSpPr>
        <p:spPr>
          <a:xfrm>
            <a:off x="139902" y="4696133"/>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dirty="0">
                <a:solidFill>
                  <a:schemeClr val="bg1"/>
                </a:solidFill>
                <a:latin typeface="Calibri" panose="020F0502020204030204"/>
              </a:rPr>
              <a:t>$450K</a:t>
            </a:r>
          </a:p>
        </p:txBody>
      </p:sp>
      <p:sp>
        <p:nvSpPr>
          <p:cNvPr id="46" name="TextBox 45">
            <a:extLst>
              <a:ext uri="{FF2B5EF4-FFF2-40B4-BE49-F238E27FC236}">
                <a16:creationId xmlns:a16="http://schemas.microsoft.com/office/drawing/2014/main" id="{B927F83D-7898-4560-80C9-4069BA46AB7B}"/>
              </a:ext>
            </a:extLst>
          </p:cNvPr>
          <p:cNvSpPr txBox="1"/>
          <p:nvPr/>
        </p:nvSpPr>
        <p:spPr>
          <a:xfrm>
            <a:off x="981429" y="5680082"/>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cs typeface="Segoe UI" panose="020B0502040204020203" pitchFamily="34" charset="0"/>
              </a:rPr>
              <a:t>Data Consolidation</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8" name="Rectangle: Rounded Corners 47">
            <a:extLst>
              <a:ext uri="{FF2B5EF4-FFF2-40B4-BE49-F238E27FC236}">
                <a16:creationId xmlns:a16="http://schemas.microsoft.com/office/drawing/2014/main" id="{941E3D65-BC90-40CF-86FD-49A28D17B5B5}"/>
              </a:ext>
            </a:extLst>
          </p:cNvPr>
          <p:cNvSpPr/>
          <p:nvPr/>
        </p:nvSpPr>
        <p:spPr>
          <a:xfrm>
            <a:off x="139902" y="5525360"/>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5 TB</a:t>
            </a:r>
          </a:p>
        </p:txBody>
      </p:sp>
    </p:spTree>
    <p:extLst>
      <p:ext uri="{BB962C8B-B14F-4D97-AF65-F5344CB8AC3E}">
        <p14:creationId xmlns:p14="http://schemas.microsoft.com/office/powerpoint/2010/main" val="2093829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p:cNvSpPr txBox="1"/>
          <p:nvPr/>
        </p:nvSpPr>
        <p:spPr>
          <a:xfrm>
            <a:off x="261440" y="3956668"/>
            <a:ext cx="5486651" cy="379656"/>
          </a:xfrm>
          <a:prstGeom prst="rect">
            <a:avLst/>
          </a:prstGeom>
          <a:solidFill>
            <a:srgbClr val="005EB8"/>
          </a:solidFill>
        </p:spPr>
        <p:txBody>
          <a:bodyPr wrap="square" rtlCol="0">
            <a:spAutoFit/>
          </a:bodyPr>
          <a:lstStyle>
            <a:defPPr>
              <a:defRPr lang="en-US"/>
            </a:defPPr>
            <a:lvl1pPr indent="-274320" algn="ctr">
              <a:defRPr sz="1400" b="1">
                <a:solidFill>
                  <a:schemeClr val="bg1"/>
                </a:solidFill>
                <a:latin typeface="+mj-lt"/>
              </a:defRPr>
            </a:lvl1pPr>
          </a:lstStyle>
          <a:p>
            <a:r>
              <a:rPr lang="en-US" sz="1867" dirty="0">
                <a:latin typeface="Calibri" pitchFamily="34" charset="0"/>
                <a:cs typeface="Calibri" pitchFamily="34" charset="0"/>
              </a:rPr>
              <a:t>Customer – DMC Report Mediation</a:t>
            </a:r>
          </a:p>
        </p:txBody>
      </p:sp>
      <p:sp>
        <p:nvSpPr>
          <p:cNvPr id="53" name="TextBox 52"/>
          <p:cNvSpPr txBox="1"/>
          <p:nvPr/>
        </p:nvSpPr>
        <p:spPr>
          <a:xfrm>
            <a:off x="153123" y="4370573"/>
            <a:ext cx="5734116" cy="1938416"/>
          </a:xfrm>
          <a:prstGeom prst="rect">
            <a:avLst/>
          </a:prstGeom>
          <a:noFill/>
        </p:spPr>
        <p:txBody>
          <a:bodyPr wrap="square" rtlCol="0">
            <a:spAutoFit/>
          </a:bodyPr>
          <a:lstStyle/>
          <a:p>
            <a:pPr algn="just"/>
            <a:r>
              <a:rPr lang="en-US" sz="1333" dirty="0">
                <a:latin typeface="Calibri" pitchFamily="34" charset="0"/>
                <a:cs typeface="Calibri" pitchFamily="34" charset="0"/>
              </a:rPr>
              <a:t>DMC is a department with in Ministry of Posts and Telecommunications in Cambodia. DMC’s responsibilities are collection of technical data and information from telecommunication and Internet Operators, processing the collected data, maintaining of technical platform and generating trusted and reliable governance reports for MPTC and MEF. Primary focus of the DMC project is to cover all the Mobile service providers, fixed-line service providers, Interconnect Service providers, VoIP service provider, Optical cable network service providers, Submarine cable network service providers and Internet service providers operating in Cambodian </a:t>
            </a:r>
            <a:r>
              <a:rPr lang="en-US" sz="1333" dirty="0" err="1">
                <a:latin typeface="Calibri" pitchFamily="34" charset="0"/>
                <a:cs typeface="Calibri" pitchFamily="34" charset="0"/>
              </a:rPr>
              <a:t>telco</a:t>
            </a:r>
            <a:r>
              <a:rPr lang="en-US" sz="1333" dirty="0">
                <a:latin typeface="Calibri" pitchFamily="34" charset="0"/>
                <a:cs typeface="Calibri" pitchFamily="34" charset="0"/>
              </a:rPr>
              <a:t> market.</a:t>
            </a:r>
          </a:p>
        </p:txBody>
      </p:sp>
      <p:sp>
        <p:nvSpPr>
          <p:cNvPr id="56" name="TextBox 55"/>
          <p:cNvSpPr txBox="1"/>
          <p:nvPr/>
        </p:nvSpPr>
        <p:spPr>
          <a:xfrm>
            <a:off x="6032499" y="1077978"/>
            <a:ext cx="5382090" cy="1682064"/>
          </a:xfrm>
          <a:prstGeom prst="rect">
            <a:avLst/>
          </a:prstGeom>
          <a:noFill/>
        </p:spPr>
        <p:txBody>
          <a:bodyPr wrap="square" rtlCol="0">
            <a:spAutoFit/>
          </a:bodyPr>
          <a:lstStyle/>
          <a:p>
            <a:pPr indent="-243834" algn="just">
              <a:spcAft>
                <a:spcPts val="400"/>
              </a:spcAft>
              <a:buBlip>
                <a:blip r:embed="rId3"/>
              </a:buBlip>
              <a:tabLst>
                <a:tab pos="228594" algn="l"/>
              </a:tabLst>
            </a:pPr>
            <a:r>
              <a:rPr lang="en-US" sz="1333" dirty="0">
                <a:latin typeface="Calibri" pitchFamily="34" charset="0"/>
                <a:cs typeface="Calibri" pitchFamily="34" charset="0"/>
              </a:rPr>
              <a:t>Mapping of 200+ source feeds from different telecom operators</a:t>
            </a:r>
          </a:p>
          <a:p>
            <a:pPr indent="-243834" algn="just">
              <a:spcAft>
                <a:spcPts val="400"/>
              </a:spcAft>
              <a:buBlip>
                <a:blip r:embed="rId3"/>
              </a:buBlip>
              <a:tabLst>
                <a:tab pos="228594" algn="l"/>
              </a:tabLst>
            </a:pPr>
            <a:r>
              <a:rPr lang="en-US" sz="1333" dirty="0">
                <a:latin typeface="Calibri" pitchFamily="34" charset="0"/>
                <a:cs typeface="Calibri" pitchFamily="34" charset="0"/>
              </a:rPr>
              <a:t>Lack of an existing robust DW system because of which customer was not sure about the requirements</a:t>
            </a:r>
          </a:p>
          <a:p>
            <a:pPr indent="-243834" algn="just">
              <a:spcAft>
                <a:spcPts val="400"/>
              </a:spcAft>
              <a:buBlip>
                <a:blip r:embed="rId3"/>
              </a:buBlip>
            </a:pPr>
            <a:r>
              <a:rPr lang="en-US" sz="1333" dirty="0">
                <a:latin typeface="Calibri" pitchFamily="34" charset="0"/>
                <a:cs typeface="Calibri" pitchFamily="34" charset="0"/>
              </a:rPr>
              <a:t>Huge data volume leading to performance issues in jobs (Long running jobs)</a:t>
            </a:r>
          </a:p>
          <a:p>
            <a:pPr indent="-243834" algn="just">
              <a:spcAft>
                <a:spcPts val="400"/>
              </a:spcAft>
              <a:buBlip>
                <a:blip r:embed="rId3"/>
              </a:buBlip>
            </a:pPr>
            <a:r>
              <a:rPr lang="en-US" sz="1333" dirty="0">
                <a:latin typeface="Calibri" pitchFamily="34" charset="0"/>
                <a:cs typeface="Calibri" pitchFamily="34" charset="0"/>
              </a:rPr>
              <a:t>Frequent changes in the source feeds coming in from the telecom operators</a:t>
            </a:r>
          </a:p>
        </p:txBody>
      </p:sp>
      <p:sp>
        <p:nvSpPr>
          <p:cNvPr id="58" name="TextBox 57"/>
          <p:cNvSpPr txBox="1"/>
          <p:nvPr/>
        </p:nvSpPr>
        <p:spPr>
          <a:xfrm>
            <a:off x="6032499" y="3010742"/>
            <a:ext cx="6096000" cy="1015406"/>
          </a:xfrm>
          <a:prstGeom prst="rect">
            <a:avLst/>
          </a:prstGeom>
          <a:noFill/>
        </p:spPr>
        <p:txBody>
          <a:bodyPr wrap="square" rtlCol="0">
            <a:spAutoFit/>
          </a:bodyPr>
          <a:lstStyle/>
          <a:p>
            <a:pPr indent="-243834">
              <a:spcAft>
                <a:spcPts val="400"/>
              </a:spcAft>
              <a:buBlip>
                <a:blip r:embed="rId3"/>
              </a:buBlip>
            </a:pPr>
            <a:r>
              <a:rPr lang="en-US" sz="1333" dirty="0">
                <a:latin typeface="Calibri" pitchFamily="34" charset="0"/>
                <a:cs typeface="Calibri" pitchFamily="34" charset="0"/>
              </a:rPr>
              <a:t>Data mapping Creation of generic Talend ETL jobs, </a:t>
            </a:r>
            <a:r>
              <a:rPr lang="en-US" sz="1333" dirty="0" err="1">
                <a:latin typeface="Calibri" pitchFamily="34" charset="0"/>
                <a:cs typeface="Calibri" pitchFamily="34" charset="0"/>
              </a:rPr>
              <a:t>joblets</a:t>
            </a:r>
            <a:r>
              <a:rPr lang="en-US" sz="1333" dirty="0">
                <a:latin typeface="Calibri" pitchFamily="34" charset="0"/>
                <a:cs typeface="Calibri" pitchFamily="34" charset="0"/>
              </a:rPr>
              <a:t> to perform the data load into Landing/Staging/Fact tables</a:t>
            </a:r>
          </a:p>
          <a:p>
            <a:pPr indent="-243834">
              <a:spcAft>
                <a:spcPts val="400"/>
              </a:spcAft>
              <a:buBlip>
                <a:blip r:embed="rId3"/>
              </a:buBlip>
            </a:pPr>
            <a:r>
              <a:rPr lang="en-US" sz="1333" dirty="0">
                <a:latin typeface="Calibri" pitchFamily="34" charset="0"/>
                <a:cs typeface="Calibri" pitchFamily="34" charset="0"/>
              </a:rPr>
              <a:t>for 200+ source feeds</a:t>
            </a:r>
          </a:p>
          <a:p>
            <a:pPr indent="-243834">
              <a:spcAft>
                <a:spcPts val="400"/>
              </a:spcAft>
              <a:buBlip>
                <a:blip r:embed="rId3"/>
              </a:buBlip>
              <a:tabLst>
                <a:tab pos="228594" algn="l"/>
              </a:tabLst>
            </a:pPr>
            <a:r>
              <a:rPr lang="en-US" sz="1333" dirty="0">
                <a:latin typeface="Calibri" pitchFamily="34" charset="0"/>
                <a:cs typeface="Calibri" pitchFamily="34" charset="0"/>
              </a:rPr>
              <a:t>Creation of operational data tables that will be used by reporting team</a:t>
            </a:r>
          </a:p>
        </p:txBody>
      </p:sp>
      <p:sp>
        <p:nvSpPr>
          <p:cNvPr id="60" name="TextBox 59"/>
          <p:cNvSpPr txBox="1"/>
          <p:nvPr/>
        </p:nvSpPr>
        <p:spPr>
          <a:xfrm>
            <a:off x="6068291" y="4581691"/>
            <a:ext cx="6007100" cy="1528239"/>
          </a:xfrm>
          <a:prstGeom prst="rect">
            <a:avLst/>
          </a:prstGeom>
          <a:noFill/>
        </p:spPr>
        <p:txBody>
          <a:bodyPr wrap="square" rtlCol="0">
            <a:spAutoFit/>
          </a:bodyPr>
          <a:lstStyle/>
          <a:p>
            <a:pPr indent="-243834">
              <a:spcAft>
                <a:spcPts val="400"/>
              </a:spcAft>
              <a:buBlip>
                <a:blip r:embed="rId3"/>
              </a:buBlip>
            </a:pPr>
            <a:r>
              <a:rPr lang="en-US" sz="1333" dirty="0">
                <a:latin typeface="Calibri" pitchFamily="34" charset="0"/>
                <a:cs typeface="Calibri" pitchFamily="34" charset="0"/>
              </a:rPr>
              <a:t>360-degree view of telecom service provider’s service revenue and traffic. Including reporting and assurance.</a:t>
            </a:r>
          </a:p>
          <a:p>
            <a:pPr indent="-243834">
              <a:spcAft>
                <a:spcPts val="400"/>
              </a:spcAft>
              <a:buBlip>
                <a:blip r:embed="rId3"/>
              </a:buBlip>
            </a:pPr>
            <a:r>
              <a:rPr lang="en-US" sz="1333" dirty="0">
                <a:latin typeface="Calibri" pitchFamily="34" charset="0"/>
                <a:cs typeface="Calibri" pitchFamily="34" charset="0"/>
              </a:rPr>
              <a:t>International gateway traffic IP Data analytics.</a:t>
            </a:r>
          </a:p>
          <a:p>
            <a:pPr indent="-243834">
              <a:spcAft>
                <a:spcPts val="400"/>
              </a:spcAft>
              <a:buBlip>
                <a:blip r:embed="rId3"/>
              </a:buBlip>
            </a:pPr>
            <a:r>
              <a:rPr lang="en-US" sz="1333" dirty="0">
                <a:latin typeface="Calibri" pitchFamily="34" charset="0"/>
                <a:cs typeface="Calibri" pitchFamily="34" charset="0"/>
              </a:rPr>
              <a:t>Penetration of broadband and mobile telephony services</a:t>
            </a:r>
          </a:p>
          <a:p>
            <a:pPr indent="-243834">
              <a:spcAft>
                <a:spcPts val="400"/>
              </a:spcAft>
              <a:buBlip>
                <a:blip r:embed="rId3"/>
              </a:buBlip>
            </a:pPr>
            <a:r>
              <a:rPr lang="en-US" sz="1333" dirty="0">
                <a:latin typeface="Calibri" pitchFamily="34" charset="0"/>
                <a:cs typeface="Calibri" pitchFamily="34" charset="0"/>
              </a:rPr>
              <a:t>Monitoring the quality of service provided by telecom service providers.</a:t>
            </a:r>
          </a:p>
          <a:p>
            <a:pPr indent="-243834">
              <a:spcAft>
                <a:spcPts val="400"/>
              </a:spcAft>
              <a:buBlip>
                <a:blip r:embed="rId3"/>
              </a:buBlip>
            </a:pPr>
            <a:r>
              <a:rPr lang="en-US" sz="1333" dirty="0">
                <a:latin typeface="Calibri" pitchFamily="34" charset="0"/>
                <a:cs typeface="Calibri" pitchFamily="34" charset="0"/>
              </a:rPr>
              <a:t> Provide better insights for improved decision-making.</a:t>
            </a:r>
          </a:p>
        </p:txBody>
      </p:sp>
      <p:sp>
        <p:nvSpPr>
          <p:cNvPr id="20" name="Title 2"/>
          <p:cNvSpPr txBox="1">
            <a:spLocks/>
          </p:cNvSpPr>
          <p:nvPr/>
        </p:nvSpPr>
        <p:spPr>
          <a:xfrm>
            <a:off x="471570" y="65573"/>
            <a:ext cx="11286649" cy="607259"/>
          </a:xfrm>
          <a:prstGeom prst="rect">
            <a:avLst/>
          </a:prstGeom>
        </p:spPr>
        <p:txBody>
          <a:bodyPr vert="horz" lIns="91416" tIns="45708" rIns="91416" bIns="45708" rtlCol="0" anchor="t">
            <a:noAutofit/>
          </a:bodyPr>
          <a:lstStyle>
            <a:lvl1pPr algn="l" defTabSz="457200" rtl="0" eaLnBrk="1" latinLnBrk="0" hangingPunct="1">
              <a:spcBef>
                <a:spcPct val="0"/>
              </a:spcBef>
              <a:buNone/>
              <a:defRPr sz="2500" kern="1200" baseline="0">
                <a:solidFill>
                  <a:srgbClr val="0099CC"/>
                </a:solidFill>
                <a:latin typeface="+mj-lt"/>
                <a:ea typeface="+mj-ea"/>
                <a:cs typeface="+mj-cs"/>
              </a:defRPr>
            </a:lvl1pPr>
          </a:lstStyle>
          <a:p>
            <a:pPr defTabSz="914400">
              <a:lnSpc>
                <a:spcPct val="90000"/>
              </a:lnSpc>
            </a:pPr>
            <a:r>
              <a:rPr lang="en-US" altLang="en-US" sz="2900" b="1" dirty="0">
                <a:solidFill>
                  <a:schemeClr val="tx1"/>
                </a:solidFill>
                <a:latin typeface="Trebuchet MS" panose="020B0603020202020204" pitchFamily="34" charset="0"/>
              </a:rPr>
              <a:t>Communications </a:t>
            </a:r>
            <a:r>
              <a:rPr lang="en-US" altLang="en-US" sz="2900" b="1">
                <a:solidFill>
                  <a:schemeClr val="tx1"/>
                </a:solidFill>
                <a:latin typeface="Trebuchet MS" panose="020B0603020202020204" pitchFamily="34" charset="0"/>
              </a:rPr>
              <a:t>Government Customer</a:t>
            </a:r>
            <a:endParaRPr lang="en-US" sz="2900" b="1" dirty="0">
              <a:solidFill>
                <a:schemeClr val="tx1"/>
              </a:solidFill>
              <a:latin typeface="Trebuchet MS" panose="020B0603020202020204" pitchFamily="34" charset="0"/>
            </a:endParaRPr>
          </a:p>
        </p:txBody>
      </p:sp>
      <p:sp>
        <p:nvSpPr>
          <p:cNvPr id="22" name="Slide Number Placeholder 2"/>
          <p:cNvSpPr>
            <a:spLocks noGrp="1"/>
          </p:cNvSpPr>
          <p:nvPr>
            <p:ph type="sldNum" sz="quarter" idx="12"/>
          </p:nvPr>
        </p:nvSpPr>
        <p:spPr/>
        <p:txBody>
          <a:bodyPr/>
          <a:lstStyle/>
          <a:p>
            <a:fld id="{B32AB80A-78BA-6B42-BA0D-B44ACF890F5A}" type="slidenum">
              <a:rPr lang="en-US" smtClean="0">
                <a:solidFill>
                  <a:prstClr val="white"/>
                </a:solidFill>
              </a:rPr>
              <a:pPr/>
              <a:t>22</a:t>
            </a:fld>
            <a:endParaRPr lang="en-US" dirty="0">
              <a:solidFill>
                <a:prstClr val="white"/>
              </a:solidFill>
            </a:endParaRPr>
          </a:p>
        </p:txBody>
      </p:sp>
      <p:pic>
        <p:nvPicPr>
          <p:cNvPr id="19" name="Picture 18">
            <a:extLst>
              <a:ext uri="{FF2B5EF4-FFF2-40B4-BE49-F238E27FC236}">
                <a16:creationId xmlns:a16="http://schemas.microsoft.com/office/drawing/2014/main" id="{D865E2D3-5CC7-4279-BA70-1B95DF6F8E30}"/>
              </a:ext>
            </a:extLst>
          </p:cNvPr>
          <p:cNvPicPr>
            <a:picLocks noChangeAspect="1"/>
          </p:cNvPicPr>
          <p:nvPr/>
        </p:nvPicPr>
        <p:blipFill>
          <a:blip r:embed="rId4"/>
          <a:stretch>
            <a:fillRect/>
          </a:stretch>
        </p:blipFill>
        <p:spPr>
          <a:xfrm>
            <a:off x="374762" y="629158"/>
            <a:ext cx="5373329" cy="3345657"/>
          </a:xfrm>
          <a:prstGeom prst="rect">
            <a:avLst/>
          </a:prstGeom>
        </p:spPr>
      </p:pic>
      <p:pic>
        <p:nvPicPr>
          <p:cNvPr id="26" name="Picture 27"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42248" y="710310"/>
            <a:ext cx="545576" cy="40918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9" descr="avatar, brainstorming, business, gear, idea, seo, solutions, support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20617" y="2549281"/>
            <a:ext cx="573815" cy="47228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1" descr="https://cdn1.iconfinder.com/data/icons/benefits-2/80/Asset_7-256.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19849" y="4116292"/>
            <a:ext cx="567975" cy="4379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1683B70-8239-9C3A-508E-838570A07240}"/>
              </a:ext>
            </a:extLst>
          </p:cNvPr>
          <p:cNvSpPr txBox="1"/>
          <p:nvPr/>
        </p:nvSpPr>
        <p:spPr>
          <a:xfrm>
            <a:off x="6032499" y="2688074"/>
            <a:ext cx="16544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a:t>
            </a:r>
          </a:p>
        </p:txBody>
      </p:sp>
      <p:sp>
        <p:nvSpPr>
          <p:cNvPr id="4" name="TextBox 3">
            <a:extLst>
              <a:ext uri="{FF2B5EF4-FFF2-40B4-BE49-F238E27FC236}">
                <a16:creationId xmlns:a16="http://schemas.microsoft.com/office/drawing/2014/main" id="{038F68CF-19CB-BD00-5E81-4913F45A45F5}"/>
              </a:ext>
            </a:extLst>
          </p:cNvPr>
          <p:cNvSpPr txBox="1"/>
          <p:nvPr/>
        </p:nvSpPr>
        <p:spPr>
          <a:xfrm>
            <a:off x="6068291" y="741885"/>
            <a:ext cx="16544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Challenges</a:t>
            </a:r>
          </a:p>
        </p:txBody>
      </p:sp>
      <p:sp>
        <p:nvSpPr>
          <p:cNvPr id="5" name="TextBox 4">
            <a:extLst>
              <a:ext uri="{FF2B5EF4-FFF2-40B4-BE49-F238E27FC236}">
                <a16:creationId xmlns:a16="http://schemas.microsoft.com/office/drawing/2014/main" id="{050EEB5C-CF71-1907-3454-9C58FF7B1AEC}"/>
              </a:ext>
            </a:extLst>
          </p:cNvPr>
          <p:cNvSpPr txBox="1"/>
          <p:nvPr/>
        </p:nvSpPr>
        <p:spPr>
          <a:xfrm>
            <a:off x="6068291" y="4198571"/>
            <a:ext cx="16544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Benefits</a:t>
            </a:r>
          </a:p>
        </p:txBody>
      </p:sp>
    </p:spTree>
    <p:extLst>
      <p:ext uri="{BB962C8B-B14F-4D97-AF65-F5344CB8AC3E}">
        <p14:creationId xmlns:p14="http://schemas.microsoft.com/office/powerpoint/2010/main" val="2953881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304800" y="60326"/>
            <a:ext cx="10515600" cy="711846"/>
          </a:xfrm>
        </p:spPr>
        <p:txBody>
          <a:bodyPr vert="horz" lIns="91440" tIns="45720" rIns="91440" bIns="45720" rtlCol="0" anchor="ctr">
            <a:normAutofit/>
          </a:bodyPr>
          <a:lstStyle/>
          <a:p>
            <a:r>
              <a:rPr lang="en-US" sz="3200" b="1" dirty="0">
                <a:latin typeface="Trebuchet MS" panose="020B0603020202020204" pitchFamily="34" charset="0"/>
              </a:rPr>
              <a:t>A Government Entity in UAE</a:t>
            </a:r>
            <a:endParaRPr lang="en-IN" sz="3200" b="1" dirty="0">
              <a:latin typeface="Trebuchet MS" panose="020B0603020202020204" pitchFamily="34" charset="0"/>
            </a:endParaRPr>
          </a:p>
        </p:txBody>
      </p:sp>
      <p:sp>
        <p:nvSpPr>
          <p:cNvPr id="17" name="Rectangle 16">
            <a:extLst>
              <a:ext uri="{FF2B5EF4-FFF2-40B4-BE49-F238E27FC236}">
                <a16:creationId xmlns:a16="http://schemas.microsoft.com/office/drawing/2014/main" id="{B5AAB0C5-1788-43AE-B72D-99E94524344E}"/>
              </a:ext>
            </a:extLst>
          </p:cNvPr>
          <p:cNvSpPr/>
          <p:nvPr/>
        </p:nvSpPr>
        <p:spPr>
          <a:xfrm>
            <a:off x="61294" y="1301887"/>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4" name="Content Placeholder 1">
            <a:extLst>
              <a:ext uri="{FF2B5EF4-FFF2-40B4-BE49-F238E27FC236}">
                <a16:creationId xmlns:a16="http://schemas.microsoft.com/office/drawing/2014/main" id="{ACEE4E04-2B03-461A-B533-8D130FFD0D14}"/>
              </a:ext>
            </a:extLst>
          </p:cNvPr>
          <p:cNvSpPr txBox="1">
            <a:spLocks/>
          </p:cNvSpPr>
          <p:nvPr/>
        </p:nvSpPr>
        <p:spPr>
          <a:xfrm>
            <a:off x="61294" y="1381871"/>
            <a:ext cx="4382190" cy="2047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b="1" dirty="0">
                <a:solidFill>
                  <a:prstClr val="white"/>
                </a:solidFill>
                <a:latin typeface="Segoe UI" panose="020B0502040204020203" pitchFamily="34" charset="0"/>
                <a:cs typeface="Segoe UI" panose="020B0502040204020203" pitchFamily="34" charset="0"/>
              </a:rPr>
              <a:t>Business Scenario</a:t>
            </a:r>
          </a:p>
          <a:p>
            <a:pPr marL="0" indent="0" algn="just">
              <a:buNone/>
            </a:pPr>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This Project aims at connecting the client with all government entities to exchange data for statistical use to support UAE Vision to achieve National Agenda and support UAE competitiveness in international competitiveness reports by providing recent and high-quality data. We won a deliver excellence award already for the execution of this program.</a:t>
            </a:r>
          </a:p>
        </p:txBody>
      </p:sp>
      <p:sp>
        <p:nvSpPr>
          <p:cNvPr id="26" name="Rectangle 25">
            <a:extLst>
              <a:ext uri="{FF2B5EF4-FFF2-40B4-BE49-F238E27FC236}">
                <a16:creationId xmlns:a16="http://schemas.microsoft.com/office/drawing/2014/main" id="{89D25C05-54C3-48D0-BF97-C100ADA33862}"/>
              </a:ext>
            </a:extLst>
          </p:cNvPr>
          <p:cNvSpPr/>
          <p:nvPr/>
        </p:nvSpPr>
        <p:spPr>
          <a:xfrm>
            <a:off x="4719567" y="1301887"/>
            <a:ext cx="6820551" cy="1502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Irregularity in providing data</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Disparities in technical capacity and mechanisms for data collection</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Lack of SME to make faster decision</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Bringing many teams together before decisions can be made</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Multiple layers between Source and end users</a:t>
            </a: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EF4ABC1D-D0D7-45B0-A249-3CDAF1C193AC}"/>
              </a:ext>
            </a:extLst>
          </p:cNvPr>
          <p:cNvSpPr txBox="1"/>
          <p:nvPr/>
        </p:nvSpPr>
        <p:spPr>
          <a:xfrm>
            <a:off x="4719568" y="3232162"/>
            <a:ext cx="6937902" cy="1590179"/>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Performed detailed Analysis of data by doing profiling and relative column analysis to identify the data quality issues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Leveraged Web services (push/pull) for data exchange</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Leveraged Informatica Human Task for Data Steward purpose.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Created data quality reusable reference tables, data quality mapplets/rules to ensure usability and standardization of data</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Leveraged Informatica and Oracle Exadata for building the solution</a:t>
            </a:r>
          </a:p>
        </p:txBody>
      </p:sp>
      <p:sp>
        <p:nvSpPr>
          <p:cNvPr id="30" name="TextBox 29">
            <a:extLst>
              <a:ext uri="{FF2B5EF4-FFF2-40B4-BE49-F238E27FC236}">
                <a16:creationId xmlns:a16="http://schemas.microsoft.com/office/drawing/2014/main" id="{97B9EE02-01B1-4DBE-B5CD-F86A629F302A}"/>
              </a:ext>
            </a:extLst>
          </p:cNvPr>
          <p:cNvSpPr txBox="1"/>
          <p:nvPr/>
        </p:nvSpPr>
        <p:spPr>
          <a:xfrm>
            <a:off x="4717430" y="5154983"/>
            <a:ext cx="7332531" cy="1220847"/>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Reduce Manual effort required to exchange and cleansing the data</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Timely availability of data</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Uniformity and Accuracy of information</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Merging data from different entities to get enrich the data</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Central Statistical Data Exchange </a:t>
            </a:r>
          </a:p>
        </p:txBody>
      </p:sp>
      <p:sp>
        <p:nvSpPr>
          <p:cNvPr id="32" name="TextBox 31">
            <a:extLst>
              <a:ext uri="{FF2B5EF4-FFF2-40B4-BE49-F238E27FC236}">
                <a16:creationId xmlns:a16="http://schemas.microsoft.com/office/drawing/2014/main" id="{2BF1A395-A1A2-4446-BFAA-8E121667F46B}"/>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UAE Ministries </a:t>
            </a:r>
            <a:r>
              <a:rPr kumimoji="0" lang="en-ID" sz="1600" b="1" i="0" u="none" strike="noStrike" kern="1200" cap="none" spc="0" normalizeH="0" baseline="0" noProof="0" dirty="0" err="1">
                <a:ln>
                  <a:noFill/>
                </a:ln>
                <a:effectLst/>
                <a:uLnTx/>
                <a:uFillTx/>
                <a:ea typeface="+mn-ea"/>
                <a:cs typeface="Segoe UI" panose="020B0502040204020203" pitchFamily="34" charset="0"/>
              </a:rPr>
              <a:t>Dat</a:t>
            </a:r>
            <a:r>
              <a:rPr lang="en-ID" sz="1600" b="1" dirty="0">
                <a:cs typeface="Segoe UI" panose="020B0502040204020203" pitchFamily="34" charset="0"/>
              </a:rPr>
              <a:t>a Consolidation</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34" name="Rectangle: Rounded Corners 33">
            <a:extLst>
              <a:ext uri="{FF2B5EF4-FFF2-40B4-BE49-F238E27FC236}">
                <a16:creationId xmlns:a16="http://schemas.microsoft.com/office/drawing/2014/main" id="{1E36C9CE-441E-4532-9328-37EFBFFE55BF}"/>
              </a:ext>
            </a:extLst>
          </p:cNvPr>
          <p:cNvSpPr/>
          <p:nvPr/>
        </p:nvSpPr>
        <p:spPr>
          <a:xfrm>
            <a:off x="143811" y="38724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chemeClr val="bg1"/>
                </a:solidFill>
                <a:effectLst/>
                <a:uLnTx/>
                <a:uFillTx/>
                <a:latin typeface="Calibri" panose="020F0502020204030204"/>
                <a:ea typeface="+mn-ea"/>
                <a:cs typeface="+mn-cs"/>
              </a:rPr>
              <a:t>20+</a:t>
            </a:r>
          </a:p>
        </p:txBody>
      </p:sp>
      <p:sp>
        <p:nvSpPr>
          <p:cNvPr id="36" name="TextBox 35">
            <a:extLst>
              <a:ext uri="{FF2B5EF4-FFF2-40B4-BE49-F238E27FC236}">
                <a16:creationId xmlns:a16="http://schemas.microsoft.com/office/drawing/2014/main" id="{56C5CD93-85F0-4A8D-BA55-43CE07A40BF3}"/>
              </a:ext>
            </a:extLst>
          </p:cNvPr>
          <p:cNvSpPr txBox="1"/>
          <p:nvPr/>
        </p:nvSpPr>
        <p:spPr>
          <a:xfrm>
            <a:off x="4717430" y="4805921"/>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38" name="TextBox 37">
            <a:extLst>
              <a:ext uri="{FF2B5EF4-FFF2-40B4-BE49-F238E27FC236}">
                <a16:creationId xmlns:a16="http://schemas.microsoft.com/office/drawing/2014/main" id="{8598F747-935D-4188-B04D-2B323997A033}"/>
              </a:ext>
            </a:extLst>
          </p:cNvPr>
          <p:cNvSpPr txBox="1"/>
          <p:nvPr/>
        </p:nvSpPr>
        <p:spPr>
          <a:xfrm>
            <a:off x="4717430" y="2842360"/>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4" name="TextBox 43">
            <a:extLst>
              <a:ext uri="{FF2B5EF4-FFF2-40B4-BE49-F238E27FC236}">
                <a16:creationId xmlns:a16="http://schemas.microsoft.com/office/drawing/2014/main" id="{76A35714-8442-4EBF-A7A2-6E3E3617432C}"/>
              </a:ext>
            </a:extLst>
          </p:cNvPr>
          <p:cNvSpPr txBox="1"/>
          <p:nvPr/>
        </p:nvSpPr>
        <p:spPr>
          <a:xfrm>
            <a:off x="983566" y="4836699"/>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cs typeface="Segoe UI" panose="020B0502040204020203" pitchFamily="34" charset="0"/>
              </a:rPr>
              <a:t>Data</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6" name="Rectangle: Rounded Corners 45">
            <a:extLst>
              <a:ext uri="{FF2B5EF4-FFF2-40B4-BE49-F238E27FC236}">
                <a16:creationId xmlns:a16="http://schemas.microsoft.com/office/drawing/2014/main" id="{CC40CFAE-D5F6-4F59-BB3A-2B900A3BA699}"/>
              </a:ext>
            </a:extLst>
          </p:cNvPr>
          <p:cNvSpPr/>
          <p:nvPr/>
        </p:nvSpPr>
        <p:spPr>
          <a:xfrm>
            <a:off x="142039" y="4681977"/>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2 TB</a:t>
            </a:r>
          </a:p>
        </p:txBody>
      </p:sp>
      <p:sp>
        <p:nvSpPr>
          <p:cNvPr id="53" name="TextBox 52">
            <a:extLst>
              <a:ext uri="{FF2B5EF4-FFF2-40B4-BE49-F238E27FC236}">
                <a16:creationId xmlns:a16="http://schemas.microsoft.com/office/drawing/2014/main" id="{ADD50C30-79E9-4FA2-A42E-DC58648A7A1E}"/>
              </a:ext>
            </a:extLst>
          </p:cNvPr>
          <p:cNvSpPr txBox="1"/>
          <p:nvPr/>
        </p:nvSpPr>
        <p:spPr>
          <a:xfrm>
            <a:off x="983566" y="56659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High Profile User Community</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55" name="Rectangle: Rounded Corners 54">
            <a:extLst>
              <a:ext uri="{FF2B5EF4-FFF2-40B4-BE49-F238E27FC236}">
                <a16:creationId xmlns:a16="http://schemas.microsoft.com/office/drawing/2014/main" id="{C340C7EF-2682-4DC1-8C10-A7B196B7573B}"/>
              </a:ext>
            </a:extLst>
          </p:cNvPr>
          <p:cNvSpPr/>
          <p:nvPr/>
        </p:nvSpPr>
        <p:spPr>
          <a:xfrm>
            <a:off x="142039" y="55111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dirty="0">
                <a:solidFill>
                  <a:schemeClr val="bg1"/>
                </a:solidFill>
                <a:latin typeface="Calibri" panose="020F0502020204030204"/>
              </a:rPr>
              <a:t>200+</a:t>
            </a:r>
          </a:p>
        </p:txBody>
      </p:sp>
    </p:spTree>
    <p:extLst>
      <p:ext uri="{BB962C8B-B14F-4D97-AF65-F5344CB8AC3E}">
        <p14:creationId xmlns:p14="http://schemas.microsoft.com/office/powerpoint/2010/main" val="2435787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442913" y="-101600"/>
            <a:ext cx="11306174" cy="854075"/>
          </a:xfrm>
        </p:spPr>
        <p:txBody>
          <a:bodyPr/>
          <a:lstStyle/>
          <a:p>
            <a:r>
              <a:rPr lang="en-US" sz="3200" b="1" dirty="0">
                <a:solidFill>
                  <a:schemeClr val="tx1"/>
                </a:solidFill>
                <a:latin typeface="Trebuchet MS" panose="020B0603020202020204" pitchFamily="34" charset="0"/>
              </a:rPr>
              <a:t>Large Bank in USA</a:t>
            </a:r>
            <a:endParaRPr lang="en-IN" sz="3200" b="1" dirty="0">
              <a:solidFill>
                <a:schemeClr val="tx1"/>
              </a:solidFill>
              <a:latin typeface="Trebuchet MS" panose="020B0603020202020204" pitchFamily="34" charset="0"/>
            </a:endParaRPr>
          </a:p>
        </p:txBody>
      </p:sp>
      <p:sp>
        <p:nvSpPr>
          <p:cNvPr id="14" name="Content Placeholder 1">
            <a:extLst>
              <a:ext uri="{FF2B5EF4-FFF2-40B4-BE49-F238E27FC236}">
                <a16:creationId xmlns:a16="http://schemas.microsoft.com/office/drawing/2014/main" id="{724F8C35-567E-459D-A848-2C6696CFA69E}"/>
              </a:ext>
            </a:extLst>
          </p:cNvPr>
          <p:cNvSpPr txBox="1">
            <a:spLocks/>
          </p:cNvSpPr>
          <p:nvPr/>
        </p:nvSpPr>
        <p:spPr>
          <a:xfrm>
            <a:off x="459993" y="2044922"/>
            <a:ext cx="4908382" cy="4060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Clr>
                <a:prstClr val="white"/>
              </a:buClr>
              <a:buFont typeface="Arial" panose="020B0604020202020204" pitchFamily="34" charset="0"/>
              <a:buNone/>
            </a:pPr>
            <a:endParaRPr lang="en-US" sz="900">
              <a:solidFill>
                <a:srgbClr val="FFFFFF"/>
              </a:solidFill>
              <a:latin typeface="Segoe UI" panose="020B0502040204020203" pitchFamily="34" charset="0"/>
              <a:cs typeface="Segoe UI" panose="020B0502040204020203" pitchFamily="34" charset="0"/>
            </a:endParaRPr>
          </a:p>
        </p:txBody>
      </p:sp>
      <p:sp>
        <p:nvSpPr>
          <p:cNvPr id="15" name="Content Placeholder 1">
            <a:extLst>
              <a:ext uri="{FF2B5EF4-FFF2-40B4-BE49-F238E27FC236}">
                <a16:creationId xmlns:a16="http://schemas.microsoft.com/office/drawing/2014/main" id="{512F8249-90C3-46CF-B59A-6F75836994F2}"/>
              </a:ext>
            </a:extLst>
          </p:cNvPr>
          <p:cNvSpPr txBox="1">
            <a:spLocks/>
          </p:cNvSpPr>
          <p:nvPr/>
        </p:nvSpPr>
        <p:spPr>
          <a:xfrm>
            <a:off x="117409" y="2094866"/>
            <a:ext cx="1609764" cy="3280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40000"/>
              </a:lnSpc>
              <a:buFont typeface="Arial" panose="020B0604020202020204" pitchFamily="34" charset="0"/>
              <a:buNone/>
            </a:pPr>
            <a:r>
              <a:rPr lang="en-US" sz="1100" b="1">
                <a:solidFill>
                  <a:prstClr val="white"/>
                </a:solidFill>
                <a:latin typeface="Segoe UI" panose="020B0502040204020203" pitchFamily="34" charset="0"/>
                <a:cs typeface="Segoe UI" panose="020B0502040204020203" pitchFamily="34" charset="0"/>
              </a:rPr>
              <a:t>Customer Objective</a:t>
            </a:r>
          </a:p>
        </p:txBody>
      </p:sp>
      <p:sp>
        <p:nvSpPr>
          <p:cNvPr id="16" name="Rectangle 15">
            <a:extLst>
              <a:ext uri="{FF2B5EF4-FFF2-40B4-BE49-F238E27FC236}">
                <a16:creationId xmlns:a16="http://schemas.microsoft.com/office/drawing/2014/main" id="{7BB62422-805F-45B8-BD96-9B83F255CEF4}"/>
              </a:ext>
            </a:extLst>
          </p:cNvPr>
          <p:cNvSpPr/>
          <p:nvPr/>
        </p:nvSpPr>
        <p:spPr>
          <a:xfrm>
            <a:off x="61294" y="1301887"/>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18" name="Content Placeholder 1">
            <a:extLst>
              <a:ext uri="{FF2B5EF4-FFF2-40B4-BE49-F238E27FC236}">
                <a16:creationId xmlns:a16="http://schemas.microsoft.com/office/drawing/2014/main" id="{ECB512C9-EF7C-44B0-BA33-D5FCC4B183A4}"/>
              </a:ext>
            </a:extLst>
          </p:cNvPr>
          <p:cNvSpPr txBox="1">
            <a:spLocks/>
          </p:cNvSpPr>
          <p:nvPr/>
        </p:nvSpPr>
        <p:spPr>
          <a:xfrm>
            <a:off x="61294" y="1381871"/>
            <a:ext cx="4382190" cy="2047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b="1" dirty="0">
                <a:solidFill>
                  <a:prstClr val="white"/>
                </a:solidFill>
                <a:latin typeface="Segoe UI" panose="020B0502040204020203" pitchFamily="34" charset="0"/>
                <a:cs typeface="Segoe UI" panose="020B0502040204020203" pitchFamily="34" charset="0"/>
              </a:rPr>
              <a:t>Business Scenario</a:t>
            </a:r>
          </a:p>
          <a:p>
            <a:pPr algn="just"/>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The customer is an international specialist banking and asset management group. </a:t>
            </a:r>
          </a:p>
          <a:p>
            <a:pPr algn="just"/>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They are a full services banking firm with range of financial products and services to a client base in Canada and US markets.</a:t>
            </a:r>
            <a:endParaRPr lang="en-US" sz="14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endParaRPr>
          </a:p>
        </p:txBody>
      </p:sp>
      <p:sp>
        <p:nvSpPr>
          <p:cNvPr id="19" name="Rectangle 18">
            <a:extLst>
              <a:ext uri="{FF2B5EF4-FFF2-40B4-BE49-F238E27FC236}">
                <a16:creationId xmlns:a16="http://schemas.microsoft.com/office/drawing/2014/main" id="{BB951C64-A08A-4E35-B1CD-78CDF2F389AB}"/>
              </a:ext>
            </a:extLst>
          </p:cNvPr>
          <p:cNvSpPr/>
          <p:nvPr/>
        </p:nvSpPr>
        <p:spPr>
          <a:xfrm>
            <a:off x="4719567" y="1301887"/>
            <a:ext cx="6820551" cy="1502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Multiple manual and automated processes in Risk and Regulatory reporting</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Isolated and disconnected data sets leading to questions on the accuracy of data reported</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Multiple silo source data sets with legacy DW and marts making modeling difficult</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Limited knowledge on legacy data warehouses and its lineage</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Redundant data storage</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Conversion of data from legacy DW to newly planned Axiom models were time consuming</a:t>
            </a:r>
          </a:p>
          <a:p>
            <a:endParaRPr lang="en-US" sz="140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3" name="TextBox 22">
            <a:extLst>
              <a:ext uri="{FF2B5EF4-FFF2-40B4-BE49-F238E27FC236}">
                <a16:creationId xmlns:a16="http://schemas.microsoft.com/office/drawing/2014/main" id="{37097765-F8A5-40DF-A842-F2CD725014D9}"/>
              </a:ext>
            </a:extLst>
          </p:cNvPr>
          <p:cNvSpPr txBox="1"/>
          <p:nvPr/>
        </p:nvSpPr>
        <p:spPr>
          <a:xfrm>
            <a:off x="4719567" y="3422774"/>
            <a:ext cx="7872483" cy="1928733"/>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Unified RRDW (Risk and Regulatory data warehouse) rationalizing and consolidating data silos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Adoption of FSLDM modeling for subject areas and objects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Technology and Re-Architecture to include Podium, Informatica and Hadoop for advanced processing</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Adoption of CI/CD to improve faster deployment of changes and/or new requirements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Easier and faster outbound interfaces to Axiom and Modeling teams’ sandbox</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Reusable development, recon and lineage components and frameworks deployed</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Common Datawarehouse across bank which avoids data redundancy</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Wealth Management end to end implementation</a:t>
            </a:r>
          </a:p>
        </p:txBody>
      </p:sp>
      <p:sp>
        <p:nvSpPr>
          <p:cNvPr id="25" name="TextBox 24">
            <a:extLst>
              <a:ext uri="{FF2B5EF4-FFF2-40B4-BE49-F238E27FC236}">
                <a16:creationId xmlns:a16="http://schemas.microsoft.com/office/drawing/2014/main" id="{29B51428-8A60-4987-B8DD-5410453B944C}"/>
              </a:ext>
            </a:extLst>
          </p:cNvPr>
          <p:cNvSpPr txBox="1"/>
          <p:nvPr/>
        </p:nvSpPr>
        <p:spPr>
          <a:xfrm>
            <a:off x="4713262" y="5728554"/>
            <a:ext cx="7332531" cy="512961"/>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Reduction of cost and improving the over all experience (accuracy and confidence on the data)</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Scalable model to adapt to changing business scenarios quickly</a:t>
            </a:r>
          </a:p>
        </p:txBody>
      </p:sp>
      <p:sp>
        <p:nvSpPr>
          <p:cNvPr id="27" name="TextBox 26">
            <a:extLst>
              <a:ext uri="{FF2B5EF4-FFF2-40B4-BE49-F238E27FC236}">
                <a16:creationId xmlns:a16="http://schemas.microsoft.com/office/drawing/2014/main" id="{6EE9CD43-8481-4A47-97A4-AB0B2BE41518}"/>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Objects and Jobs</a:t>
            </a:r>
          </a:p>
        </p:txBody>
      </p:sp>
      <p:sp>
        <p:nvSpPr>
          <p:cNvPr id="29" name="Rectangle: Rounded Corners 28">
            <a:extLst>
              <a:ext uri="{FF2B5EF4-FFF2-40B4-BE49-F238E27FC236}">
                <a16:creationId xmlns:a16="http://schemas.microsoft.com/office/drawing/2014/main" id="{DDBC2BFD-2C29-44FE-ADB2-D523DD69CAEC}"/>
              </a:ext>
            </a:extLst>
          </p:cNvPr>
          <p:cNvSpPr/>
          <p:nvPr/>
        </p:nvSpPr>
        <p:spPr>
          <a:xfrm>
            <a:off x="143811" y="38724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Calibri" panose="020F0502020204030204"/>
              </a:rPr>
              <a:t>2</a:t>
            </a:r>
            <a:r>
              <a:rPr kumimoji="0" lang="en-US" sz="1400" i="0" u="none" strike="noStrike" kern="1200" cap="none" spc="0" normalizeH="0" baseline="0" noProof="0" dirty="0">
                <a:ln>
                  <a:noFill/>
                </a:ln>
                <a:solidFill>
                  <a:schemeClr val="bg1"/>
                </a:solidFill>
                <a:effectLst/>
                <a:uLnTx/>
                <a:uFillTx/>
                <a:latin typeface="Calibri" panose="020F0502020204030204"/>
                <a:ea typeface="+mn-ea"/>
                <a:cs typeface="+mn-cs"/>
              </a:rPr>
              <a:t>00+</a:t>
            </a:r>
          </a:p>
        </p:txBody>
      </p:sp>
      <p:sp>
        <p:nvSpPr>
          <p:cNvPr id="35" name="TextBox 34">
            <a:extLst>
              <a:ext uri="{FF2B5EF4-FFF2-40B4-BE49-F238E27FC236}">
                <a16:creationId xmlns:a16="http://schemas.microsoft.com/office/drawing/2014/main" id="{38CF2CC9-AEFB-4516-8D2B-CB41551C0661}"/>
              </a:ext>
            </a:extLst>
          </p:cNvPr>
          <p:cNvSpPr txBox="1"/>
          <p:nvPr/>
        </p:nvSpPr>
        <p:spPr>
          <a:xfrm>
            <a:off x="4715658" y="5320681"/>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39" name="TextBox 38">
            <a:extLst>
              <a:ext uri="{FF2B5EF4-FFF2-40B4-BE49-F238E27FC236}">
                <a16:creationId xmlns:a16="http://schemas.microsoft.com/office/drawing/2014/main" id="{3504DB56-D660-4198-AE70-5925524D2390}"/>
              </a:ext>
            </a:extLst>
          </p:cNvPr>
          <p:cNvSpPr txBox="1"/>
          <p:nvPr/>
        </p:nvSpPr>
        <p:spPr>
          <a:xfrm>
            <a:off x="4717430" y="3032972"/>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1" name="TextBox 40">
            <a:extLst>
              <a:ext uri="{FF2B5EF4-FFF2-40B4-BE49-F238E27FC236}">
                <a16:creationId xmlns:a16="http://schemas.microsoft.com/office/drawing/2014/main" id="{CC83BBC7-C4BC-41D1-A00A-7D110FAA29A8}"/>
              </a:ext>
            </a:extLst>
          </p:cNvPr>
          <p:cNvSpPr txBox="1"/>
          <p:nvPr/>
        </p:nvSpPr>
        <p:spPr>
          <a:xfrm>
            <a:off x="981429" y="4850855"/>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Data</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3" name="Rectangle: Rounded Corners 42">
            <a:extLst>
              <a:ext uri="{FF2B5EF4-FFF2-40B4-BE49-F238E27FC236}">
                <a16:creationId xmlns:a16="http://schemas.microsoft.com/office/drawing/2014/main" id="{BC4ACEDE-6E5A-42F3-8483-983F0DF93C80}"/>
              </a:ext>
            </a:extLst>
          </p:cNvPr>
          <p:cNvSpPr/>
          <p:nvPr/>
        </p:nvSpPr>
        <p:spPr>
          <a:xfrm>
            <a:off x="139902" y="4696133"/>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1 TB</a:t>
            </a:r>
          </a:p>
        </p:txBody>
      </p:sp>
      <p:sp>
        <p:nvSpPr>
          <p:cNvPr id="45" name="TextBox 44">
            <a:extLst>
              <a:ext uri="{FF2B5EF4-FFF2-40B4-BE49-F238E27FC236}">
                <a16:creationId xmlns:a16="http://schemas.microsoft.com/office/drawing/2014/main" id="{6EB57451-E9BE-4964-A2EF-1B75CC7435C6}"/>
              </a:ext>
            </a:extLst>
          </p:cNvPr>
          <p:cNvSpPr txBox="1"/>
          <p:nvPr/>
        </p:nvSpPr>
        <p:spPr>
          <a:xfrm>
            <a:off x="981429" y="5680082"/>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Subject Areas</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7" name="Rectangle: Rounded Corners 46">
            <a:extLst>
              <a:ext uri="{FF2B5EF4-FFF2-40B4-BE49-F238E27FC236}">
                <a16:creationId xmlns:a16="http://schemas.microsoft.com/office/drawing/2014/main" id="{E3FEFB26-4349-45CC-94A1-89AA9CC39E7A}"/>
              </a:ext>
            </a:extLst>
          </p:cNvPr>
          <p:cNvSpPr/>
          <p:nvPr/>
        </p:nvSpPr>
        <p:spPr>
          <a:xfrm>
            <a:off x="139902" y="5525360"/>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5</a:t>
            </a:r>
          </a:p>
        </p:txBody>
      </p:sp>
    </p:spTree>
    <p:extLst>
      <p:ext uri="{BB962C8B-B14F-4D97-AF65-F5344CB8AC3E}">
        <p14:creationId xmlns:p14="http://schemas.microsoft.com/office/powerpoint/2010/main" val="366381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259080" y="38649"/>
            <a:ext cx="10515600" cy="722399"/>
          </a:xfrm>
        </p:spPr>
        <p:txBody>
          <a:bodyPr vert="horz" lIns="91440" tIns="45720" rIns="91440" bIns="45720" rtlCol="0" anchor="ctr">
            <a:normAutofit/>
          </a:bodyPr>
          <a:lstStyle/>
          <a:p>
            <a:r>
              <a:rPr lang="en-US" sz="3200" b="1" dirty="0">
                <a:latin typeface="Trebuchet MS" panose="020B0603020202020204" pitchFamily="34" charset="0"/>
              </a:rPr>
              <a:t>3rd Largest Bank in South Africa</a:t>
            </a:r>
            <a:endParaRPr lang="en-IN" sz="3200" b="1" dirty="0">
              <a:latin typeface="Trebuchet MS" panose="020B0603020202020204" pitchFamily="34" charset="0"/>
            </a:endParaRPr>
          </a:p>
        </p:txBody>
      </p:sp>
      <p:sp>
        <p:nvSpPr>
          <p:cNvPr id="14" name="Content Placeholder 1">
            <a:extLst>
              <a:ext uri="{FF2B5EF4-FFF2-40B4-BE49-F238E27FC236}">
                <a16:creationId xmlns:a16="http://schemas.microsoft.com/office/drawing/2014/main" id="{724F8C35-567E-459D-A848-2C6696CFA69E}"/>
              </a:ext>
            </a:extLst>
          </p:cNvPr>
          <p:cNvSpPr txBox="1">
            <a:spLocks/>
          </p:cNvSpPr>
          <p:nvPr/>
        </p:nvSpPr>
        <p:spPr>
          <a:xfrm>
            <a:off x="459993" y="2044922"/>
            <a:ext cx="4908382" cy="4060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buClr>
                <a:prstClr val="white"/>
              </a:buClr>
              <a:buFont typeface="Arial" panose="020B0604020202020204" pitchFamily="34" charset="0"/>
              <a:buNone/>
            </a:pPr>
            <a:endParaRPr lang="en-US" sz="900">
              <a:solidFill>
                <a:srgbClr val="FFFFFF"/>
              </a:solidFill>
              <a:latin typeface="Segoe UI" panose="020B0502040204020203" pitchFamily="34" charset="0"/>
              <a:cs typeface="Segoe UI" panose="020B0502040204020203" pitchFamily="34" charset="0"/>
            </a:endParaRPr>
          </a:p>
        </p:txBody>
      </p:sp>
      <p:sp>
        <p:nvSpPr>
          <p:cNvPr id="15" name="Content Placeholder 1">
            <a:extLst>
              <a:ext uri="{FF2B5EF4-FFF2-40B4-BE49-F238E27FC236}">
                <a16:creationId xmlns:a16="http://schemas.microsoft.com/office/drawing/2014/main" id="{512F8249-90C3-46CF-B59A-6F75836994F2}"/>
              </a:ext>
            </a:extLst>
          </p:cNvPr>
          <p:cNvSpPr txBox="1">
            <a:spLocks/>
          </p:cNvSpPr>
          <p:nvPr/>
        </p:nvSpPr>
        <p:spPr>
          <a:xfrm>
            <a:off x="117409" y="2094866"/>
            <a:ext cx="1609764" cy="3280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40000"/>
              </a:lnSpc>
              <a:buFont typeface="Arial" panose="020B0604020202020204" pitchFamily="34" charset="0"/>
              <a:buNone/>
            </a:pPr>
            <a:r>
              <a:rPr lang="en-US" sz="1100" b="1">
                <a:solidFill>
                  <a:prstClr val="white"/>
                </a:solidFill>
                <a:latin typeface="Segoe UI" panose="020B0502040204020203" pitchFamily="34" charset="0"/>
                <a:cs typeface="Segoe UI" panose="020B0502040204020203" pitchFamily="34" charset="0"/>
              </a:rPr>
              <a:t>Customer Objective</a:t>
            </a:r>
          </a:p>
        </p:txBody>
      </p:sp>
      <p:sp>
        <p:nvSpPr>
          <p:cNvPr id="16" name="Rectangle 15">
            <a:extLst>
              <a:ext uri="{FF2B5EF4-FFF2-40B4-BE49-F238E27FC236}">
                <a16:creationId xmlns:a16="http://schemas.microsoft.com/office/drawing/2014/main" id="{7BB62422-805F-45B8-BD96-9B83F255CEF4}"/>
              </a:ext>
            </a:extLst>
          </p:cNvPr>
          <p:cNvSpPr/>
          <p:nvPr/>
        </p:nvSpPr>
        <p:spPr>
          <a:xfrm>
            <a:off x="61294" y="1301887"/>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18" name="Content Placeholder 1">
            <a:extLst>
              <a:ext uri="{FF2B5EF4-FFF2-40B4-BE49-F238E27FC236}">
                <a16:creationId xmlns:a16="http://schemas.microsoft.com/office/drawing/2014/main" id="{ECB512C9-EF7C-44B0-BA33-D5FCC4B183A4}"/>
              </a:ext>
            </a:extLst>
          </p:cNvPr>
          <p:cNvSpPr txBox="1">
            <a:spLocks/>
          </p:cNvSpPr>
          <p:nvPr/>
        </p:nvSpPr>
        <p:spPr>
          <a:xfrm>
            <a:off x="61294" y="1381871"/>
            <a:ext cx="4382190" cy="2047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b="1" dirty="0">
                <a:solidFill>
                  <a:prstClr val="white"/>
                </a:solidFill>
                <a:latin typeface="Segoe UI" panose="020B0502040204020203" pitchFamily="34" charset="0"/>
                <a:cs typeface="Segoe UI" panose="020B0502040204020203" pitchFamily="34" charset="0"/>
              </a:rPr>
              <a:t>Business Scenario</a:t>
            </a:r>
          </a:p>
          <a:p>
            <a:pPr algn="just"/>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The customer is an international specialist banking and asset management group. </a:t>
            </a:r>
          </a:p>
          <a:p>
            <a:pPr algn="just"/>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They provide a range of financial products and services to a client base in three principal markets: the UK and Europe, Southern Africa, and Asia-Pacific. They are dual listed on the London Stock Exchange and the Johannesburg Stock Exchange</a:t>
            </a:r>
            <a:r>
              <a:rPr lang="en-US" sz="14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 </a:t>
            </a:r>
          </a:p>
        </p:txBody>
      </p:sp>
      <p:sp>
        <p:nvSpPr>
          <p:cNvPr id="19" name="Rectangle 18">
            <a:extLst>
              <a:ext uri="{FF2B5EF4-FFF2-40B4-BE49-F238E27FC236}">
                <a16:creationId xmlns:a16="http://schemas.microsoft.com/office/drawing/2014/main" id="{BB951C64-A08A-4E35-B1CD-78CDF2F389AB}"/>
              </a:ext>
            </a:extLst>
          </p:cNvPr>
          <p:cNvSpPr/>
          <p:nvPr/>
        </p:nvSpPr>
        <p:spPr>
          <a:xfrm>
            <a:off x="4719567" y="1301887"/>
            <a:ext cx="6820551" cy="1502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Increasing number of Control M jobs (700+)</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Issues on Data integration of files from the provider</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Packages are stored as File System and there are different versions of packages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Accumulation of SSRS reports and random Ad hoc Report Subscription requests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Limited knowledge on legacy data warehouses and its lineage</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Redundant data storage</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SLA Breaches due to data integrity (Sharing data of one customer to another customer) </a:t>
            </a:r>
          </a:p>
          <a:p>
            <a:endParaRPr lang="en-US" sz="140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3" name="TextBox 22">
            <a:extLst>
              <a:ext uri="{FF2B5EF4-FFF2-40B4-BE49-F238E27FC236}">
                <a16:creationId xmlns:a16="http://schemas.microsoft.com/office/drawing/2014/main" id="{37097765-F8A5-40DF-A842-F2CD725014D9}"/>
              </a:ext>
            </a:extLst>
          </p:cNvPr>
          <p:cNvSpPr txBox="1"/>
          <p:nvPr/>
        </p:nvSpPr>
        <p:spPr>
          <a:xfrm>
            <a:off x="4719567" y="3422774"/>
            <a:ext cx="7872483" cy="1877437"/>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Identifying a better scheduling tool which can save cost and perform better</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Automation of Recon of data (which seems to be difficult)</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Upgradation of packages and moving to SQL Server storage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Moving the reports to Power BI which is more interactive and enabling cubes to make to help users or customers build the reports reducing the Ad hoc requests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Identifying tools to understand the data lineage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Common Datawarehouse across bank which avoids data redundancy</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Checks in place to avoid the bad sharing</a:t>
            </a:r>
          </a:p>
        </p:txBody>
      </p:sp>
      <p:sp>
        <p:nvSpPr>
          <p:cNvPr id="25" name="TextBox 24">
            <a:extLst>
              <a:ext uri="{FF2B5EF4-FFF2-40B4-BE49-F238E27FC236}">
                <a16:creationId xmlns:a16="http://schemas.microsoft.com/office/drawing/2014/main" id="{29B51428-8A60-4987-B8DD-5410453B944C}"/>
              </a:ext>
            </a:extLst>
          </p:cNvPr>
          <p:cNvSpPr txBox="1"/>
          <p:nvPr/>
        </p:nvSpPr>
        <p:spPr>
          <a:xfrm>
            <a:off x="4713262" y="5728554"/>
            <a:ext cx="7332531" cy="512961"/>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Reduction of cost and improving the over all experience</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Ensuring the security of customer data</a:t>
            </a:r>
          </a:p>
        </p:txBody>
      </p:sp>
      <p:sp>
        <p:nvSpPr>
          <p:cNvPr id="27" name="TextBox 26">
            <a:extLst>
              <a:ext uri="{FF2B5EF4-FFF2-40B4-BE49-F238E27FC236}">
                <a16:creationId xmlns:a16="http://schemas.microsoft.com/office/drawing/2014/main" id="{6EE9CD43-8481-4A47-97A4-AB0B2BE41518}"/>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Jobs</a:t>
            </a:r>
          </a:p>
        </p:txBody>
      </p:sp>
      <p:sp>
        <p:nvSpPr>
          <p:cNvPr id="29" name="Rectangle: Rounded Corners 28">
            <a:extLst>
              <a:ext uri="{FF2B5EF4-FFF2-40B4-BE49-F238E27FC236}">
                <a16:creationId xmlns:a16="http://schemas.microsoft.com/office/drawing/2014/main" id="{DDBC2BFD-2C29-44FE-ADB2-D523DD69CAEC}"/>
              </a:ext>
            </a:extLst>
          </p:cNvPr>
          <p:cNvSpPr/>
          <p:nvPr/>
        </p:nvSpPr>
        <p:spPr>
          <a:xfrm>
            <a:off x="143811" y="38724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chemeClr val="bg1"/>
                </a:solidFill>
                <a:effectLst/>
                <a:uLnTx/>
                <a:uFillTx/>
                <a:latin typeface="Calibri" panose="020F0502020204030204"/>
                <a:ea typeface="+mn-ea"/>
                <a:cs typeface="+mn-cs"/>
              </a:rPr>
              <a:t>700+</a:t>
            </a:r>
          </a:p>
        </p:txBody>
      </p:sp>
      <p:sp>
        <p:nvSpPr>
          <p:cNvPr id="35" name="TextBox 34">
            <a:extLst>
              <a:ext uri="{FF2B5EF4-FFF2-40B4-BE49-F238E27FC236}">
                <a16:creationId xmlns:a16="http://schemas.microsoft.com/office/drawing/2014/main" id="{38CF2CC9-AEFB-4516-8D2B-CB41551C0661}"/>
              </a:ext>
            </a:extLst>
          </p:cNvPr>
          <p:cNvSpPr txBox="1"/>
          <p:nvPr/>
        </p:nvSpPr>
        <p:spPr>
          <a:xfrm>
            <a:off x="4715658" y="5320681"/>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39" name="TextBox 38">
            <a:extLst>
              <a:ext uri="{FF2B5EF4-FFF2-40B4-BE49-F238E27FC236}">
                <a16:creationId xmlns:a16="http://schemas.microsoft.com/office/drawing/2014/main" id="{3504DB56-D660-4198-AE70-5925524D2390}"/>
              </a:ext>
            </a:extLst>
          </p:cNvPr>
          <p:cNvSpPr txBox="1"/>
          <p:nvPr/>
        </p:nvSpPr>
        <p:spPr>
          <a:xfrm>
            <a:off x="4717430" y="3032972"/>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1" name="TextBox 40">
            <a:extLst>
              <a:ext uri="{FF2B5EF4-FFF2-40B4-BE49-F238E27FC236}">
                <a16:creationId xmlns:a16="http://schemas.microsoft.com/office/drawing/2014/main" id="{CC83BBC7-C4BC-41D1-A00A-7D110FAA29A8}"/>
              </a:ext>
            </a:extLst>
          </p:cNvPr>
          <p:cNvSpPr txBox="1"/>
          <p:nvPr/>
        </p:nvSpPr>
        <p:spPr>
          <a:xfrm>
            <a:off x="981429" y="4850855"/>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Data</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3" name="Rectangle: Rounded Corners 42">
            <a:extLst>
              <a:ext uri="{FF2B5EF4-FFF2-40B4-BE49-F238E27FC236}">
                <a16:creationId xmlns:a16="http://schemas.microsoft.com/office/drawing/2014/main" id="{BC4ACEDE-6E5A-42F3-8483-983F0DF93C80}"/>
              </a:ext>
            </a:extLst>
          </p:cNvPr>
          <p:cNvSpPr/>
          <p:nvPr/>
        </p:nvSpPr>
        <p:spPr>
          <a:xfrm>
            <a:off x="139902" y="4696133"/>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2 TB</a:t>
            </a:r>
          </a:p>
        </p:txBody>
      </p:sp>
      <p:sp>
        <p:nvSpPr>
          <p:cNvPr id="45" name="TextBox 44">
            <a:extLst>
              <a:ext uri="{FF2B5EF4-FFF2-40B4-BE49-F238E27FC236}">
                <a16:creationId xmlns:a16="http://schemas.microsoft.com/office/drawing/2014/main" id="{6EB57451-E9BE-4964-A2EF-1B75CC7435C6}"/>
              </a:ext>
            </a:extLst>
          </p:cNvPr>
          <p:cNvSpPr txBox="1"/>
          <p:nvPr/>
        </p:nvSpPr>
        <p:spPr>
          <a:xfrm>
            <a:off x="981429" y="5680082"/>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Node Cluster</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7" name="Rectangle: Rounded Corners 46">
            <a:extLst>
              <a:ext uri="{FF2B5EF4-FFF2-40B4-BE49-F238E27FC236}">
                <a16:creationId xmlns:a16="http://schemas.microsoft.com/office/drawing/2014/main" id="{E3FEFB26-4349-45CC-94A1-89AA9CC39E7A}"/>
              </a:ext>
            </a:extLst>
          </p:cNvPr>
          <p:cNvSpPr/>
          <p:nvPr/>
        </p:nvSpPr>
        <p:spPr>
          <a:xfrm>
            <a:off x="139902" y="5525360"/>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13</a:t>
            </a:r>
          </a:p>
        </p:txBody>
      </p:sp>
    </p:spTree>
    <p:extLst>
      <p:ext uri="{BB962C8B-B14F-4D97-AF65-F5344CB8AC3E}">
        <p14:creationId xmlns:p14="http://schemas.microsoft.com/office/powerpoint/2010/main" val="2718589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320040" y="82398"/>
            <a:ext cx="10515600" cy="693890"/>
          </a:xfrm>
        </p:spPr>
        <p:txBody>
          <a:bodyPr vert="horz" lIns="91440" tIns="45720" rIns="91440" bIns="45720" rtlCol="0" anchor="ctr">
            <a:normAutofit/>
          </a:bodyPr>
          <a:lstStyle/>
          <a:p>
            <a:r>
              <a:rPr lang="en-US" sz="3200" b="1" dirty="0">
                <a:latin typeface="Trebuchet MS" panose="020B0603020202020204" pitchFamily="34" charset="0"/>
              </a:rPr>
              <a:t>A Consumer Goods firm in the US</a:t>
            </a:r>
            <a:endParaRPr lang="en-IN" sz="3200" b="1" dirty="0">
              <a:latin typeface="Trebuchet MS" panose="020B0603020202020204" pitchFamily="34" charset="0"/>
            </a:endParaRPr>
          </a:p>
        </p:txBody>
      </p:sp>
      <p:sp>
        <p:nvSpPr>
          <p:cNvPr id="17" name="Content Placeholder 1">
            <a:extLst>
              <a:ext uri="{FF2B5EF4-FFF2-40B4-BE49-F238E27FC236}">
                <a16:creationId xmlns:a16="http://schemas.microsoft.com/office/drawing/2014/main" id="{C761BBE9-4F78-41D9-868A-DBE160697461}"/>
              </a:ext>
            </a:extLst>
          </p:cNvPr>
          <p:cNvSpPr txBox="1">
            <a:spLocks/>
          </p:cNvSpPr>
          <p:nvPr/>
        </p:nvSpPr>
        <p:spPr>
          <a:xfrm>
            <a:off x="117409" y="2094866"/>
            <a:ext cx="1609764" cy="3280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40000"/>
              </a:lnSpc>
              <a:buFont typeface="Arial" panose="020B0604020202020204" pitchFamily="34" charset="0"/>
              <a:buNone/>
            </a:pPr>
            <a:r>
              <a:rPr lang="en-US" sz="1100" b="1">
                <a:solidFill>
                  <a:prstClr val="white"/>
                </a:solidFill>
                <a:latin typeface="Segoe UI" panose="020B0502040204020203" pitchFamily="34" charset="0"/>
                <a:cs typeface="Segoe UI" panose="020B0502040204020203" pitchFamily="34" charset="0"/>
              </a:rPr>
              <a:t>Customer Objective</a:t>
            </a:r>
          </a:p>
        </p:txBody>
      </p:sp>
      <p:sp>
        <p:nvSpPr>
          <p:cNvPr id="24" name="Rectangle 23">
            <a:extLst>
              <a:ext uri="{FF2B5EF4-FFF2-40B4-BE49-F238E27FC236}">
                <a16:creationId xmlns:a16="http://schemas.microsoft.com/office/drawing/2014/main" id="{DECF6F23-E644-4FE7-A4A5-1E74DDD69528}"/>
              </a:ext>
            </a:extLst>
          </p:cNvPr>
          <p:cNvSpPr/>
          <p:nvPr/>
        </p:nvSpPr>
        <p:spPr>
          <a:xfrm>
            <a:off x="61294" y="1301887"/>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6" name="Content Placeholder 1">
            <a:extLst>
              <a:ext uri="{FF2B5EF4-FFF2-40B4-BE49-F238E27FC236}">
                <a16:creationId xmlns:a16="http://schemas.microsoft.com/office/drawing/2014/main" id="{CEA2AC69-1CEF-44D4-9FB6-BDF799F5AD78}"/>
              </a:ext>
            </a:extLst>
          </p:cNvPr>
          <p:cNvSpPr txBox="1">
            <a:spLocks/>
          </p:cNvSpPr>
          <p:nvPr/>
        </p:nvSpPr>
        <p:spPr>
          <a:xfrm>
            <a:off x="61294" y="1381871"/>
            <a:ext cx="4382190" cy="2047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b="1" dirty="0">
                <a:solidFill>
                  <a:prstClr val="white"/>
                </a:solidFill>
                <a:latin typeface="Segoe UI" panose="020B0502040204020203" pitchFamily="34" charset="0"/>
                <a:cs typeface="Segoe UI" panose="020B0502040204020203" pitchFamily="34" charset="0"/>
              </a:rPr>
              <a:t>Business Scenario</a:t>
            </a:r>
          </a:p>
          <a:p>
            <a:pPr marL="0" indent="0" algn="just">
              <a:buNone/>
            </a:pPr>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Develop a Voice-based artificial intelligence solution to replace humans in drive-thru restaurant chains. Creating a custom Automated Speech Recognition (ASR) for food ordering will provide better conversational experiences with improved accuracy and efficiency, thus enable business to streamline the drive thru food ordering process with lower operational cost and improved customer satisfaction.</a:t>
            </a:r>
          </a:p>
        </p:txBody>
      </p:sp>
      <p:sp>
        <p:nvSpPr>
          <p:cNvPr id="28" name="Rectangle 27">
            <a:extLst>
              <a:ext uri="{FF2B5EF4-FFF2-40B4-BE49-F238E27FC236}">
                <a16:creationId xmlns:a16="http://schemas.microsoft.com/office/drawing/2014/main" id="{A3588E36-AD56-4F61-9F4D-4ED14FE84E17}"/>
              </a:ext>
            </a:extLst>
          </p:cNvPr>
          <p:cNvSpPr/>
          <p:nvPr/>
        </p:nvSpPr>
        <p:spPr>
          <a:xfrm>
            <a:off x="4719567" y="1301887"/>
            <a:ext cx="6820551" cy="1502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High Cost - On average restaurant spends $50K annually towards the employee compensation</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Reduced Efficiency - Revise existing business metrics being displayed and add or remove new metrics to better address  business requirements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Low Up-Sell - Non-uniformity in cases of dealing promotions and up-sell opportunities result in lost business</a:t>
            </a:r>
          </a:p>
          <a:p>
            <a:endParaRPr lang="en-US" sz="140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4AAE3E34-4D85-4D21-8F77-53627CA95AC5}"/>
              </a:ext>
            </a:extLst>
          </p:cNvPr>
          <p:cNvSpPr txBox="1"/>
          <p:nvPr/>
        </p:nvSpPr>
        <p:spPr>
          <a:xfrm>
            <a:off x="4719568" y="3422774"/>
            <a:ext cx="6937902" cy="1169551"/>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Develop a Voice-driven Artificial Intelligence solution using </a:t>
            </a:r>
            <a:r>
              <a:rPr lang="en-US" sz="1200" dirty="0" err="1">
                <a:solidFill>
                  <a:prstClr val="black">
                    <a:lumMod val="75000"/>
                    <a:lumOff val="25000"/>
                  </a:prstClr>
                </a:solidFill>
                <a:latin typeface="Segoe UI" panose="020B0502040204020203" pitchFamily="34" charset="0"/>
                <a:cs typeface="Segoe UI" panose="020B0502040204020203" pitchFamily="34" charset="0"/>
              </a:rPr>
              <a:t>DialogFlow</a:t>
            </a:r>
            <a:r>
              <a:rPr lang="en-US" sz="1200" dirty="0">
                <a:solidFill>
                  <a:prstClr val="black">
                    <a:lumMod val="75000"/>
                    <a:lumOff val="25000"/>
                  </a:prstClr>
                </a:solidFill>
                <a:latin typeface="Segoe UI" panose="020B0502040204020203" pitchFamily="34" charset="0"/>
                <a:cs typeface="Segoe UI" panose="020B0502040204020203" pitchFamily="34" charset="0"/>
              </a:rPr>
              <a:t> (AI development suit from Google) that can interact with the customers and take their orders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Customizable voice bots as per business requirements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Easy integration with many devices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Accelerated response time for queries </a:t>
            </a:r>
          </a:p>
        </p:txBody>
      </p:sp>
      <p:sp>
        <p:nvSpPr>
          <p:cNvPr id="32" name="TextBox 31">
            <a:extLst>
              <a:ext uri="{FF2B5EF4-FFF2-40B4-BE49-F238E27FC236}">
                <a16:creationId xmlns:a16="http://schemas.microsoft.com/office/drawing/2014/main" id="{351C08EC-DA48-47C3-AE25-BAAF40BC5153}"/>
              </a:ext>
            </a:extLst>
          </p:cNvPr>
          <p:cNvSpPr txBox="1"/>
          <p:nvPr/>
        </p:nvSpPr>
        <p:spPr>
          <a:xfrm>
            <a:off x="4715034" y="5074062"/>
            <a:ext cx="7332531" cy="1220847"/>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Increased productivity and Less manual error</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High up-selling with Improved customer experience</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Increase productivity of Staff  and Inventory Management</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Promote New restaurants – Less investment in Staff</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Shorter standby times</a:t>
            </a:r>
          </a:p>
        </p:txBody>
      </p:sp>
      <p:sp>
        <p:nvSpPr>
          <p:cNvPr id="34" name="TextBox 33">
            <a:extLst>
              <a:ext uri="{FF2B5EF4-FFF2-40B4-BE49-F238E27FC236}">
                <a16:creationId xmlns:a16="http://schemas.microsoft.com/office/drawing/2014/main" id="{6501F51B-A52E-477D-A537-102D11988F3F}"/>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Franchisees</a:t>
            </a:r>
          </a:p>
        </p:txBody>
      </p:sp>
      <p:sp>
        <p:nvSpPr>
          <p:cNvPr id="36" name="Rectangle: Rounded Corners 35">
            <a:extLst>
              <a:ext uri="{FF2B5EF4-FFF2-40B4-BE49-F238E27FC236}">
                <a16:creationId xmlns:a16="http://schemas.microsoft.com/office/drawing/2014/main" id="{EF0CC6A0-9186-413B-988B-2FB9A2161CF0}"/>
              </a:ext>
            </a:extLst>
          </p:cNvPr>
          <p:cNvSpPr/>
          <p:nvPr/>
        </p:nvSpPr>
        <p:spPr>
          <a:xfrm>
            <a:off x="143811" y="38724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chemeClr val="bg1"/>
                </a:solidFill>
                <a:effectLst/>
                <a:uLnTx/>
                <a:uFillTx/>
                <a:latin typeface="Calibri" panose="020F0502020204030204"/>
                <a:ea typeface="+mn-ea"/>
                <a:cs typeface="+mn-cs"/>
              </a:rPr>
              <a:t>8</a:t>
            </a:r>
          </a:p>
        </p:txBody>
      </p:sp>
      <p:sp>
        <p:nvSpPr>
          <p:cNvPr id="38" name="TextBox 37">
            <a:extLst>
              <a:ext uri="{FF2B5EF4-FFF2-40B4-BE49-F238E27FC236}">
                <a16:creationId xmlns:a16="http://schemas.microsoft.com/office/drawing/2014/main" id="{025CB409-3761-4F32-A391-0DA34CCDEDBB}"/>
              </a:ext>
            </a:extLst>
          </p:cNvPr>
          <p:cNvSpPr txBox="1"/>
          <p:nvPr/>
        </p:nvSpPr>
        <p:spPr>
          <a:xfrm>
            <a:off x="4717430" y="4666189"/>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40" name="TextBox 39">
            <a:extLst>
              <a:ext uri="{FF2B5EF4-FFF2-40B4-BE49-F238E27FC236}">
                <a16:creationId xmlns:a16="http://schemas.microsoft.com/office/drawing/2014/main" id="{0C9DA83F-4E26-48DC-8BBC-C6FCF1B45BDB}"/>
              </a:ext>
            </a:extLst>
          </p:cNvPr>
          <p:cNvSpPr txBox="1"/>
          <p:nvPr/>
        </p:nvSpPr>
        <p:spPr>
          <a:xfrm>
            <a:off x="4717430" y="3032972"/>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2" name="TextBox 41">
            <a:extLst>
              <a:ext uri="{FF2B5EF4-FFF2-40B4-BE49-F238E27FC236}">
                <a16:creationId xmlns:a16="http://schemas.microsoft.com/office/drawing/2014/main" id="{3EB769C2-6FB4-4793-A1E8-BEE069715DAB}"/>
              </a:ext>
            </a:extLst>
          </p:cNvPr>
          <p:cNvSpPr txBox="1"/>
          <p:nvPr/>
        </p:nvSpPr>
        <p:spPr>
          <a:xfrm>
            <a:off x="981429" y="4850855"/>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Productivity Enhancement</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4" name="Rectangle: Rounded Corners 43">
            <a:extLst>
              <a:ext uri="{FF2B5EF4-FFF2-40B4-BE49-F238E27FC236}">
                <a16:creationId xmlns:a16="http://schemas.microsoft.com/office/drawing/2014/main" id="{10636E8F-B029-4BEA-A6A2-625A8D037321}"/>
              </a:ext>
            </a:extLst>
          </p:cNvPr>
          <p:cNvSpPr/>
          <p:nvPr/>
        </p:nvSpPr>
        <p:spPr>
          <a:xfrm>
            <a:off x="139902" y="4696133"/>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100%</a:t>
            </a:r>
          </a:p>
        </p:txBody>
      </p:sp>
      <p:sp>
        <p:nvSpPr>
          <p:cNvPr id="46" name="TextBox 45">
            <a:extLst>
              <a:ext uri="{FF2B5EF4-FFF2-40B4-BE49-F238E27FC236}">
                <a16:creationId xmlns:a16="http://schemas.microsoft.com/office/drawing/2014/main" id="{0C3DE193-698A-4BBB-9290-F1E367139C79}"/>
              </a:ext>
            </a:extLst>
          </p:cNvPr>
          <p:cNvSpPr txBox="1"/>
          <p:nvPr/>
        </p:nvSpPr>
        <p:spPr>
          <a:xfrm>
            <a:off x="981429" y="5680082"/>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cs typeface="Segoe UI" panose="020B0502040204020203" pitchFamily="34" charset="0"/>
              </a:rPr>
              <a:t>Cost saving per franchisee per year</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8" name="Rectangle: Rounded Corners 47">
            <a:extLst>
              <a:ext uri="{FF2B5EF4-FFF2-40B4-BE49-F238E27FC236}">
                <a16:creationId xmlns:a16="http://schemas.microsoft.com/office/drawing/2014/main" id="{0DABE8C5-D822-4100-B25A-79F961003AD2}"/>
              </a:ext>
            </a:extLst>
          </p:cNvPr>
          <p:cNvSpPr/>
          <p:nvPr/>
        </p:nvSpPr>
        <p:spPr>
          <a:xfrm>
            <a:off x="139902" y="5525360"/>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80K</a:t>
            </a:r>
          </a:p>
        </p:txBody>
      </p:sp>
    </p:spTree>
    <p:extLst>
      <p:ext uri="{BB962C8B-B14F-4D97-AF65-F5344CB8AC3E}">
        <p14:creationId xmlns:p14="http://schemas.microsoft.com/office/powerpoint/2010/main" val="1059000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304800" y="104397"/>
            <a:ext cx="10515600" cy="695361"/>
          </a:xfrm>
        </p:spPr>
        <p:txBody>
          <a:bodyPr vert="horz" lIns="91440" tIns="45720" rIns="91440" bIns="45720" rtlCol="0" anchor="ctr">
            <a:normAutofit/>
          </a:bodyPr>
          <a:lstStyle/>
          <a:p>
            <a:r>
              <a:rPr lang="en-IN" sz="3200" b="1" dirty="0">
                <a:latin typeface="Trebuchet MS" panose="020B0603020202020204" pitchFamily="34" charset="0"/>
              </a:rPr>
              <a:t>Patient 360 @ Healthcare firm in US</a:t>
            </a:r>
          </a:p>
        </p:txBody>
      </p:sp>
      <p:sp>
        <p:nvSpPr>
          <p:cNvPr id="17" name="Content Placeholder 1">
            <a:extLst>
              <a:ext uri="{FF2B5EF4-FFF2-40B4-BE49-F238E27FC236}">
                <a16:creationId xmlns:a16="http://schemas.microsoft.com/office/drawing/2014/main" id="{9635CFBA-8112-4A81-A197-A4609AA48BED}"/>
              </a:ext>
            </a:extLst>
          </p:cNvPr>
          <p:cNvSpPr txBox="1">
            <a:spLocks/>
          </p:cNvSpPr>
          <p:nvPr/>
        </p:nvSpPr>
        <p:spPr>
          <a:xfrm>
            <a:off x="117409" y="2094866"/>
            <a:ext cx="1609764" cy="3280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40000"/>
              </a:lnSpc>
              <a:buFont typeface="Arial" panose="020B0604020202020204" pitchFamily="34" charset="0"/>
              <a:buNone/>
            </a:pPr>
            <a:r>
              <a:rPr lang="en-US" sz="1100" b="1">
                <a:solidFill>
                  <a:prstClr val="white"/>
                </a:solidFill>
                <a:latin typeface="Segoe UI" panose="020B0502040204020203" pitchFamily="34" charset="0"/>
                <a:cs typeface="Segoe UI" panose="020B0502040204020203" pitchFamily="34" charset="0"/>
              </a:rPr>
              <a:t>Customer Objective</a:t>
            </a:r>
          </a:p>
        </p:txBody>
      </p:sp>
      <p:sp>
        <p:nvSpPr>
          <p:cNvPr id="24" name="Rectangle 23">
            <a:extLst>
              <a:ext uri="{FF2B5EF4-FFF2-40B4-BE49-F238E27FC236}">
                <a16:creationId xmlns:a16="http://schemas.microsoft.com/office/drawing/2014/main" id="{316195AB-27EE-40BE-99AE-A09CD65449B9}"/>
              </a:ext>
            </a:extLst>
          </p:cNvPr>
          <p:cNvSpPr/>
          <p:nvPr/>
        </p:nvSpPr>
        <p:spPr>
          <a:xfrm>
            <a:off x="61294" y="1301887"/>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6" name="Content Placeholder 1">
            <a:extLst>
              <a:ext uri="{FF2B5EF4-FFF2-40B4-BE49-F238E27FC236}">
                <a16:creationId xmlns:a16="http://schemas.microsoft.com/office/drawing/2014/main" id="{41212E3F-470F-4F41-9A5A-107C1FB800E8}"/>
              </a:ext>
            </a:extLst>
          </p:cNvPr>
          <p:cNvSpPr txBox="1">
            <a:spLocks/>
          </p:cNvSpPr>
          <p:nvPr/>
        </p:nvSpPr>
        <p:spPr>
          <a:xfrm>
            <a:off x="61294" y="1381871"/>
            <a:ext cx="4382190" cy="2047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400" b="1" dirty="0">
                <a:solidFill>
                  <a:prstClr val="white"/>
                </a:solidFill>
                <a:latin typeface="Segoe UI" panose="020B0502040204020203" pitchFamily="34" charset="0"/>
                <a:cs typeface="Segoe UI" panose="020B0502040204020203" pitchFamily="34" charset="0"/>
              </a:rPr>
              <a:t>Business Scenario</a:t>
            </a:r>
          </a:p>
          <a:p>
            <a:pPr marL="0" indent="0" algn="just">
              <a:buNone/>
            </a:pPr>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A Federally qualified health center (QHC) having multiple clinics and pharmacies in different locations. Data is siloed for each location and do not have unified view. </a:t>
            </a:r>
          </a:p>
          <a:p>
            <a:pPr marL="0" indent="0" algn="just">
              <a:buNone/>
            </a:pPr>
            <a:r>
              <a:rPr lang="en-US" sz="1200" kern="0" dirty="0">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They envision integrated view of their patients and analytical reports on integrated data for better business decisioning. Also have constraint on the budget and need for cost effective solution.</a:t>
            </a:r>
          </a:p>
        </p:txBody>
      </p:sp>
      <p:sp>
        <p:nvSpPr>
          <p:cNvPr id="28" name="Rectangle 27">
            <a:extLst>
              <a:ext uri="{FF2B5EF4-FFF2-40B4-BE49-F238E27FC236}">
                <a16:creationId xmlns:a16="http://schemas.microsoft.com/office/drawing/2014/main" id="{C84493AA-12E1-4B30-BC7A-6B4F3A7143B7}"/>
              </a:ext>
            </a:extLst>
          </p:cNvPr>
          <p:cNvSpPr/>
          <p:nvPr/>
        </p:nvSpPr>
        <p:spPr>
          <a:xfrm>
            <a:off x="4719567" y="1301887"/>
            <a:ext cx="6820551" cy="1502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71450" indent="-171450">
              <a:lnSpc>
                <a:spcPct val="107000"/>
              </a:lnSpc>
              <a:spcBef>
                <a:spcPts val="300"/>
              </a:spcBef>
              <a:spcAft>
                <a:spcPts val="300"/>
              </a:spcAft>
              <a:buFont typeface="Wingdings" panose="05000000000000000000" pitchFamily="2" charset="2"/>
              <a:buChar char="§"/>
            </a:pPr>
            <a:r>
              <a:rPr lang="en-US" sz="1200" dirty="0">
                <a:solidFill>
                  <a:schemeClr val="tx1">
                    <a:lumMod val="65000"/>
                    <a:lumOff val="35000"/>
                  </a:schemeClr>
                </a:solidFill>
                <a:latin typeface="Trebuchet MS" panose="020B0603020202020204" pitchFamily="34" charset="0"/>
              </a:rPr>
              <a:t>To provide integrated, comprehensive, and unified data at the organization level integrating from disparate sources</a:t>
            </a:r>
            <a:r>
              <a:rPr lang="en-IN" sz="1200" dirty="0">
                <a:solidFill>
                  <a:schemeClr val="tx1">
                    <a:lumMod val="65000"/>
                    <a:lumOff val="35000"/>
                  </a:schemeClr>
                </a:solidFill>
                <a:latin typeface="Trebuchet MS" panose="020B0603020202020204" pitchFamily="34" charset="0"/>
              </a:rPr>
              <a:t> – EMR, Pharmacy, Dental, HR and Finance</a:t>
            </a:r>
          </a:p>
          <a:p>
            <a:pPr marL="171450" indent="-171450">
              <a:lnSpc>
                <a:spcPct val="107000"/>
              </a:lnSpc>
              <a:spcBef>
                <a:spcPts val="300"/>
              </a:spcBef>
              <a:spcAft>
                <a:spcPts val="300"/>
              </a:spcAft>
              <a:buFont typeface="Wingdings" panose="05000000000000000000" pitchFamily="2" charset="2"/>
              <a:buChar char="§"/>
            </a:pPr>
            <a:r>
              <a:rPr lang="en-IN" sz="1200" dirty="0">
                <a:solidFill>
                  <a:schemeClr val="tx1">
                    <a:lumMod val="65000"/>
                    <a:lumOff val="35000"/>
                  </a:schemeClr>
                </a:solidFill>
                <a:latin typeface="Trebuchet MS" panose="020B0603020202020204" pitchFamily="34" charset="0"/>
              </a:rPr>
              <a:t>To Build a comprehensive analytical system to cater to business needs</a:t>
            </a: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F569760C-479F-4D80-9113-54F9DC06242B}"/>
              </a:ext>
            </a:extLst>
          </p:cNvPr>
          <p:cNvSpPr txBox="1"/>
          <p:nvPr/>
        </p:nvSpPr>
        <p:spPr>
          <a:xfrm>
            <a:off x="4719568" y="2967119"/>
            <a:ext cx="6937902" cy="2083519"/>
          </a:xfrm>
          <a:prstGeom prst="rect">
            <a:avLst/>
          </a:prstGeom>
          <a:noFill/>
        </p:spPr>
        <p:txBody>
          <a:bodyPr wrap="square">
            <a:spAutoFit/>
          </a:bodyPr>
          <a:lstStyle/>
          <a:p>
            <a:pPr marL="182880" lvl="0" indent="-18288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Built an unified data hub platform using MSBI platform</a:t>
            </a:r>
          </a:p>
          <a:p>
            <a:pPr marL="182880" lvl="0" indent="-18288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Integrated, data from varied data sources (Flat Files, databases, API, Snowflake) using SSIS / Stored procedures / </a:t>
            </a:r>
            <a:r>
              <a:rPr lang="en-IN" sz="1200" dirty="0" err="1">
                <a:solidFill>
                  <a:prstClr val="black">
                    <a:lumMod val="75000"/>
                    <a:lumOff val="25000"/>
                  </a:prstClr>
                </a:solidFill>
                <a:latin typeface="Segoe UI" panose="020B0502040204020203" pitchFamily="34" charset="0"/>
                <a:cs typeface="Segoe UI" panose="020B0502040204020203" pitchFamily="34" charset="0"/>
              </a:rPr>
              <a:t>.Net</a:t>
            </a:r>
            <a:r>
              <a:rPr lang="en-IN" sz="1200" dirty="0">
                <a:solidFill>
                  <a:prstClr val="black">
                    <a:lumMod val="75000"/>
                    <a:lumOff val="25000"/>
                  </a:prstClr>
                </a:solidFill>
                <a:latin typeface="Segoe UI" panose="020B0502040204020203" pitchFamily="34" charset="0"/>
                <a:cs typeface="Segoe UI" panose="020B0502040204020203" pitchFamily="34" charset="0"/>
              </a:rPr>
              <a:t> scripts</a:t>
            </a:r>
          </a:p>
          <a:p>
            <a:pPr marL="182880" lvl="0" indent="-18288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Integrated Pharmacy data from eight different locations to get a unified view</a:t>
            </a:r>
          </a:p>
          <a:p>
            <a:pPr marL="182880" lvl="0" indent="-18288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Integrated EMR data from Snowflake environment into SQL server data hub</a:t>
            </a:r>
          </a:p>
          <a:p>
            <a:pPr marL="182880" lvl="0" indent="-18288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Leveraged Power BI for developing intuitive dashboard and data visualization </a:t>
            </a:r>
          </a:p>
          <a:p>
            <a:pPr marL="182880" lvl="0" indent="-182880">
              <a:lnSpc>
                <a:spcPct val="107000"/>
              </a:lnSpc>
              <a:spcBef>
                <a:spcPts val="300"/>
              </a:spcBef>
              <a:spcAft>
                <a:spcPts val="300"/>
              </a:spcAft>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Enabled self service BI through Tabular model</a:t>
            </a:r>
          </a:p>
          <a:p>
            <a:pPr marL="182880" indent="-182880" fontAlgn="base">
              <a:spcAft>
                <a:spcPts val="400"/>
              </a:spcAft>
              <a:buFont typeface="Arial" panose="020B0604020202020204" pitchFamily="34" charset="0"/>
              <a:buChar char="•"/>
              <a:tabLst>
                <a:tab pos="228594" algn="l"/>
              </a:tabLst>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2" name="TextBox 31">
            <a:extLst>
              <a:ext uri="{FF2B5EF4-FFF2-40B4-BE49-F238E27FC236}">
                <a16:creationId xmlns:a16="http://schemas.microsoft.com/office/drawing/2014/main" id="{49149871-649D-4BAF-9730-5DE4123FD259}"/>
              </a:ext>
            </a:extLst>
          </p:cNvPr>
          <p:cNvSpPr txBox="1"/>
          <p:nvPr/>
        </p:nvSpPr>
        <p:spPr>
          <a:xfrm>
            <a:off x="4717430" y="5512792"/>
            <a:ext cx="7332531" cy="787652"/>
          </a:xfrm>
          <a:prstGeom prst="rect">
            <a:avLst/>
          </a:prstGeom>
          <a:noFill/>
        </p:spPr>
        <p:txBody>
          <a:bodyPr wrap="square">
            <a:spAutoFit/>
          </a:bodyPr>
          <a:lstStyle/>
          <a:p>
            <a:pPr marL="171450" indent="-171450">
              <a:lnSpc>
                <a:spcPct val="107000"/>
              </a:lnSpc>
              <a:spcBef>
                <a:spcPts val="300"/>
              </a:spcBef>
              <a:spcAft>
                <a:spcPts val="300"/>
              </a:spcAft>
              <a:buFont typeface="Wingdings" panose="05000000000000000000" pitchFamily="2" charset="2"/>
              <a:buChar char="§"/>
            </a:pPr>
            <a:r>
              <a:rPr lang="en-IN" sz="1200" dirty="0">
                <a:solidFill>
                  <a:schemeClr val="tx1">
                    <a:lumMod val="65000"/>
                    <a:lumOff val="35000"/>
                  </a:schemeClr>
                </a:solidFill>
                <a:latin typeface="Trebuchet MS" panose="020B0603020202020204" pitchFamily="34" charset="0"/>
              </a:rPr>
              <a:t>Trusted and Unified data</a:t>
            </a:r>
          </a:p>
          <a:p>
            <a:pPr marL="171450" indent="-171450">
              <a:lnSpc>
                <a:spcPct val="107000"/>
              </a:lnSpc>
              <a:spcBef>
                <a:spcPts val="300"/>
              </a:spcBef>
              <a:spcAft>
                <a:spcPts val="300"/>
              </a:spcAft>
              <a:buFont typeface="Wingdings" panose="05000000000000000000" pitchFamily="2" charset="2"/>
              <a:buChar char="§"/>
            </a:pPr>
            <a:r>
              <a:rPr lang="en-IN" sz="1200" dirty="0">
                <a:solidFill>
                  <a:schemeClr val="tx1">
                    <a:lumMod val="65000"/>
                    <a:lumOff val="35000"/>
                  </a:schemeClr>
                </a:solidFill>
                <a:latin typeface="Trebuchet MS" panose="020B0603020202020204" pitchFamily="34" charset="0"/>
              </a:rPr>
              <a:t>Analytical dashboards facilitated easier business decisions</a:t>
            </a:r>
          </a:p>
          <a:p>
            <a:pPr marL="182880" indent="-182880" fontAlgn="base">
              <a:spcAft>
                <a:spcPts val="400"/>
              </a:spcAft>
              <a:buFont typeface="Arial" panose="020B0604020202020204" pitchFamily="34" charset="0"/>
              <a:buChar char="•"/>
              <a:tabLst>
                <a:tab pos="228594" algn="l"/>
              </a:tabLst>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4" name="TextBox 33">
            <a:extLst>
              <a:ext uri="{FF2B5EF4-FFF2-40B4-BE49-F238E27FC236}">
                <a16:creationId xmlns:a16="http://schemas.microsoft.com/office/drawing/2014/main" id="{D26A281F-E015-4583-9110-B7A1CC67A9D6}"/>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Source systems</a:t>
            </a:r>
          </a:p>
        </p:txBody>
      </p:sp>
      <p:sp>
        <p:nvSpPr>
          <p:cNvPr id="36" name="Rectangle: Rounded Corners 35">
            <a:extLst>
              <a:ext uri="{FF2B5EF4-FFF2-40B4-BE49-F238E27FC236}">
                <a16:creationId xmlns:a16="http://schemas.microsoft.com/office/drawing/2014/main" id="{FFCF5804-2858-4207-9B79-B8C55EEAA532}"/>
              </a:ext>
            </a:extLst>
          </p:cNvPr>
          <p:cNvSpPr/>
          <p:nvPr/>
        </p:nvSpPr>
        <p:spPr>
          <a:xfrm>
            <a:off x="143811" y="38724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chemeClr val="bg1"/>
                </a:solidFill>
                <a:effectLst/>
                <a:uLnTx/>
                <a:uFillTx/>
                <a:latin typeface="Calibri" panose="020F0502020204030204"/>
                <a:ea typeface="+mn-ea"/>
                <a:cs typeface="+mn-cs"/>
              </a:rPr>
              <a:t>5</a:t>
            </a:r>
          </a:p>
        </p:txBody>
      </p:sp>
      <p:sp>
        <p:nvSpPr>
          <p:cNvPr id="38" name="TextBox 37">
            <a:extLst>
              <a:ext uri="{FF2B5EF4-FFF2-40B4-BE49-F238E27FC236}">
                <a16:creationId xmlns:a16="http://schemas.microsoft.com/office/drawing/2014/main" id="{0D1FC5DD-D2F0-47BE-8069-A6CABFF0AFEC}"/>
              </a:ext>
            </a:extLst>
          </p:cNvPr>
          <p:cNvSpPr txBox="1"/>
          <p:nvPr/>
        </p:nvSpPr>
        <p:spPr>
          <a:xfrm>
            <a:off x="4717430" y="5163730"/>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40" name="TextBox 39">
            <a:extLst>
              <a:ext uri="{FF2B5EF4-FFF2-40B4-BE49-F238E27FC236}">
                <a16:creationId xmlns:a16="http://schemas.microsoft.com/office/drawing/2014/main" id="{CD04ECBB-BBE7-40E7-AE4E-8193E13A6C6C}"/>
              </a:ext>
            </a:extLst>
          </p:cNvPr>
          <p:cNvSpPr txBox="1"/>
          <p:nvPr/>
        </p:nvSpPr>
        <p:spPr>
          <a:xfrm>
            <a:off x="4717430" y="2577317"/>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2" name="TextBox 41">
            <a:extLst>
              <a:ext uri="{FF2B5EF4-FFF2-40B4-BE49-F238E27FC236}">
                <a16:creationId xmlns:a16="http://schemas.microsoft.com/office/drawing/2014/main" id="{1336D913-7848-4A0E-B7AF-E15E1421C389}"/>
              </a:ext>
            </a:extLst>
          </p:cNvPr>
          <p:cNvSpPr txBox="1"/>
          <p:nvPr/>
        </p:nvSpPr>
        <p:spPr>
          <a:xfrm>
            <a:off x="981429" y="4850855"/>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Pharmacies data instances</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4" name="Rectangle: Rounded Corners 43">
            <a:extLst>
              <a:ext uri="{FF2B5EF4-FFF2-40B4-BE49-F238E27FC236}">
                <a16:creationId xmlns:a16="http://schemas.microsoft.com/office/drawing/2014/main" id="{F148E138-6ACD-44A2-A361-7EBDAD107C70}"/>
              </a:ext>
            </a:extLst>
          </p:cNvPr>
          <p:cNvSpPr/>
          <p:nvPr/>
        </p:nvSpPr>
        <p:spPr>
          <a:xfrm>
            <a:off x="139902" y="4696133"/>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8</a:t>
            </a:r>
          </a:p>
        </p:txBody>
      </p:sp>
      <p:sp>
        <p:nvSpPr>
          <p:cNvPr id="46" name="TextBox 45">
            <a:extLst>
              <a:ext uri="{FF2B5EF4-FFF2-40B4-BE49-F238E27FC236}">
                <a16:creationId xmlns:a16="http://schemas.microsoft.com/office/drawing/2014/main" id="{5AC4C863-D0C4-4883-85EF-82ADADCFF5E9}"/>
              </a:ext>
            </a:extLst>
          </p:cNvPr>
          <p:cNvSpPr txBox="1"/>
          <p:nvPr/>
        </p:nvSpPr>
        <p:spPr>
          <a:xfrm>
            <a:off x="981429" y="5680082"/>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cs typeface="Segoe UI" panose="020B0502040204020203" pitchFamily="34" charset="0"/>
              </a:rPr>
              <a:t>Data (Integrated from 2 sources)</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8" name="Rectangle: Rounded Corners 47">
            <a:extLst>
              <a:ext uri="{FF2B5EF4-FFF2-40B4-BE49-F238E27FC236}">
                <a16:creationId xmlns:a16="http://schemas.microsoft.com/office/drawing/2014/main" id="{AE1169D2-5BEB-469C-9531-7E1A1A14D5EC}"/>
              </a:ext>
            </a:extLst>
          </p:cNvPr>
          <p:cNvSpPr/>
          <p:nvPr/>
        </p:nvSpPr>
        <p:spPr>
          <a:xfrm>
            <a:off x="139902" y="5525360"/>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500 GB</a:t>
            </a:r>
          </a:p>
        </p:txBody>
      </p:sp>
    </p:spTree>
    <p:extLst>
      <p:ext uri="{BB962C8B-B14F-4D97-AF65-F5344CB8AC3E}">
        <p14:creationId xmlns:p14="http://schemas.microsoft.com/office/powerpoint/2010/main" val="121690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422593" y="90805"/>
            <a:ext cx="11306174" cy="854075"/>
          </a:xfrm>
        </p:spPr>
        <p:txBody>
          <a:bodyPr>
            <a:normAutofit/>
          </a:bodyPr>
          <a:lstStyle/>
          <a:p>
            <a:r>
              <a:rPr lang="en-US" sz="3200" b="1" dirty="0">
                <a:solidFill>
                  <a:schemeClr val="tx1"/>
                </a:solidFill>
              </a:rPr>
              <a:t>Ministry of Education  - UAE</a:t>
            </a:r>
            <a:endParaRPr lang="en-IN" sz="3200" b="1" dirty="0">
              <a:solidFill>
                <a:schemeClr val="tx1"/>
              </a:solidFill>
            </a:endParaRPr>
          </a:p>
        </p:txBody>
      </p:sp>
      <p:sp>
        <p:nvSpPr>
          <p:cNvPr id="17" name="Rectangle 16">
            <a:extLst>
              <a:ext uri="{FF2B5EF4-FFF2-40B4-BE49-F238E27FC236}">
                <a16:creationId xmlns:a16="http://schemas.microsoft.com/office/drawing/2014/main" id="{B5AAB0C5-1788-43AE-B72D-99E94524344E}"/>
              </a:ext>
            </a:extLst>
          </p:cNvPr>
          <p:cNvSpPr/>
          <p:nvPr/>
        </p:nvSpPr>
        <p:spPr>
          <a:xfrm>
            <a:off x="61294" y="1301887"/>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4" name="Content Placeholder 1">
            <a:extLst>
              <a:ext uri="{FF2B5EF4-FFF2-40B4-BE49-F238E27FC236}">
                <a16:creationId xmlns:a16="http://schemas.microsoft.com/office/drawing/2014/main" id="{ACEE4E04-2B03-461A-B533-8D130FFD0D14}"/>
              </a:ext>
            </a:extLst>
          </p:cNvPr>
          <p:cNvSpPr txBox="1">
            <a:spLocks/>
          </p:cNvSpPr>
          <p:nvPr/>
        </p:nvSpPr>
        <p:spPr>
          <a:xfrm>
            <a:off x="61294" y="1361648"/>
            <a:ext cx="4382190" cy="21946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200" b="1" dirty="0">
                <a:solidFill>
                  <a:prstClr val="white"/>
                </a:solidFill>
                <a:latin typeface="+mj-lt"/>
                <a:cs typeface="Segoe UI" panose="020B0502040204020203" pitchFamily="34" charset="0"/>
              </a:rPr>
              <a:t>Business Scenario</a:t>
            </a:r>
          </a:p>
          <a:p>
            <a:pPr marL="0" indent="0" algn="just">
              <a:buNone/>
            </a:pPr>
            <a:r>
              <a:rPr lang="en-CA" sz="1200" dirty="0">
                <a:solidFill>
                  <a:schemeClr val="bg1"/>
                </a:solidFill>
                <a:effectLst/>
                <a:latin typeface="+mj-lt"/>
                <a:ea typeface="Calibri" panose="020F0502020204030204" pitchFamily="34" charset="0"/>
                <a:cs typeface="Arial" panose="020B0604020202020204" pitchFamily="34" charset="0"/>
              </a:rPr>
              <a:t>The Ministry of Education (MoE), UAE is the competent body focusing its potential into the development and advancement of the education sector to meet the future needs of UAE for outstanding human resources and competencies in various fields. The MoE is responsible for drawing up the national educational policy and linking the latter to a set of educational goals, plans and programs in accordance with the general objectives of the country. UAE is considered as one of the most dynamic, tech-savvy nations in the world and the MoE is striving to facilitate state of the art opportunities for the students.</a:t>
            </a:r>
            <a:endParaRPr lang="en-US" sz="1200" kern="0" dirty="0">
              <a:solidFill>
                <a:schemeClr val="bg1"/>
              </a:solidFill>
              <a:latin typeface="+mj-lt"/>
              <a:cs typeface="Segoe UI" panose="020B0502040204020203" pitchFamily="34" charset="0"/>
            </a:endParaRPr>
          </a:p>
        </p:txBody>
      </p:sp>
      <p:sp>
        <p:nvSpPr>
          <p:cNvPr id="26" name="Rectangle 25">
            <a:extLst>
              <a:ext uri="{FF2B5EF4-FFF2-40B4-BE49-F238E27FC236}">
                <a16:creationId xmlns:a16="http://schemas.microsoft.com/office/drawing/2014/main" id="{89D25C05-54C3-48D0-BF97-C100ADA33862}"/>
              </a:ext>
            </a:extLst>
          </p:cNvPr>
          <p:cNvSpPr/>
          <p:nvPr/>
        </p:nvSpPr>
        <p:spPr>
          <a:xfrm>
            <a:off x="4717430" y="1166098"/>
            <a:ext cx="7169770" cy="19779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Address students’ specific challenges and potentially curtail the student journey and transition into successful careers. i.e. Limitation in course details, flexibility , elective choices, Internships,  scholarships, Industry participation, encouraging entrepreneurship </a:t>
            </a:r>
          </a:p>
          <a:p>
            <a:pPr marL="182880" indent="-182880">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Supporting students towards engagement in both educational and extra-curricular activities</a:t>
            </a:r>
          </a:p>
          <a:p>
            <a:pPr marL="182880" indent="-182880">
              <a:buFont typeface="Arial" panose="020B0604020202020204" pitchFamily="34" charset="0"/>
              <a:buChar char="•"/>
            </a:pPr>
            <a:r>
              <a:rPr lang="en-IN" sz="1200" dirty="0">
                <a:solidFill>
                  <a:prstClr val="black">
                    <a:lumMod val="75000"/>
                    <a:lumOff val="25000"/>
                  </a:prstClr>
                </a:solidFill>
                <a:latin typeface="Segoe UI" panose="020B0502040204020203" pitchFamily="34" charset="0"/>
                <a:cs typeface="Segoe UI" panose="020B0502040204020203" pitchFamily="34" charset="0"/>
              </a:rPr>
              <a:t>General framework that integrates the issues and solutions of all students in UAE Higher Education  Institutions (HEI).</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Development and advancement of education sector for developing outstanding human resources and competencies.</a:t>
            </a:r>
            <a:endParaRPr lang="en-IN" sz="1800" dirty="0">
              <a:effectLst/>
              <a:latin typeface="Arial" panose="020B0604020202020204" pitchFamily="34" charset="0"/>
              <a:ea typeface="Arial" panose="020B0604020202020204" pitchFamily="34" charset="0"/>
            </a:endParaRPr>
          </a:p>
          <a:p>
            <a:pPr marL="182880" indent="-182880">
              <a:buFont typeface="Arial" panose="020B0604020202020204" pitchFamily="34" charset="0"/>
              <a:buChar char="•"/>
            </a:pPr>
            <a:r>
              <a:rPr lang="en-IN" sz="1800" dirty="0">
                <a:effectLst/>
                <a:latin typeface="Arial" panose="020B0604020202020204" pitchFamily="34" charset="0"/>
                <a:ea typeface="Arial" panose="020B0604020202020204" pitchFamily="34" charset="0"/>
              </a:rPr>
              <a:t>conspicuously lacking</a:t>
            </a: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EF4ABC1D-D0D7-45B0-A249-3CDAF1C193AC}"/>
              </a:ext>
            </a:extLst>
          </p:cNvPr>
          <p:cNvSpPr txBox="1"/>
          <p:nvPr/>
        </p:nvSpPr>
        <p:spPr>
          <a:xfrm>
            <a:off x="4682015" y="3247860"/>
            <a:ext cx="7332530" cy="1826141"/>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Access opportunities that facilitate better quality education through Credit transfer, Scholarship, Sponsorship details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Better collaboration between Academia and Industry via  Publications, Training provided by HEIs and CXOs.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Improve employable skill through Internship and volunteering</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Better decision making through Assessment tool and Labor Market information (LMI)</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Empowering student’s entrepreneurial skills and ideas through Crowdfunding.</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Angular 11, Micro services, SQL Server 2016, Docker, Kubernetes, Message broker – RabbitMQ, </a:t>
            </a:r>
            <a:r>
              <a:rPr lang="en-US" sz="1200" dirty="0" err="1">
                <a:solidFill>
                  <a:prstClr val="black">
                    <a:lumMod val="75000"/>
                    <a:lumOff val="25000"/>
                  </a:prstClr>
                </a:solidFill>
                <a:latin typeface="Segoe UI" panose="020B0502040204020203" pitchFamily="34" charset="0"/>
                <a:cs typeface="Segoe UI" panose="020B0502040204020203" pitchFamily="34" charset="0"/>
              </a:rPr>
              <a:t>Keycloak</a:t>
            </a: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97B9EE02-01B1-4DBE-B5CD-F86A629F302A}"/>
              </a:ext>
            </a:extLst>
          </p:cNvPr>
          <p:cNvSpPr txBox="1"/>
          <p:nvPr/>
        </p:nvSpPr>
        <p:spPr>
          <a:xfrm>
            <a:off x="4717430" y="5420024"/>
            <a:ext cx="7332531" cy="984885"/>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Better clarity for the Students on their higher education choices and subsequent employability</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Common platform for all stakeholders in the education sectors – Students, HEIs, CXOs, Employers,…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Ensuring value based education  by incorporating new trends, innovations to the system. </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Ensuring  responsible, productive future citizens who can contribute positively to society.</a:t>
            </a:r>
          </a:p>
        </p:txBody>
      </p:sp>
      <p:sp>
        <p:nvSpPr>
          <p:cNvPr id="32" name="TextBox 31">
            <a:extLst>
              <a:ext uri="{FF2B5EF4-FFF2-40B4-BE49-F238E27FC236}">
                <a16:creationId xmlns:a16="http://schemas.microsoft.com/office/drawing/2014/main" id="{2BF1A395-A1A2-4446-BFAA-8E121667F46B}"/>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UAE Higher Education Institutes</a:t>
            </a:r>
          </a:p>
        </p:txBody>
      </p:sp>
      <p:sp>
        <p:nvSpPr>
          <p:cNvPr id="34" name="Rectangle: Rounded Corners 33">
            <a:extLst>
              <a:ext uri="{FF2B5EF4-FFF2-40B4-BE49-F238E27FC236}">
                <a16:creationId xmlns:a16="http://schemas.microsoft.com/office/drawing/2014/main" id="{1E36C9CE-441E-4532-9328-37EFBFFE55BF}"/>
              </a:ext>
            </a:extLst>
          </p:cNvPr>
          <p:cNvSpPr/>
          <p:nvPr/>
        </p:nvSpPr>
        <p:spPr>
          <a:xfrm>
            <a:off x="143811" y="3872479"/>
            <a:ext cx="694388"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Calibri" panose="020F0502020204030204"/>
              </a:rPr>
              <a:t>10</a:t>
            </a:r>
            <a:r>
              <a:rPr kumimoji="0" lang="en-US" sz="1200" i="0" u="none" strike="noStrike" kern="1200" cap="none" spc="0" normalizeH="0" baseline="0" noProof="0" dirty="0">
                <a:ln>
                  <a:noFill/>
                </a:ln>
                <a:solidFill>
                  <a:schemeClr val="bg1"/>
                </a:solidFill>
                <a:effectLst/>
                <a:uLnTx/>
                <a:uFillTx/>
                <a:latin typeface="Calibri" panose="020F0502020204030204"/>
                <a:ea typeface="+mn-ea"/>
                <a:cs typeface="+mn-cs"/>
              </a:rPr>
              <a:t>0+</a:t>
            </a:r>
          </a:p>
        </p:txBody>
      </p:sp>
      <p:sp>
        <p:nvSpPr>
          <p:cNvPr id="36" name="TextBox 35">
            <a:extLst>
              <a:ext uri="{FF2B5EF4-FFF2-40B4-BE49-F238E27FC236}">
                <a16:creationId xmlns:a16="http://schemas.microsoft.com/office/drawing/2014/main" id="{56C5CD93-85F0-4A8D-BA55-43CE07A40BF3}"/>
              </a:ext>
            </a:extLst>
          </p:cNvPr>
          <p:cNvSpPr txBox="1"/>
          <p:nvPr/>
        </p:nvSpPr>
        <p:spPr>
          <a:xfrm>
            <a:off x="4717430" y="5070962"/>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38" name="TextBox 37">
            <a:extLst>
              <a:ext uri="{FF2B5EF4-FFF2-40B4-BE49-F238E27FC236}">
                <a16:creationId xmlns:a16="http://schemas.microsoft.com/office/drawing/2014/main" id="{8598F747-935D-4188-B04D-2B323997A033}"/>
              </a:ext>
            </a:extLst>
          </p:cNvPr>
          <p:cNvSpPr txBox="1"/>
          <p:nvPr/>
        </p:nvSpPr>
        <p:spPr>
          <a:xfrm>
            <a:off x="4717429" y="2941940"/>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4" name="TextBox 43">
            <a:extLst>
              <a:ext uri="{FF2B5EF4-FFF2-40B4-BE49-F238E27FC236}">
                <a16:creationId xmlns:a16="http://schemas.microsoft.com/office/drawing/2014/main" id="{76A35714-8442-4EBF-A7A2-6E3E3617432C}"/>
              </a:ext>
            </a:extLst>
          </p:cNvPr>
          <p:cNvSpPr txBox="1"/>
          <p:nvPr/>
        </p:nvSpPr>
        <p:spPr>
          <a:xfrm>
            <a:off x="983566" y="4836699"/>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cs typeface="Segoe UI" panose="020B0502040204020203" pitchFamily="34" charset="0"/>
              </a:rPr>
              <a:t>Higher Education Students</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6" name="Rectangle: Rounded Corners 45">
            <a:extLst>
              <a:ext uri="{FF2B5EF4-FFF2-40B4-BE49-F238E27FC236}">
                <a16:creationId xmlns:a16="http://schemas.microsoft.com/office/drawing/2014/main" id="{CC40CFAE-D5F6-4F59-BB3A-2B900A3BA699}"/>
              </a:ext>
            </a:extLst>
          </p:cNvPr>
          <p:cNvSpPr/>
          <p:nvPr/>
        </p:nvSpPr>
        <p:spPr>
          <a:xfrm>
            <a:off x="142039" y="4681977"/>
            <a:ext cx="694388"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200" dirty="0">
                <a:solidFill>
                  <a:schemeClr val="bg1"/>
                </a:solidFill>
                <a:latin typeface="Calibri" panose="020F0502020204030204"/>
              </a:rPr>
              <a:t>150K</a:t>
            </a:r>
          </a:p>
        </p:txBody>
      </p:sp>
      <p:sp>
        <p:nvSpPr>
          <p:cNvPr id="53" name="TextBox 52">
            <a:extLst>
              <a:ext uri="{FF2B5EF4-FFF2-40B4-BE49-F238E27FC236}">
                <a16:creationId xmlns:a16="http://schemas.microsoft.com/office/drawing/2014/main" id="{ADD50C30-79E9-4FA2-A42E-DC58648A7A1E}"/>
              </a:ext>
            </a:extLst>
          </p:cNvPr>
          <p:cNvSpPr txBox="1"/>
          <p:nvPr/>
        </p:nvSpPr>
        <p:spPr>
          <a:xfrm>
            <a:off x="983566" y="5558179"/>
            <a:ext cx="3698449" cy="553998"/>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High Profile User Community</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ID" sz="1400" i="1" u="none" strike="noStrike" kern="1200" cap="none" spc="0" normalizeH="0" baseline="0" noProof="0" dirty="0">
                <a:ln>
                  <a:noFill/>
                </a:ln>
                <a:effectLst/>
                <a:uLnTx/>
                <a:uFillTx/>
                <a:ea typeface="+mn-ea"/>
                <a:cs typeface="Segoe UI" panose="020B0502040204020203" pitchFamily="34" charset="0"/>
              </a:rPr>
              <a:t>(CXO</a:t>
            </a:r>
            <a:r>
              <a:rPr lang="en-ID" sz="1400" i="1" dirty="0">
                <a:cs typeface="Segoe UI" panose="020B0502040204020203" pitchFamily="34" charset="0"/>
              </a:rPr>
              <a:t>s, Employers,.)</a:t>
            </a:r>
            <a:endParaRPr kumimoji="0" lang="en-ID" sz="1400" i="1" u="none" strike="noStrike" kern="1200" cap="none" spc="0" normalizeH="0" baseline="0" noProof="0" dirty="0">
              <a:ln>
                <a:noFill/>
              </a:ln>
              <a:effectLst/>
              <a:uLnTx/>
              <a:uFillTx/>
              <a:ea typeface="+mn-ea"/>
              <a:cs typeface="Segoe UI" panose="020B0502040204020203" pitchFamily="34" charset="0"/>
            </a:endParaRPr>
          </a:p>
        </p:txBody>
      </p:sp>
      <p:sp>
        <p:nvSpPr>
          <p:cNvPr id="55" name="Rectangle: Rounded Corners 54">
            <a:extLst>
              <a:ext uri="{FF2B5EF4-FFF2-40B4-BE49-F238E27FC236}">
                <a16:creationId xmlns:a16="http://schemas.microsoft.com/office/drawing/2014/main" id="{C340C7EF-2682-4DC1-8C10-A7B196B7573B}"/>
              </a:ext>
            </a:extLst>
          </p:cNvPr>
          <p:cNvSpPr/>
          <p:nvPr/>
        </p:nvSpPr>
        <p:spPr>
          <a:xfrm>
            <a:off x="142039" y="5511179"/>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dirty="0">
                <a:solidFill>
                  <a:schemeClr val="bg1"/>
                </a:solidFill>
                <a:latin typeface="Calibri" panose="020F0502020204030204"/>
              </a:rPr>
              <a:t>500+</a:t>
            </a:r>
          </a:p>
        </p:txBody>
      </p:sp>
    </p:spTree>
    <p:extLst>
      <p:ext uri="{BB962C8B-B14F-4D97-AF65-F5344CB8AC3E}">
        <p14:creationId xmlns:p14="http://schemas.microsoft.com/office/powerpoint/2010/main" val="1103341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168593" y="50165"/>
            <a:ext cx="11306174" cy="854075"/>
          </a:xfrm>
        </p:spPr>
        <p:txBody>
          <a:bodyPr>
            <a:normAutofit/>
          </a:bodyPr>
          <a:lstStyle/>
          <a:p>
            <a:r>
              <a:rPr lang="en-US" sz="3200" dirty="0">
                <a:solidFill>
                  <a:schemeClr val="tx1"/>
                </a:solidFill>
              </a:rPr>
              <a:t>Sweden based </a:t>
            </a:r>
            <a:r>
              <a:rPr lang="en" sz="3200" dirty="0">
                <a:solidFill>
                  <a:schemeClr val="tx1"/>
                </a:solidFill>
              </a:rPr>
              <a:t>Redefining Video Surveillance organisation</a:t>
            </a:r>
            <a:endParaRPr lang="en-IN" sz="3200" dirty="0">
              <a:solidFill>
                <a:schemeClr val="tx1"/>
              </a:solidFill>
            </a:endParaRPr>
          </a:p>
        </p:txBody>
      </p:sp>
      <p:sp>
        <p:nvSpPr>
          <p:cNvPr id="17" name="Rectangle 16">
            <a:extLst>
              <a:ext uri="{FF2B5EF4-FFF2-40B4-BE49-F238E27FC236}">
                <a16:creationId xmlns:a16="http://schemas.microsoft.com/office/drawing/2014/main" id="{B5AAB0C5-1788-43AE-B72D-99E94524344E}"/>
              </a:ext>
            </a:extLst>
          </p:cNvPr>
          <p:cNvSpPr/>
          <p:nvPr/>
        </p:nvSpPr>
        <p:spPr>
          <a:xfrm>
            <a:off x="61294" y="1293508"/>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4" name="Content Placeholder 1">
            <a:extLst>
              <a:ext uri="{FF2B5EF4-FFF2-40B4-BE49-F238E27FC236}">
                <a16:creationId xmlns:a16="http://schemas.microsoft.com/office/drawing/2014/main" id="{ACEE4E04-2B03-461A-B533-8D130FFD0D14}"/>
              </a:ext>
            </a:extLst>
          </p:cNvPr>
          <p:cNvSpPr txBox="1">
            <a:spLocks/>
          </p:cNvSpPr>
          <p:nvPr/>
        </p:nvSpPr>
        <p:spPr>
          <a:xfrm>
            <a:off x="61294" y="1361648"/>
            <a:ext cx="4382190" cy="21946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200" b="1" dirty="0">
                <a:solidFill>
                  <a:prstClr val="white"/>
                </a:solidFill>
                <a:latin typeface="+mj-lt"/>
                <a:cs typeface="Segoe UI" panose="020B0502040204020203" pitchFamily="34" charset="0"/>
              </a:rPr>
              <a:t>Business Scenario</a:t>
            </a:r>
          </a:p>
          <a:p>
            <a:pPr marL="0" indent="0" algn="just">
              <a:buNone/>
            </a:pPr>
            <a:r>
              <a:rPr lang="en-US" sz="1200" dirty="0" err="1">
                <a:solidFill>
                  <a:schemeClr val="bg1"/>
                </a:solidFill>
                <a:latin typeface="+mj-lt"/>
                <a:cs typeface="Arial" panose="020B0604020202020204" pitchFamily="34" charset="0"/>
              </a:rPr>
              <a:t>Aigoeye</a:t>
            </a:r>
            <a:r>
              <a:rPr lang="en-US" sz="1200" dirty="0">
                <a:solidFill>
                  <a:schemeClr val="bg1"/>
                </a:solidFill>
                <a:latin typeface="+mj-lt"/>
                <a:cs typeface="Arial" panose="020B0604020202020204" pitchFamily="34" charset="0"/>
              </a:rPr>
              <a:t> is designed to provide a way to view, monitor and screen the content captured with your surveillance cameras. </a:t>
            </a:r>
            <a:r>
              <a:rPr lang="en-US" sz="1200" dirty="0" err="1">
                <a:solidFill>
                  <a:schemeClr val="bg1"/>
                </a:solidFill>
                <a:latin typeface="+mj-lt"/>
                <a:cs typeface="Arial" panose="020B0604020202020204" pitchFamily="34" charset="0"/>
              </a:rPr>
              <a:t>Aigoeye</a:t>
            </a:r>
            <a:r>
              <a:rPr lang="en-US" sz="1200" dirty="0">
                <a:solidFill>
                  <a:schemeClr val="bg1"/>
                </a:solidFill>
                <a:latin typeface="+mj-lt"/>
                <a:cs typeface="Arial" panose="020B0604020202020204" pitchFamily="34" charset="0"/>
              </a:rPr>
              <a:t> is AI and Deep Learning video analytics product that adds intelligence to video cameras by analyzing the video content, extracting metadata, sending out real-time alerts and providing intelligence to security personnel and other security systems. </a:t>
            </a:r>
            <a:r>
              <a:rPr lang="en-US" sz="1200" dirty="0" err="1">
                <a:solidFill>
                  <a:schemeClr val="bg1"/>
                </a:solidFill>
                <a:latin typeface="+mj-lt"/>
                <a:cs typeface="Arial" panose="020B0604020202020204" pitchFamily="34" charset="0"/>
              </a:rPr>
              <a:t>Aigoeye</a:t>
            </a:r>
            <a:r>
              <a:rPr lang="en-US" sz="1200" dirty="0">
                <a:solidFill>
                  <a:schemeClr val="bg1"/>
                </a:solidFill>
                <a:latin typeface="+mj-lt"/>
                <a:cs typeface="Arial" panose="020B0604020202020204" pitchFamily="34" charset="0"/>
              </a:rPr>
              <a:t> extracts only the valid motion in a scene, filtering out noise such as lighting changes, weather, trees, and animal movements.</a:t>
            </a:r>
          </a:p>
        </p:txBody>
      </p:sp>
      <p:sp>
        <p:nvSpPr>
          <p:cNvPr id="26" name="Rectangle 25">
            <a:extLst>
              <a:ext uri="{FF2B5EF4-FFF2-40B4-BE49-F238E27FC236}">
                <a16:creationId xmlns:a16="http://schemas.microsoft.com/office/drawing/2014/main" id="{89D25C05-54C3-48D0-BF97-C100ADA33862}"/>
              </a:ext>
            </a:extLst>
          </p:cNvPr>
          <p:cNvSpPr/>
          <p:nvPr/>
        </p:nvSpPr>
        <p:spPr>
          <a:xfrm>
            <a:off x="4717430" y="1166099"/>
            <a:ext cx="7169770" cy="17507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A Solution to apply machine learning on top of Live stream video to analyze, detect and alert potential security violations such as Intruders, Vandalism and Robbery</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Standalone open-source Machine learning algorithms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Intended to be marketed as Security as a Service based on the Software As a Service (SaaS) model.</a:t>
            </a:r>
          </a:p>
          <a:p>
            <a:pPr marL="182880" indent="-182880">
              <a:buFont typeface="Arial" panose="020B0604020202020204" pitchFamily="34" charset="0"/>
              <a:buChar cha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EF4ABC1D-D0D7-45B0-A249-3CDAF1C193AC}"/>
              </a:ext>
            </a:extLst>
          </p:cNvPr>
          <p:cNvSpPr txBox="1"/>
          <p:nvPr/>
        </p:nvSpPr>
        <p:spPr>
          <a:xfrm>
            <a:off x="4682015" y="3247860"/>
            <a:ext cx="7332530" cy="1774845"/>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Cloud-based AI security surveillance solution offered as Software as a service (SaaS).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This will automate the monitoring and alerting capabilities of camera/s present at one or multiple remote locations.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An AI and deep learning video analytics product that adds intelligence to security cameras by analyzing the video content, extracting metadata, sending out real-time alerts and providing intelligence to security personnel and other security systems to counter security violations conspicuously lacking.</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Pay as per the usage option</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Angular 11, Micro services, AWS, Kafka, Python, AWS, DynamoDB, Docker, Kubernetes</a:t>
            </a:r>
          </a:p>
        </p:txBody>
      </p:sp>
      <p:sp>
        <p:nvSpPr>
          <p:cNvPr id="30" name="TextBox 29">
            <a:extLst>
              <a:ext uri="{FF2B5EF4-FFF2-40B4-BE49-F238E27FC236}">
                <a16:creationId xmlns:a16="http://schemas.microsoft.com/office/drawing/2014/main" id="{97B9EE02-01B1-4DBE-B5CD-F86A629F302A}"/>
              </a:ext>
            </a:extLst>
          </p:cNvPr>
          <p:cNvSpPr txBox="1"/>
          <p:nvPr/>
        </p:nvSpPr>
        <p:spPr>
          <a:xfrm>
            <a:off x="4717430" y="5420024"/>
            <a:ext cx="7332531" cy="984885"/>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Avoid high number of unjustified alarms, </a:t>
            </a:r>
            <a:r>
              <a:rPr lang="en" sz="1200" dirty="0">
                <a:solidFill>
                  <a:prstClr val="black">
                    <a:lumMod val="75000"/>
                    <a:lumOff val="25000"/>
                  </a:prstClr>
                </a:solidFill>
                <a:latin typeface="Segoe UI" panose="020B0502040204020203" pitchFamily="34" charset="0"/>
                <a:cs typeface="Segoe UI" panose="020B0502040204020203" pitchFamily="34" charset="0"/>
              </a:rPr>
              <a:t>Seamless Scalability Of Video Surveillance</a:t>
            </a: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Zero maintenance, </a:t>
            </a:r>
            <a:r>
              <a:rPr lang="en" sz="1200" dirty="0">
                <a:solidFill>
                  <a:prstClr val="black">
                    <a:lumMod val="75000"/>
                    <a:lumOff val="25000"/>
                  </a:prstClr>
                </a:solidFill>
                <a:latin typeface="Segoe UI" panose="020B0502040204020203" pitchFamily="34" charset="0"/>
                <a:cs typeface="Segoe UI" panose="020B0502040204020203" pitchFamily="34" charset="0"/>
              </a:rPr>
              <a:t>Minimises Human Intervention</a:t>
            </a: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Industry independent solution with GDPR complaint, user friendly dashboard</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Helps Increase Business Efficiency &amp; Gain Market Share</a:t>
            </a:r>
          </a:p>
        </p:txBody>
      </p:sp>
      <p:sp>
        <p:nvSpPr>
          <p:cNvPr id="32" name="TextBox 31">
            <a:extLst>
              <a:ext uri="{FF2B5EF4-FFF2-40B4-BE49-F238E27FC236}">
                <a16:creationId xmlns:a16="http://schemas.microsoft.com/office/drawing/2014/main" id="{2BF1A395-A1A2-4446-BFAA-8E121667F46B}"/>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Surveillance Cameras</a:t>
            </a:r>
          </a:p>
        </p:txBody>
      </p:sp>
      <p:sp>
        <p:nvSpPr>
          <p:cNvPr id="34" name="Rectangle: Rounded Corners 33">
            <a:extLst>
              <a:ext uri="{FF2B5EF4-FFF2-40B4-BE49-F238E27FC236}">
                <a16:creationId xmlns:a16="http://schemas.microsoft.com/office/drawing/2014/main" id="{1E36C9CE-441E-4532-9328-37EFBFFE55BF}"/>
              </a:ext>
            </a:extLst>
          </p:cNvPr>
          <p:cNvSpPr/>
          <p:nvPr/>
        </p:nvSpPr>
        <p:spPr>
          <a:xfrm>
            <a:off x="143810" y="3866322"/>
            <a:ext cx="747409" cy="720768"/>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Calibri" panose="020F0502020204030204"/>
              </a:rPr>
              <a:t>100</a:t>
            </a:r>
            <a:r>
              <a:rPr kumimoji="0" lang="en-US" sz="1200" i="0" u="none" strike="noStrike" kern="1200" cap="none" spc="0" normalizeH="0" baseline="0" noProof="0" dirty="0">
                <a:ln>
                  <a:noFill/>
                </a:ln>
                <a:solidFill>
                  <a:schemeClr val="bg1"/>
                </a:solidFill>
                <a:effectLst/>
                <a:uLnTx/>
                <a:uFillTx/>
                <a:latin typeface="Calibri" panose="020F0502020204030204"/>
                <a:ea typeface="+mn-ea"/>
                <a:cs typeface="+mn-cs"/>
              </a:rPr>
              <a:t>0+</a:t>
            </a:r>
          </a:p>
        </p:txBody>
      </p:sp>
      <p:sp>
        <p:nvSpPr>
          <p:cNvPr id="36" name="TextBox 35">
            <a:extLst>
              <a:ext uri="{FF2B5EF4-FFF2-40B4-BE49-F238E27FC236}">
                <a16:creationId xmlns:a16="http://schemas.microsoft.com/office/drawing/2014/main" id="{56C5CD93-85F0-4A8D-BA55-43CE07A40BF3}"/>
              </a:ext>
            </a:extLst>
          </p:cNvPr>
          <p:cNvSpPr txBox="1"/>
          <p:nvPr/>
        </p:nvSpPr>
        <p:spPr>
          <a:xfrm>
            <a:off x="4717430" y="5070962"/>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38" name="TextBox 37">
            <a:extLst>
              <a:ext uri="{FF2B5EF4-FFF2-40B4-BE49-F238E27FC236}">
                <a16:creationId xmlns:a16="http://schemas.microsoft.com/office/drawing/2014/main" id="{8598F747-935D-4188-B04D-2B323997A033}"/>
              </a:ext>
            </a:extLst>
          </p:cNvPr>
          <p:cNvSpPr txBox="1"/>
          <p:nvPr/>
        </p:nvSpPr>
        <p:spPr>
          <a:xfrm>
            <a:off x="4717429" y="2941940"/>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4" name="TextBox 43">
            <a:extLst>
              <a:ext uri="{FF2B5EF4-FFF2-40B4-BE49-F238E27FC236}">
                <a16:creationId xmlns:a16="http://schemas.microsoft.com/office/drawing/2014/main" id="{76A35714-8442-4EBF-A7A2-6E3E3617432C}"/>
              </a:ext>
            </a:extLst>
          </p:cNvPr>
          <p:cNvSpPr txBox="1"/>
          <p:nvPr/>
        </p:nvSpPr>
        <p:spPr>
          <a:xfrm>
            <a:off x="983566" y="4836699"/>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cs typeface="Segoe UI" panose="020B0502040204020203" pitchFamily="34" charset="0"/>
              </a:rPr>
              <a:t>Organizations</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6" name="Rectangle: Rounded Corners 45">
            <a:extLst>
              <a:ext uri="{FF2B5EF4-FFF2-40B4-BE49-F238E27FC236}">
                <a16:creationId xmlns:a16="http://schemas.microsoft.com/office/drawing/2014/main" id="{CC40CFAE-D5F6-4F59-BB3A-2B900A3BA699}"/>
              </a:ext>
            </a:extLst>
          </p:cNvPr>
          <p:cNvSpPr/>
          <p:nvPr/>
        </p:nvSpPr>
        <p:spPr>
          <a:xfrm>
            <a:off x="87245" y="4641954"/>
            <a:ext cx="829926" cy="761502"/>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600" dirty="0">
                <a:solidFill>
                  <a:schemeClr val="bg1"/>
                </a:solidFill>
                <a:latin typeface="Calibri" panose="020F0502020204030204"/>
              </a:rPr>
              <a:t>5+</a:t>
            </a:r>
          </a:p>
        </p:txBody>
      </p:sp>
      <p:sp>
        <p:nvSpPr>
          <p:cNvPr id="16" name="TextBox 15">
            <a:extLst>
              <a:ext uri="{FF2B5EF4-FFF2-40B4-BE49-F238E27FC236}">
                <a16:creationId xmlns:a16="http://schemas.microsoft.com/office/drawing/2014/main" id="{E0D3F331-D783-4D88-B181-6B14634F0049}"/>
              </a:ext>
            </a:extLst>
          </p:cNvPr>
          <p:cNvSpPr txBox="1"/>
          <p:nvPr/>
        </p:nvSpPr>
        <p:spPr>
          <a:xfrm>
            <a:off x="981429" y="5584280"/>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Avoid unjustified alarms</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18" name="Rectangle: Rounded Corners 17">
            <a:extLst>
              <a:ext uri="{FF2B5EF4-FFF2-40B4-BE49-F238E27FC236}">
                <a16:creationId xmlns:a16="http://schemas.microsoft.com/office/drawing/2014/main" id="{391C2692-5C5F-4B74-A4F0-8E957F8A78C2}"/>
              </a:ext>
            </a:extLst>
          </p:cNvPr>
          <p:cNvSpPr/>
          <p:nvPr/>
        </p:nvSpPr>
        <p:spPr>
          <a:xfrm>
            <a:off x="87245" y="5433945"/>
            <a:ext cx="803975" cy="747581"/>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400" dirty="0">
                <a:solidFill>
                  <a:schemeClr val="bg1"/>
                </a:solidFill>
                <a:latin typeface="Calibri" panose="020F0502020204030204"/>
              </a:rPr>
              <a:t>&gt;90%</a:t>
            </a:r>
          </a:p>
        </p:txBody>
      </p:sp>
    </p:spTree>
    <p:extLst>
      <p:ext uri="{BB962C8B-B14F-4D97-AF65-F5344CB8AC3E}">
        <p14:creationId xmlns:p14="http://schemas.microsoft.com/office/powerpoint/2010/main" val="1190080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209233" y="-635"/>
            <a:ext cx="11306174" cy="854075"/>
          </a:xfrm>
        </p:spPr>
        <p:txBody>
          <a:bodyPr>
            <a:normAutofit/>
          </a:bodyPr>
          <a:lstStyle/>
          <a:p>
            <a:r>
              <a:rPr lang="en-US" sz="3200" dirty="0" err="1">
                <a:solidFill>
                  <a:schemeClr val="tx1"/>
                </a:solidFill>
              </a:rPr>
              <a:t>Nop</a:t>
            </a:r>
            <a:r>
              <a:rPr lang="en-US" sz="3200" dirty="0">
                <a:solidFill>
                  <a:schemeClr val="tx1"/>
                </a:solidFill>
              </a:rPr>
              <a:t> Commerce E-Commerce website from </a:t>
            </a:r>
            <a:r>
              <a:rPr lang="en-US" sz="3200" dirty="0" err="1">
                <a:solidFill>
                  <a:schemeClr val="tx1"/>
                </a:solidFill>
              </a:rPr>
              <a:t>Exaze</a:t>
            </a:r>
            <a:r>
              <a:rPr lang="en-US" sz="3200" dirty="0">
                <a:solidFill>
                  <a:schemeClr val="tx1"/>
                </a:solidFill>
              </a:rPr>
              <a:t> IT.</a:t>
            </a:r>
            <a:endParaRPr lang="en-IN" sz="3200" dirty="0">
              <a:solidFill>
                <a:schemeClr val="tx1"/>
              </a:solidFill>
            </a:endParaRPr>
          </a:p>
        </p:txBody>
      </p:sp>
      <p:sp>
        <p:nvSpPr>
          <p:cNvPr id="17" name="Rectangle 16">
            <a:extLst>
              <a:ext uri="{FF2B5EF4-FFF2-40B4-BE49-F238E27FC236}">
                <a16:creationId xmlns:a16="http://schemas.microsoft.com/office/drawing/2014/main" id="{B5AAB0C5-1788-43AE-B72D-99E94524344E}"/>
              </a:ext>
            </a:extLst>
          </p:cNvPr>
          <p:cNvSpPr/>
          <p:nvPr/>
        </p:nvSpPr>
        <p:spPr>
          <a:xfrm>
            <a:off x="61294" y="1293508"/>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4" name="Content Placeholder 1">
            <a:extLst>
              <a:ext uri="{FF2B5EF4-FFF2-40B4-BE49-F238E27FC236}">
                <a16:creationId xmlns:a16="http://schemas.microsoft.com/office/drawing/2014/main" id="{ACEE4E04-2B03-461A-B533-8D130FFD0D14}"/>
              </a:ext>
            </a:extLst>
          </p:cNvPr>
          <p:cNvSpPr txBox="1">
            <a:spLocks/>
          </p:cNvSpPr>
          <p:nvPr/>
        </p:nvSpPr>
        <p:spPr>
          <a:xfrm>
            <a:off x="61294" y="1361648"/>
            <a:ext cx="4382190" cy="21946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200" b="1" dirty="0">
                <a:solidFill>
                  <a:prstClr val="white"/>
                </a:solidFill>
                <a:latin typeface="+mj-lt"/>
                <a:cs typeface="Segoe UI" panose="020B0502040204020203" pitchFamily="34" charset="0"/>
              </a:rPr>
              <a:t>Business Scenario</a:t>
            </a:r>
          </a:p>
          <a:p>
            <a:pPr marL="0" indent="0" algn="just">
              <a:buNone/>
            </a:pPr>
            <a:r>
              <a:rPr lang="en-US" sz="1200" dirty="0" err="1">
                <a:solidFill>
                  <a:schemeClr val="bg1"/>
                </a:solidFill>
                <a:latin typeface="+mj-lt"/>
                <a:cs typeface="Arial" panose="020B0604020202020204" pitchFamily="34" charset="0"/>
              </a:rPr>
              <a:t>Exaze</a:t>
            </a:r>
            <a:r>
              <a:rPr lang="en-US" sz="1200" dirty="0">
                <a:solidFill>
                  <a:schemeClr val="bg1"/>
                </a:solidFill>
                <a:latin typeface="+mj-lt"/>
                <a:cs typeface="Arial" panose="020B0604020202020204" pitchFamily="34" charset="0"/>
              </a:rPr>
              <a:t> it works on Digital transformation is not just about disruption or introduction of new technologies in existing business processes. It’s about value, people, enhancement and the ability to quickly adapt when need arises by making intelligent use of technologies and data at hand.</a:t>
            </a:r>
          </a:p>
          <a:p>
            <a:pPr marL="0" indent="0" algn="just">
              <a:buNone/>
            </a:pPr>
            <a:r>
              <a:rPr lang="en-US" sz="1200" dirty="0" err="1">
                <a:solidFill>
                  <a:schemeClr val="bg1"/>
                </a:solidFill>
                <a:latin typeface="+mj-lt"/>
                <a:cs typeface="Arial" panose="020B0604020202020204" pitchFamily="34" charset="0"/>
              </a:rPr>
              <a:t>nopCommerce</a:t>
            </a:r>
            <a:r>
              <a:rPr lang="en-US" sz="1200" dirty="0">
                <a:solidFill>
                  <a:schemeClr val="bg1"/>
                </a:solidFill>
                <a:latin typeface="+mj-lt"/>
                <a:cs typeface="Arial" panose="020B0604020202020204" pitchFamily="34" charset="0"/>
              </a:rPr>
              <a:t> has powerful integral functionality that covers 100% of business needs of eCommerce store owners. </a:t>
            </a:r>
            <a:r>
              <a:rPr lang="en-US" sz="1200" dirty="0" err="1">
                <a:solidFill>
                  <a:schemeClr val="bg1"/>
                </a:solidFill>
                <a:latin typeface="+mj-lt"/>
                <a:cs typeface="Arial" panose="020B0604020202020204" pitchFamily="34" charset="0"/>
              </a:rPr>
              <a:t>nopCommerce</a:t>
            </a:r>
            <a:r>
              <a:rPr lang="en-US" sz="1200" dirty="0">
                <a:solidFill>
                  <a:schemeClr val="bg1"/>
                </a:solidFill>
                <a:latin typeface="+mj-lt"/>
                <a:cs typeface="Arial" panose="020B0604020202020204" pitchFamily="34" charset="0"/>
              </a:rPr>
              <a:t> combines all the robust functionality for efficient B2C, B2B, B2B2C and D2C sales locally and globally.</a:t>
            </a:r>
          </a:p>
        </p:txBody>
      </p:sp>
      <p:sp>
        <p:nvSpPr>
          <p:cNvPr id="26" name="Rectangle 25">
            <a:extLst>
              <a:ext uri="{FF2B5EF4-FFF2-40B4-BE49-F238E27FC236}">
                <a16:creationId xmlns:a16="http://schemas.microsoft.com/office/drawing/2014/main" id="{89D25C05-54C3-48D0-BF97-C100ADA33862}"/>
              </a:ext>
            </a:extLst>
          </p:cNvPr>
          <p:cNvSpPr/>
          <p:nvPr/>
        </p:nvSpPr>
        <p:spPr>
          <a:xfrm>
            <a:off x="4717430" y="1166099"/>
            <a:ext cx="7169770" cy="15631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p>
          <a:p>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err="1">
                <a:solidFill>
                  <a:prstClr val="black">
                    <a:lumMod val="75000"/>
                    <a:lumOff val="25000"/>
                  </a:prstClr>
                </a:solidFill>
                <a:latin typeface="Segoe UI" panose="020B0502040204020203" pitchFamily="34" charset="0"/>
                <a:cs typeface="Segoe UI" panose="020B0502040204020203" pitchFamily="34" charset="0"/>
              </a:rPr>
              <a:t>Nop</a:t>
            </a:r>
            <a:r>
              <a:rPr lang="en-US" sz="1200" dirty="0">
                <a:solidFill>
                  <a:prstClr val="black">
                    <a:lumMod val="75000"/>
                    <a:lumOff val="25000"/>
                  </a:prstClr>
                </a:solidFill>
                <a:latin typeface="Segoe UI" panose="020B0502040204020203" pitchFamily="34" charset="0"/>
                <a:cs typeface="Segoe UI" panose="020B0502040204020203" pitchFamily="34" charset="0"/>
              </a:rPr>
              <a:t> Commerce is the most popular ASP.NET Core shopping cart in the world based on Microsoft technologies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Standalone open-source Machine learning algorithms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More than 1,500+ integrations Plugins, themes, language packs.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250,000+ members Community worldwide.</a:t>
            </a: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EF4ABC1D-D0D7-45B0-A249-3CDAF1C193AC}"/>
              </a:ext>
            </a:extLst>
          </p:cNvPr>
          <p:cNvSpPr txBox="1"/>
          <p:nvPr/>
        </p:nvSpPr>
        <p:spPr>
          <a:xfrm>
            <a:off x="4679878" y="3056193"/>
            <a:ext cx="7332530" cy="1774845"/>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Quickly launch and scale your online store with rich built-in functionality: integration with payment and shipment services; warehouse managing; marketing and SEO tools; and mobile-friendly stores.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Use multi-vendor and multi-store functionality (B2B and B2C). Get the maximum advantage of enterprise-grade performance. Easy integration and limitless customization opportunities..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 flexible system to fit your demands: GDPR; multi-currencies and multi-languages; regional taxes and laws support; management of multiple international stores; integration with local services and suppliers.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Secured Payment architecture.</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.NET Core 3.0, Web API, .NET Framework 4.8, JavaScript, SQL Server</a:t>
            </a:r>
          </a:p>
        </p:txBody>
      </p:sp>
      <p:sp>
        <p:nvSpPr>
          <p:cNvPr id="30" name="TextBox 29">
            <a:extLst>
              <a:ext uri="{FF2B5EF4-FFF2-40B4-BE49-F238E27FC236}">
                <a16:creationId xmlns:a16="http://schemas.microsoft.com/office/drawing/2014/main" id="{97B9EE02-01B1-4DBE-B5CD-F86A629F302A}"/>
              </a:ext>
            </a:extLst>
          </p:cNvPr>
          <p:cNvSpPr txBox="1"/>
          <p:nvPr/>
        </p:nvSpPr>
        <p:spPr>
          <a:xfrm>
            <a:off x="4717430" y="5420024"/>
            <a:ext cx="7332531" cy="748923"/>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Meet all security requirements for all kinds of businesses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Great Support team and community is always here to help.</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Absolutely free - No transaction fee. No monthly fees. No hidden fees.</a:t>
            </a:r>
          </a:p>
        </p:txBody>
      </p:sp>
      <p:sp>
        <p:nvSpPr>
          <p:cNvPr id="32" name="TextBox 31">
            <a:extLst>
              <a:ext uri="{FF2B5EF4-FFF2-40B4-BE49-F238E27FC236}">
                <a16:creationId xmlns:a16="http://schemas.microsoft.com/office/drawing/2014/main" id="{2BF1A395-A1A2-4446-BFAA-8E121667F46B}"/>
              </a:ext>
            </a:extLst>
          </p:cNvPr>
          <p:cNvSpPr txBox="1"/>
          <p:nvPr/>
        </p:nvSpPr>
        <p:spPr>
          <a:xfrm>
            <a:off x="985338" y="4027201"/>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1600" b="1" i="0" u="none" strike="noStrike" kern="1200" cap="none" spc="0" normalizeH="0" baseline="0" noProof="0" dirty="0">
                <a:ln>
                  <a:noFill/>
                </a:ln>
                <a:effectLst/>
                <a:uLnTx/>
                <a:uFillTx/>
                <a:ea typeface="+mn-ea"/>
                <a:cs typeface="Segoe UI" panose="020B0502040204020203" pitchFamily="34" charset="0"/>
              </a:rPr>
              <a:t>Partners</a:t>
            </a:r>
          </a:p>
        </p:txBody>
      </p:sp>
      <p:sp>
        <p:nvSpPr>
          <p:cNvPr id="34" name="Rectangle: Rounded Corners 33">
            <a:extLst>
              <a:ext uri="{FF2B5EF4-FFF2-40B4-BE49-F238E27FC236}">
                <a16:creationId xmlns:a16="http://schemas.microsoft.com/office/drawing/2014/main" id="{1E36C9CE-441E-4532-9328-37EFBFFE55BF}"/>
              </a:ext>
            </a:extLst>
          </p:cNvPr>
          <p:cNvSpPr/>
          <p:nvPr/>
        </p:nvSpPr>
        <p:spPr>
          <a:xfrm>
            <a:off x="143811" y="3872479"/>
            <a:ext cx="694388"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Calibri" panose="020F0502020204030204"/>
              </a:rPr>
              <a:t>15</a:t>
            </a:r>
            <a:r>
              <a:rPr kumimoji="0" lang="en-US" sz="1200" i="0" u="none" strike="noStrike" kern="1200" cap="none" spc="0" normalizeH="0" baseline="0" noProof="0" dirty="0">
                <a:ln>
                  <a:noFill/>
                </a:ln>
                <a:solidFill>
                  <a:schemeClr val="bg1"/>
                </a:solidFill>
                <a:effectLst/>
                <a:uLnTx/>
                <a:uFillTx/>
                <a:latin typeface="Calibri" panose="020F0502020204030204"/>
                <a:ea typeface="+mn-ea"/>
                <a:cs typeface="+mn-cs"/>
              </a:rPr>
              <a:t>0+</a:t>
            </a:r>
          </a:p>
        </p:txBody>
      </p:sp>
      <p:sp>
        <p:nvSpPr>
          <p:cNvPr id="36" name="TextBox 35">
            <a:extLst>
              <a:ext uri="{FF2B5EF4-FFF2-40B4-BE49-F238E27FC236}">
                <a16:creationId xmlns:a16="http://schemas.microsoft.com/office/drawing/2014/main" id="{56C5CD93-85F0-4A8D-BA55-43CE07A40BF3}"/>
              </a:ext>
            </a:extLst>
          </p:cNvPr>
          <p:cNvSpPr txBox="1"/>
          <p:nvPr/>
        </p:nvSpPr>
        <p:spPr>
          <a:xfrm>
            <a:off x="4717429" y="5089100"/>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38" name="TextBox 37">
            <a:extLst>
              <a:ext uri="{FF2B5EF4-FFF2-40B4-BE49-F238E27FC236}">
                <a16:creationId xmlns:a16="http://schemas.microsoft.com/office/drawing/2014/main" id="{8598F747-935D-4188-B04D-2B323997A033}"/>
              </a:ext>
            </a:extLst>
          </p:cNvPr>
          <p:cNvSpPr txBox="1"/>
          <p:nvPr/>
        </p:nvSpPr>
        <p:spPr>
          <a:xfrm>
            <a:off x="4717429" y="2627467"/>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4" name="TextBox 43">
            <a:extLst>
              <a:ext uri="{FF2B5EF4-FFF2-40B4-BE49-F238E27FC236}">
                <a16:creationId xmlns:a16="http://schemas.microsoft.com/office/drawing/2014/main" id="{76A35714-8442-4EBF-A7A2-6E3E3617432C}"/>
              </a:ext>
            </a:extLst>
          </p:cNvPr>
          <p:cNvSpPr txBox="1"/>
          <p:nvPr/>
        </p:nvSpPr>
        <p:spPr>
          <a:xfrm>
            <a:off x="983566" y="4836699"/>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cs typeface="Segoe UI" panose="020B0502040204020203" pitchFamily="34" charset="0"/>
              </a:rPr>
              <a:t>Years of experience</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6" name="Rectangle: Rounded Corners 45">
            <a:extLst>
              <a:ext uri="{FF2B5EF4-FFF2-40B4-BE49-F238E27FC236}">
                <a16:creationId xmlns:a16="http://schemas.microsoft.com/office/drawing/2014/main" id="{CC40CFAE-D5F6-4F59-BB3A-2B900A3BA699}"/>
              </a:ext>
            </a:extLst>
          </p:cNvPr>
          <p:cNvSpPr/>
          <p:nvPr/>
        </p:nvSpPr>
        <p:spPr>
          <a:xfrm>
            <a:off x="142039" y="4681977"/>
            <a:ext cx="694388"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200" dirty="0">
                <a:solidFill>
                  <a:schemeClr val="bg1"/>
                </a:solidFill>
                <a:latin typeface="Calibri" panose="020F0502020204030204"/>
              </a:rPr>
              <a:t>12+</a:t>
            </a:r>
          </a:p>
        </p:txBody>
      </p:sp>
      <p:sp>
        <p:nvSpPr>
          <p:cNvPr id="16" name="TextBox 15">
            <a:extLst>
              <a:ext uri="{FF2B5EF4-FFF2-40B4-BE49-F238E27FC236}">
                <a16:creationId xmlns:a16="http://schemas.microsoft.com/office/drawing/2014/main" id="{E0D3F331-D783-4D88-B181-6B14634F0049}"/>
              </a:ext>
            </a:extLst>
          </p:cNvPr>
          <p:cNvSpPr txBox="1"/>
          <p:nvPr/>
        </p:nvSpPr>
        <p:spPr>
          <a:xfrm>
            <a:off x="981429" y="5584280"/>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Live shops</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18" name="Rectangle: Rounded Corners 17">
            <a:extLst>
              <a:ext uri="{FF2B5EF4-FFF2-40B4-BE49-F238E27FC236}">
                <a16:creationId xmlns:a16="http://schemas.microsoft.com/office/drawing/2014/main" id="{391C2692-5C5F-4B74-A4F0-8E957F8A78C2}"/>
              </a:ext>
            </a:extLst>
          </p:cNvPr>
          <p:cNvSpPr/>
          <p:nvPr/>
        </p:nvSpPr>
        <p:spPr>
          <a:xfrm>
            <a:off x="139902" y="5429558"/>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dirty="0">
                <a:solidFill>
                  <a:schemeClr val="bg1"/>
                </a:solidFill>
                <a:latin typeface="Calibri" panose="020F0502020204030204"/>
              </a:rPr>
              <a:t>60000+</a:t>
            </a:r>
          </a:p>
        </p:txBody>
      </p:sp>
    </p:spTree>
    <p:extLst>
      <p:ext uri="{BB962C8B-B14F-4D97-AF65-F5344CB8AC3E}">
        <p14:creationId xmlns:p14="http://schemas.microsoft.com/office/powerpoint/2010/main" val="379464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FBF0-A5AF-41DC-9F2B-54FA4C3A0947}"/>
              </a:ext>
            </a:extLst>
          </p:cNvPr>
          <p:cNvSpPr>
            <a:spLocks noGrp="1"/>
          </p:cNvSpPr>
          <p:nvPr>
            <p:ph type="title"/>
          </p:nvPr>
        </p:nvSpPr>
        <p:spPr>
          <a:xfrm>
            <a:off x="26353" y="-10795"/>
            <a:ext cx="11306174" cy="854075"/>
          </a:xfrm>
        </p:spPr>
        <p:txBody>
          <a:bodyPr>
            <a:normAutofit fontScale="90000"/>
          </a:bodyPr>
          <a:lstStyle/>
          <a:p>
            <a:r>
              <a:rPr lang="en-US" sz="3200" dirty="0">
                <a:solidFill>
                  <a:schemeClr val="tx1"/>
                </a:solidFill>
              </a:rPr>
              <a:t>NCC – Construction Company’s Assignment and payroll System</a:t>
            </a:r>
            <a:endParaRPr lang="en-IN" sz="3200" dirty="0">
              <a:solidFill>
                <a:schemeClr val="tx1"/>
              </a:solidFill>
            </a:endParaRPr>
          </a:p>
        </p:txBody>
      </p:sp>
      <p:sp>
        <p:nvSpPr>
          <p:cNvPr id="17" name="Rectangle 16">
            <a:extLst>
              <a:ext uri="{FF2B5EF4-FFF2-40B4-BE49-F238E27FC236}">
                <a16:creationId xmlns:a16="http://schemas.microsoft.com/office/drawing/2014/main" id="{B5AAB0C5-1788-43AE-B72D-99E94524344E}"/>
              </a:ext>
            </a:extLst>
          </p:cNvPr>
          <p:cNvSpPr/>
          <p:nvPr/>
        </p:nvSpPr>
        <p:spPr>
          <a:xfrm>
            <a:off x="61294" y="1293508"/>
            <a:ext cx="4382191" cy="231761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prstClr val="white"/>
              </a:solidFill>
              <a:latin typeface="Segoe UI" panose="020B0502040204020203" pitchFamily="34" charset="0"/>
              <a:cs typeface="Segoe UI" panose="020B0502040204020203" pitchFamily="34" charset="0"/>
            </a:endParaRPr>
          </a:p>
        </p:txBody>
      </p:sp>
      <p:sp>
        <p:nvSpPr>
          <p:cNvPr id="24" name="Content Placeholder 1">
            <a:extLst>
              <a:ext uri="{FF2B5EF4-FFF2-40B4-BE49-F238E27FC236}">
                <a16:creationId xmlns:a16="http://schemas.microsoft.com/office/drawing/2014/main" id="{ACEE4E04-2B03-461A-B533-8D130FFD0D14}"/>
              </a:ext>
            </a:extLst>
          </p:cNvPr>
          <p:cNvSpPr txBox="1">
            <a:spLocks/>
          </p:cNvSpPr>
          <p:nvPr/>
        </p:nvSpPr>
        <p:spPr>
          <a:xfrm>
            <a:off x="61294" y="1361648"/>
            <a:ext cx="4382190" cy="21946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200" b="1" dirty="0">
                <a:solidFill>
                  <a:prstClr val="white"/>
                </a:solidFill>
                <a:latin typeface="+mj-lt"/>
                <a:cs typeface="Segoe UI" panose="020B0502040204020203" pitchFamily="34" charset="0"/>
              </a:rPr>
              <a:t>Business Scenario</a:t>
            </a:r>
          </a:p>
          <a:p>
            <a:pPr marL="0" indent="0" algn="just">
              <a:buNone/>
            </a:pPr>
            <a:r>
              <a:rPr lang="en-US" sz="1200" dirty="0" err="1">
                <a:solidFill>
                  <a:schemeClr val="bg1"/>
                </a:solidFill>
                <a:latin typeface="+mj-lt"/>
                <a:cs typeface="Arial" panose="020B0604020202020204" pitchFamily="34" charset="0"/>
              </a:rPr>
              <a:t>Uppdragssystemet</a:t>
            </a:r>
            <a:r>
              <a:rPr lang="en-US" sz="1200" dirty="0">
                <a:solidFill>
                  <a:schemeClr val="bg1"/>
                </a:solidFill>
                <a:latin typeface="+mj-lt"/>
                <a:cs typeface="Arial" panose="020B0604020202020204" pitchFamily="34" charset="0"/>
              </a:rPr>
              <a:t> is a web application and is primarily designed for NCC Teknik's consultancy. </a:t>
            </a:r>
            <a:r>
              <a:rPr lang="en-US" sz="1200" dirty="0" err="1">
                <a:solidFill>
                  <a:schemeClr val="bg1"/>
                </a:solidFill>
                <a:latin typeface="+mj-lt"/>
                <a:cs typeface="Arial" panose="020B0604020202020204" pitchFamily="34" charset="0"/>
              </a:rPr>
              <a:t>Uppdrag</a:t>
            </a:r>
            <a:r>
              <a:rPr lang="en-US" sz="1200" dirty="0">
                <a:solidFill>
                  <a:schemeClr val="bg1"/>
                </a:solidFill>
                <a:latin typeface="+mj-lt"/>
                <a:cs typeface="Arial" panose="020B0604020202020204" pitchFamily="34" charset="0"/>
              </a:rPr>
              <a:t> means Assignment, basically a time reporting system.  The users are creating internal assignment in </a:t>
            </a:r>
            <a:r>
              <a:rPr lang="en-US" sz="1200" dirty="0" err="1">
                <a:solidFill>
                  <a:schemeClr val="bg1"/>
                </a:solidFill>
                <a:latin typeface="+mj-lt"/>
                <a:cs typeface="Arial" panose="020B0604020202020204" pitchFamily="34" charset="0"/>
              </a:rPr>
              <a:t>Uppdragssystemet</a:t>
            </a:r>
            <a:r>
              <a:rPr lang="en-US" sz="1200" dirty="0">
                <a:solidFill>
                  <a:schemeClr val="bg1"/>
                </a:solidFill>
                <a:latin typeface="+mj-lt"/>
                <a:cs typeface="Arial" panose="020B0604020202020204" pitchFamily="34" charset="0"/>
              </a:rPr>
              <a:t> and are dividing their time to the different assignments in detail for each day. The total amount of hours is sent in an excel file to HRS for importing to HRM (SE payroll system). The system is used to track the NCC Internal consultants work hours spent on consultancy works assignments for internal clients and NCC Consultancies</a:t>
            </a:r>
          </a:p>
        </p:txBody>
      </p:sp>
      <p:sp>
        <p:nvSpPr>
          <p:cNvPr id="26" name="Rectangle 25">
            <a:extLst>
              <a:ext uri="{FF2B5EF4-FFF2-40B4-BE49-F238E27FC236}">
                <a16:creationId xmlns:a16="http://schemas.microsoft.com/office/drawing/2014/main" id="{89D25C05-54C3-48D0-BF97-C100ADA33862}"/>
              </a:ext>
            </a:extLst>
          </p:cNvPr>
          <p:cNvSpPr/>
          <p:nvPr/>
        </p:nvSpPr>
        <p:spPr>
          <a:xfrm>
            <a:off x="4717430" y="1166099"/>
            <a:ext cx="7169770" cy="15631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kern="0" dirty="0">
                <a:solidFill>
                  <a:prstClr val="black">
                    <a:lumMod val="75000"/>
                    <a:lumOff val="25000"/>
                  </a:prstClr>
                </a:solidFill>
                <a:latin typeface="Segoe UI" panose="020B0502040204020203" pitchFamily="34" charset="0"/>
                <a:cs typeface="Segoe UI" panose="020B0502040204020203" pitchFamily="34" charset="0"/>
              </a:rPr>
              <a:t>Business Drivers</a:t>
            </a:r>
          </a:p>
          <a:p>
            <a:endParaRPr lang="en-US" sz="1200" kern="0" dirty="0">
              <a:solidFill>
                <a:prstClr val="black">
                  <a:lumMod val="75000"/>
                  <a:lumOff val="25000"/>
                </a:prstClr>
              </a:solidFill>
              <a:latin typeface="Segoe UI" panose="020B0502040204020203" pitchFamily="34" charset="0"/>
              <a:cs typeface="Segoe UI" panose="020B0502040204020203" pitchFamily="34" charset="0"/>
            </a:endParaRP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Address employees connect and their work management in a proper systematic process where the employee will have a track of all his/her work in organized structure.</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Supporting employee towards engagement in both project details and payroll details.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General framework that integrates all employee benefits and project tracks.</a:t>
            </a:r>
          </a:p>
          <a:p>
            <a:pPr marL="182880" indent="-182880">
              <a:buFont typeface="Arial" panose="020B0604020202020204" pitchFamily="34" charset="0"/>
              <a:buChar char="•"/>
            </a:pPr>
            <a:r>
              <a:rPr lang="en-US" sz="1200" dirty="0">
                <a:solidFill>
                  <a:prstClr val="black">
                    <a:lumMod val="75000"/>
                    <a:lumOff val="25000"/>
                  </a:prstClr>
                </a:solidFill>
                <a:latin typeface="Segoe UI" panose="020B0502040204020203" pitchFamily="34" charset="0"/>
                <a:cs typeface="Segoe UI" panose="020B0502040204020203" pitchFamily="34" charset="0"/>
              </a:rPr>
              <a:t>All different region employees from different AD group are also connect into single system.</a:t>
            </a: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a:p>
            <a:endParaRPr lang="en-US" b="1" kern="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EF4ABC1D-D0D7-45B0-A249-3CDAF1C193AC}"/>
              </a:ext>
            </a:extLst>
          </p:cNvPr>
          <p:cNvSpPr txBox="1"/>
          <p:nvPr/>
        </p:nvSpPr>
        <p:spPr>
          <a:xfrm>
            <a:off x="4679878" y="3205598"/>
            <a:ext cx="7332530" cy="984885"/>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Single system for all regions of employees</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Easy to access and share project details with a proper details like project and estimation.</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Improve employable skill through Biztalk integration.</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ASP, Micro services, SQL Server 2015, Kubernetes. </a:t>
            </a:r>
          </a:p>
        </p:txBody>
      </p:sp>
      <p:sp>
        <p:nvSpPr>
          <p:cNvPr id="30" name="TextBox 29">
            <a:extLst>
              <a:ext uri="{FF2B5EF4-FFF2-40B4-BE49-F238E27FC236}">
                <a16:creationId xmlns:a16="http://schemas.microsoft.com/office/drawing/2014/main" id="{97B9EE02-01B1-4DBE-B5CD-F86A629F302A}"/>
              </a:ext>
            </a:extLst>
          </p:cNvPr>
          <p:cNvSpPr txBox="1"/>
          <p:nvPr/>
        </p:nvSpPr>
        <p:spPr>
          <a:xfrm>
            <a:off x="4636049" y="5234019"/>
            <a:ext cx="7332531" cy="748923"/>
          </a:xfrm>
          <a:prstGeom prst="rect">
            <a:avLst/>
          </a:prstGeom>
          <a:noFill/>
        </p:spPr>
        <p:txBody>
          <a:bodyPr wrap="square">
            <a:spAutoFit/>
          </a:bodyPr>
          <a:lstStyle/>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Better clarity for the employees on their payroll, project works and subsequent employability</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Common platform for all employees from different regions – Finland, Denmark, Norway and Sweden.</a:t>
            </a:r>
          </a:p>
          <a:p>
            <a:pPr marL="182880" indent="-182880" fontAlgn="base">
              <a:spcAft>
                <a:spcPts val="400"/>
              </a:spcAft>
              <a:buFont typeface="Arial" panose="020B0604020202020204" pitchFamily="34" charset="0"/>
              <a:buChar char="•"/>
              <a:tabLst>
                <a:tab pos="228594" algn="l"/>
              </a:tabLst>
            </a:pPr>
            <a:r>
              <a:rPr lang="en-US" sz="1200" dirty="0">
                <a:solidFill>
                  <a:prstClr val="black">
                    <a:lumMod val="75000"/>
                    <a:lumOff val="25000"/>
                  </a:prstClr>
                </a:solidFill>
                <a:latin typeface="Segoe UI" panose="020B0502040204020203" pitchFamily="34" charset="0"/>
                <a:cs typeface="Segoe UI" panose="020B0502040204020203" pitchFamily="34" charset="0"/>
              </a:rPr>
              <a:t>Ensuring transparency on the project details and payroll structures.</a:t>
            </a:r>
          </a:p>
        </p:txBody>
      </p:sp>
      <p:sp>
        <p:nvSpPr>
          <p:cNvPr id="32" name="TextBox 31">
            <a:extLst>
              <a:ext uri="{FF2B5EF4-FFF2-40B4-BE49-F238E27FC236}">
                <a16:creationId xmlns:a16="http://schemas.microsoft.com/office/drawing/2014/main" id="{2BF1A395-A1A2-4446-BFAA-8E121667F46B}"/>
              </a:ext>
            </a:extLst>
          </p:cNvPr>
          <p:cNvSpPr txBox="1"/>
          <p:nvPr/>
        </p:nvSpPr>
        <p:spPr>
          <a:xfrm>
            <a:off x="985338" y="3904091"/>
            <a:ext cx="3698449" cy="584775"/>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Industrial, Construction and civil engineering, Development.</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34" name="Rectangle: Rounded Corners 33">
            <a:extLst>
              <a:ext uri="{FF2B5EF4-FFF2-40B4-BE49-F238E27FC236}">
                <a16:creationId xmlns:a16="http://schemas.microsoft.com/office/drawing/2014/main" id="{1E36C9CE-441E-4532-9328-37EFBFFE55BF}"/>
              </a:ext>
            </a:extLst>
          </p:cNvPr>
          <p:cNvSpPr/>
          <p:nvPr/>
        </p:nvSpPr>
        <p:spPr>
          <a:xfrm>
            <a:off x="143811" y="3872479"/>
            <a:ext cx="694388"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Calibri" panose="020F0502020204030204"/>
              </a:rPr>
              <a:t>3</a:t>
            </a:r>
            <a:endParaRPr kumimoji="0" lang="en-US" sz="120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56C5CD93-85F0-4A8D-BA55-43CE07A40BF3}"/>
              </a:ext>
            </a:extLst>
          </p:cNvPr>
          <p:cNvSpPr txBox="1"/>
          <p:nvPr/>
        </p:nvSpPr>
        <p:spPr>
          <a:xfrm>
            <a:off x="4679878" y="4590116"/>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Business Outcomes</a:t>
            </a:r>
          </a:p>
        </p:txBody>
      </p:sp>
      <p:sp>
        <p:nvSpPr>
          <p:cNvPr id="38" name="TextBox 37">
            <a:extLst>
              <a:ext uri="{FF2B5EF4-FFF2-40B4-BE49-F238E27FC236}">
                <a16:creationId xmlns:a16="http://schemas.microsoft.com/office/drawing/2014/main" id="{8598F747-935D-4188-B04D-2B323997A033}"/>
              </a:ext>
            </a:extLst>
          </p:cNvPr>
          <p:cNvSpPr txBox="1"/>
          <p:nvPr/>
        </p:nvSpPr>
        <p:spPr>
          <a:xfrm>
            <a:off x="4717429" y="2778087"/>
            <a:ext cx="6108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rPr>
              <a:t>Solution Highlights</a:t>
            </a:r>
          </a:p>
        </p:txBody>
      </p:sp>
      <p:sp>
        <p:nvSpPr>
          <p:cNvPr id="44" name="TextBox 43">
            <a:extLst>
              <a:ext uri="{FF2B5EF4-FFF2-40B4-BE49-F238E27FC236}">
                <a16:creationId xmlns:a16="http://schemas.microsoft.com/office/drawing/2014/main" id="{76A35714-8442-4EBF-A7A2-6E3E3617432C}"/>
              </a:ext>
            </a:extLst>
          </p:cNvPr>
          <p:cNvSpPr txBox="1"/>
          <p:nvPr/>
        </p:nvSpPr>
        <p:spPr>
          <a:xfrm>
            <a:off x="983566" y="4713589"/>
            <a:ext cx="3698449" cy="584775"/>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effectLst/>
                <a:uLnTx/>
                <a:uFillTx/>
                <a:ea typeface="+mn-ea"/>
                <a:cs typeface="Segoe UI" panose="020B0502040204020203" pitchFamily="34" charset="0"/>
              </a:rPr>
              <a:t>Operations in Sweden, Norway, Finland and Denmark.</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46" name="Rectangle: Rounded Corners 45">
            <a:extLst>
              <a:ext uri="{FF2B5EF4-FFF2-40B4-BE49-F238E27FC236}">
                <a16:creationId xmlns:a16="http://schemas.microsoft.com/office/drawing/2014/main" id="{CC40CFAE-D5F6-4F59-BB3A-2B900A3BA699}"/>
              </a:ext>
            </a:extLst>
          </p:cNvPr>
          <p:cNvSpPr/>
          <p:nvPr/>
        </p:nvSpPr>
        <p:spPr>
          <a:xfrm>
            <a:off x="142039" y="4681977"/>
            <a:ext cx="694388"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200" dirty="0">
                <a:solidFill>
                  <a:schemeClr val="bg1"/>
                </a:solidFill>
                <a:latin typeface="Calibri" panose="020F0502020204030204"/>
              </a:rPr>
              <a:t>4</a:t>
            </a:r>
          </a:p>
        </p:txBody>
      </p:sp>
      <p:sp>
        <p:nvSpPr>
          <p:cNvPr id="16" name="TextBox 15">
            <a:extLst>
              <a:ext uri="{FF2B5EF4-FFF2-40B4-BE49-F238E27FC236}">
                <a16:creationId xmlns:a16="http://schemas.microsoft.com/office/drawing/2014/main" id="{E0D3F331-D783-4D88-B181-6B14634F0049}"/>
              </a:ext>
            </a:extLst>
          </p:cNvPr>
          <p:cNvSpPr txBox="1"/>
          <p:nvPr/>
        </p:nvSpPr>
        <p:spPr>
          <a:xfrm>
            <a:off x="981429" y="5584280"/>
            <a:ext cx="3698449" cy="338554"/>
          </a:xfrm>
          <a:prstGeom prst="rect">
            <a:avLst/>
          </a:prstGeom>
          <a:noFill/>
        </p:spPr>
        <p:txBody>
          <a:bodyPr wrap="square" lIns="0" r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600" b="1" dirty="0">
                <a:cs typeface="Segoe UI" panose="020B0502040204020203" pitchFamily="34" charset="0"/>
              </a:rPr>
              <a:t>Employees in Nordic region</a:t>
            </a:r>
            <a:endParaRPr kumimoji="0" lang="en-ID" sz="1600" b="1" i="0" u="none" strike="noStrike" kern="1200" cap="none" spc="0" normalizeH="0" baseline="0" noProof="0" dirty="0">
              <a:ln>
                <a:noFill/>
              </a:ln>
              <a:effectLst/>
              <a:uLnTx/>
              <a:uFillTx/>
              <a:ea typeface="+mn-ea"/>
              <a:cs typeface="Segoe UI" panose="020B0502040204020203" pitchFamily="34" charset="0"/>
            </a:endParaRPr>
          </a:p>
        </p:txBody>
      </p:sp>
      <p:sp>
        <p:nvSpPr>
          <p:cNvPr id="18" name="Rectangle: Rounded Corners 17">
            <a:extLst>
              <a:ext uri="{FF2B5EF4-FFF2-40B4-BE49-F238E27FC236}">
                <a16:creationId xmlns:a16="http://schemas.microsoft.com/office/drawing/2014/main" id="{391C2692-5C5F-4B74-A4F0-8E957F8A78C2}"/>
              </a:ext>
            </a:extLst>
          </p:cNvPr>
          <p:cNvSpPr/>
          <p:nvPr/>
        </p:nvSpPr>
        <p:spPr>
          <a:xfrm>
            <a:off x="139902" y="5429558"/>
            <a:ext cx="648000" cy="648000"/>
          </a:xfrm>
          <a:prstGeom prst="roundRect">
            <a:avLst>
              <a:gd name="adj" fmla="val 50000"/>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800" dirty="0">
                <a:solidFill>
                  <a:schemeClr val="bg1"/>
                </a:solidFill>
                <a:latin typeface="Calibri" panose="020F0502020204030204"/>
              </a:rPr>
              <a:t>12500+</a:t>
            </a:r>
          </a:p>
        </p:txBody>
      </p:sp>
    </p:spTree>
    <p:extLst>
      <p:ext uri="{BB962C8B-B14F-4D97-AF65-F5344CB8AC3E}">
        <p14:creationId xmlns:p14="http://schemas.microsoft.com/office/powerpoint/2010/main" val="925585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EA9B0F1-9D5E-AB61-8CEB-04CFBF1782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23337" y="1702822"/>
            <a:ext cx="2586799" cy="1858751"/>
          </a:xfrm>
          <a:prstGeom prst="rect">
            <a:avLst/>
          </a:prstGeom>
        </p:spPr>
      </p:pic>
      <p:pic>
        <p:nvPicPr>
          <p:cNvPr id="1028" name="Picture 4" descr="Photo">
            <a:extLst>
              <a:ext uri="{FF2B5EF4-FFF2-40B4-BE49-F238E27FC236}">
                <a16:creationId xmlns:a16="http://schemas.microsoft.com/office/drawing/2014/main" id="{BC4651EF-434D-B20F-4C98-C53C4BC28D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5509" y="1706712"/>
            <a:ext cx="2492484" cy="183672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hoto">
            <a:extLst>
              <a:ext uri="{FF2B5EF4-FFF2-40B4-BE49-F238E27FC236}">
                <a16:creationId xmlns:a16="http://schemas.microsoft.com/office/drawing/2014/main" id="{53D8A415-5D26-19FF-29ED-9FA2CD491D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2199" y="1638229"/>
            <a:ext cx="2647746" cy="193368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7491" y="1749869"/>
            <a:ext cx="2492482" cy="1835374"/>
          </a:xfrm>
          <a:prstGeom prst="rect">
            <a:avLst/>
          </a:prstGeom>
        </p:spPr>
      </p:pic>
      <p:pic>
        <p:nvPicPr>
          <p:cNvPr id="24" name="Picture 2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8953" y="1535928"/>
            <a:ext cx="2729558" cy="2047170"/>
          </a:xfrm>
          <a:prstGeom prst="rect">
            <a:avLst/>
          </a:prstGeom>
          <a:ln>
            <a:solidFill>
              <a:srgbClr val="3363B8"/>
            </a:solidFill>
          </a:ln>
        </p:spPr>
      </p:pic>
      <p:pic>
        <p:nvPicPr>
          <p:cNvPr id="38" name="Picture 3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02295" y="1581487"/>
            <a:ext cx="2729558" cy="2047170"/>
          </a:xfrm>
          <a:prstGeom prst="rect">
            <a:avLst/>
          </a:prstGeom>
          <a:ln>
            <a:solidFill>
              <a:srgbClr val="3363B8"/>
            </a:solidFill>
          </a:ln>
        </p:spPr>
      </p:pic>
      <p:sp>
        <p:nvSpPr>
          <p:cNvPr id="20" name="TextBox 19"/>
          <p:cNvSpPr txBox="1"/>
          <p:nvPr/>
        </p:nvSpPr>
        <p:spPr>
          <a:xfrm>
            <a:off x="9305149" y="1579984"/>
            <a:ext cx="1081487" cy="307777"/>
          </a:xfrm>
          <a:prstGeom prst="rect">
            <a:avLst/>
          </a:prstGeom>
          <a:noFill/>
        </p:spPr>
        <p:txBody>
          <a:bodyPr wrap="square" rtlCol="0">
            <a:spAutoFit/>
          </a:bodyPr>
          <a:lstStyle/>
          <a:p>
            <a:r>
              <a:rPr lang="en-US" sz="1400" dirty="0">
                <a:solidFill>
                  <a:schemeClr val="bg1"/>
                </a:solidFill>
              </a:rPr>
              <a:t>Thanjavur</a:t>
            </a:r>
          </a:p>
        </p:txBody>
      </p:sp>
      <p:sp>
        <p:nvSpPr>
          <p:cNvPr id="22" name="TextBox 21"/>
          <p:cNvSpPr txBox="1"/>
          <p:nvPr/>
        </p:nvSpPr>
        <p:spPr>
          <a:xfrm>
            <a:off x="6575591" y="1579984"/>
            <a:ext cx="778774" cy="307777"/>
          </a:xfrm>
          <a:prstGeom prst="rect">
            <a:avLst/>
          </a:prstGeom>
          <a:noFill/>
        </p:spPr>
        <p:txBody>
          <a:bodyPr wrap="square" rtlCol="0">
            <a:spAutoFit/>
          </a:bodyPr>
          <a:lstStyle/>
          <a:p>
            <a:r>
              <a:rPr lang="en-US" sz="1400" dirty="0">
                <a:solidFill>
                  <a:schemeClr val="bg1"/>
                </a:solidFill>
              </a:rPr>
              <a:t>Guindy</a:t>
            </a:r>
          </a:p>
        </p:txBody>
      </p:sp>
      <p:sp>
        <p:nvSpPr>
          <p:cNvPr id="28" name="TextBox 27"/>
          <p:cNvSpPr txBox="1"/>
          <p:nvPr/>
        </p:nvSpPr>
        <p:spPr>
          <a:xfrm>
            <a:off x="727054" y="1552825"/>
            <a:ext cx="665544" cy="307777"/>
          </a:xfrm>
          <a:prstGeom prst="rect">
            <a:avLst/>
          </a:prstGeom>
          <a:noFill/>
        </p:spPr>
        <p:txBody>
          <a:bodyPr wrap="square" rtlCol="0">
            <a:spAutoFit/>
          </a:bodyPr>
          <a:lstStyle/>
          <a:p>
            <a:r>
              <a:rPr lang="en-US" sz="1400" dirty="0" err="1">
                <a:solidFill>
                  <a:schemeClr val="bg1"/>
                </a:solidFill>
              </a:rPr>
              <a:t>Tidel</a:t>
            </a:r>
            <a:r>
              <a:rPr lang="en-US" sz="1400" dirty="0">
                <a:solidFill>
                  <a:schemeClr val="bg1"/>
                </a:solidFill>
              </a:rPr>
              <a:t> </a:t>
            </a:r>
          </a:p>
        </p:txBody>
      </p:sp>
      <p:graphicFrame>
        <p:nvGraphicFramePr>
          <p:cNvPr id="37" name="Diagram 36">
            <a:extLst>
              <a:ext uri="{FF2B5EF4-FFF2-40B4-BE49-F238E27FC236}">
                <a16:creationId xmlns:a16="http://schemas.microsoft.com/office/drawing/2014/main" id="{5A028A75-E9F7-4F3E-9C8B-1217ED84EE5F}"/>
              </a:ext>
            </a:extLst>
          </p:cNvPr>
          <p:cNvGraphicFramePr/>
          <p:nvPr/>
        </p:nvGraphicFramePr>
        <p:xfrm>
          <a:off x="824970" y="3900667"/>
          <a:ext cx="10605155" cy="225271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Title 1">
            <a:extLst>
              <a:ext uri="{FF2B5EF4-FFF2-40B4-BE49-F238E27FC236}">
                <a16:creationId xmlns:a16="http://schemas.microsoft.com/office/drawing/2014/main" id="{A8C11FB3-4B58-6A1A-DE0E-9658696C7DCF}"/>
              </a:ext>
            </a:extLst>
          </p:cNvPr>
          <p:cNvSpPr txBox="1">
            <a:spLocks/>
          </p:cNvSpPr>
          <p:nvPr/>
        </p:nvSpPr>
        <p:spPr>
          <a:xfrm>
            <a:off x="573281" y="-7925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3200" b="0" kern="1200" dirty="0">
                <a:solidFill>
                  <a:schemeClr val="tx1"/>
                </a:solidFill>
                <a:latin typeface="+mj-lt"/>
                <a:ea typeface="+mj-ea"/>
                <a:cs typeface="+mj-cs"/>
              </a:defRPr>
            </a:lvl1pPr>
          </a:lstStyle>
          <a:p>
            <a:r>
              <a:rPr lang="en-US" sz="3600" dirty="0">
                <a:latin typeface="Trebuchet MS" panose="020B0603020202020204" pitchFamily="34" charset="0"/>
              </a:rPr>
              <a:t>SightSpectrum Offices</a:t>
            </a:r>
          </a:p>
        </p:txBody>
      </p:sp>
      <p:pic>
        <p:nvPicPr>
          <p:cNvPr id="4" name="Picture 3">
            <a:extLst>
              <a:ext uri="{FF2B5EF4-FFF2-40B4-BE49-F238E27FC236}">
                <a16:creationId xmlns:a16="http://schemas.microsoft.com/office/drawing/2014/main" id="{1624869E-F019-CF27-D391-02E06BD5AE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75624" y="1561449"/>
            <a:ext cx="2729558" cy="2047170"/>
          </a:xfrm>
          <a:prstGeom prst="rect">
            <a:avLst/>
          </a:prstGeom>
          <a:ln>
            <a:solidFill>
              <a:srgbClr val="3363B8"/>
            </a:solidFill>
          </a:ln>
        </p:spPr>
      </p:pic>
      <p:sp>
        <p:nvSpPr>
          <p:cNvPr id="5" name="TextBox 4">
            <a:extLst>
              <a:ext uri="{FF2B5EF4-FFF2-40B4-BE49-F238E27FC236}">
                <a16:creationId xmlns:a16="http://schemas.microsoft.com/office/drawing/2014/main" id="{6572027A-E9DD-FF76-749C-6794A42552EB}"/>
              </a:ext>
            </a:extLst>
          </p:cNvPr>
          <p:cNvSpPr txBox="1"/>
          <p:nvPr/>
        </p:nvSpPr>
        <p:spPr>
          <a:xfrm>
            <a:off x="3465509" y="1535928"/>
            <a:ext cx="959360" cy="369332"/>
          </a:xfrm>
          <a:prstGeom prst="rect">
            <a:avLst/>
          </a:prstGeom>
          <a:noFill/>
        </p:spPr>
        <p:txBody>
          <a:bodyPr wrap="square" rtlCol="0">
            <a:spAutoFit/>
          </a:bodyPr>
          <a:lstStyle/>
          <a:p>
            <a:r>
              <a:rPr lang="en-US" dirty="0">
                <a:solidFill>
                  <a:schemeClr val="bg1"/>
                </a:solidFill>
              </a:rPr>
              <a:t>Mepz</a:t>
            </a:r>
            <a:endParaRPr lang="en-US" sz="1800" dirty="0">
              <a:solidFill>
                <a:schemeClr val="bg1"/>
              </a:solidFill>
            </a:endParaRPr>
          </a:p>
        </p:txBody>
      </p:sp>
      <p:pic>
        <p:nvPicPr>
          <p:cNvPr id="9" name="Picture 8">
            <a:extLst>
              <a:ext uri="{FF2B5EF4-FFF2-40B4-BE49-F238E27FC236}">
                <a16:creationId xmlns:a16="http://schemas.microsoft.com/office/drawing/2014/main" id="{1876CD06-F5C7-BB67-AE07-CCA5188240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36583" y="1589693"/>
            <a:ext cx="2729558" cy="2047170"/>
          </a:xfrm>
          <a:prstGeom prst="rect">
            <a:avLst/>
          </a:prstGeom>
          <a:ln>
            <a:solidFill>
              <a:srgbClr val="3363B8"/>
            </a:solidFill>
          </a:ln>
        </p:spPr>
      </p:pic>
      <p:sp>
        <p:nvSpPr>
          <p:cNvPr id="10" name="TextBox 9">
            <a:extLst>
              <a:ext uri="{FF2B5EF4-FFF2-40B4-BE49-F238E27FC236}">
                <a16:creationId xmlns:a16="http://schemas.microsoft.com/office/drawing/2014/main" id="{FF3A19E8-FCC8-E79F-7D0E-7E3CFA352BC0}"/>
              </a:ext>
            </a:extLst>
          </p:cNvPr>
          <p:cNvSpPr txBox="1"/>
          <p:nvPr/>
        </p:nvSpPr>
        <p:spPr>
          <a:xfrm>
            <a:off x="9345689" y="1632446"/>
            <a:ext cx="964273" cy="276999"/>
          </a:xfrm>
          <a:prstGeom prst="rect">
            <a:avLst/>
          </a:prstGeom>
          <a:noFill/>
        </p:spPr>
        <p:txBody>
          <a:bodyPr wrap="square" rtlCol="0">
            <a:spAutoFit/>
          </a:bodyPr>
          <a:lstStyle/>
          <a:p>
            <a:r>
              <a:rPr lang="en-US" sz="1200" b="0" dirty="0">
                <a:solidFill>
                  <a:schemeClr val="bg1"/>
                </a:solidFill>
              </a:rPr>
              <a:t>Thanjavur</a:t>
            </a:r>
            <a:endParaRPr lang="en-US" sz="1200" dirty="0"/>
          </a:p>
        </p:txBody>
      </p:sp>
      <p:sp>
        <p:nvSpPr>
          <p:cNvPr id="7" name="TextBox 6">
            <a:extLst>
              <a:ext uri="{FF2B5EF4-FFF2-40B4-BE49-F238E27FC236}">
                <a16:creationId xmlns:a16="http://schemas.microsoft.com/office/drawing/2014/main" id="{3EAB31CC-965D-FE4B-537A-896491962B9C}"/>
              </a:ext>
            </a:extLst>
          </p:cNvPr>
          <p:cNvSpPr txBox="1"/>
          <p:nvPr/>
        </p:nvSpPr>
        <p:spPr>
          <a:xfrm>
            <a:off x="6432250" y="4766409"/>
            <a:ext cx="2310099" cy="584775"/>
          </a:xfrm>
          <a:prstGeom prst="rect">
            <a:avLst/>
          </a:prstGeom>
          <a:noFill/>
        </p:spPr>
        <p:txBody>
          <a:bodyPr wrap="square" rtlCol="0">
            <a:spAutoFit/>
          </a:bodyPr>
          <a:lstStyle/>
          <a:p>
            <a:pPr algn="ctr"/>
            <a:r>
              <a:rPr lang="en-US" sz="1400" b="0" dirty="0">
                <a:solidFill>
                  <a:schemeClr val="tx1"/>
                </a:solidFill>
              </a:rPr>
              <a:t>Guindy, Chennai, India</a:t>
            </a:r>
          </a:p>
          <a:p>
            <a:pPr algn="ctr"/>
            <a:endParaRPr lang="en-US" dirty="0"/>
          </a:p>
        </p:txBody>
      </p:sp>
    </p:spTree>
    <p:extLst>
      <p:ext uri="{BB962C8B-B14F-4D97-AF65-F5344CB8AC3E}">
        <p14:creationId xmlns:p14="http://schemas.microsoft.com/office/powerpoint/2010/main" val="1621540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E054F7-A65F-48FE-A79C-CB31E75BA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804" y="0"/>
            <a:ext cx="11767197" cy="6858000"/>
          </a:xfrm>
          <a:prstGeom prst="rect">
            <a:avLst/>
          </a:prstGeom>
        </p:spPr>
      </p:pic>
      <p:sp>
        <p:nvSpPr>
          <p:cNvPr id="14" name="TextBox 13">
            <a:extLst>
              <a:ext uri="{FF2B5EF4-FFF2-40B4-BE49-F238E27FC236}">
                <a16:creationId xmlns:a16="http://schemas.microsoft.com/office/drawing/2014/main" id="{59CB6B2F-F6AE-4466-8EE6-26DD4408AA39}"/>
              </a:ext>
            </a:extLst>
          </p:cNvPr>
          <p:cNvSpPr txBox="1"/>
          <p:nvPr/>
        </p:nvSpPr>
        <p:spPr>
          <a:xfrm>
            <a:off x="1019536" y="3473250"/>
            <a:ext cx="2459182" cy="307777"/>
          </a:xfrm>
          <a:prstGeom prst="rect">
            <a:avLst/>
          </a:prstGeom>
          <a:noFill/>
        </p:spPr>
        <p:txBody>
          <a:bodyPr wrap="square" rtlCol="0">
            <a:spAutoFit/>
          </a:bodyPr>
          <a:lstStyle/>
          <a:p>
            <a:r>
              <a:rPr lang="en-IN" sz="1400" dirty="0">
                <a:solidFill>
                  <a:schemeClr val="bg2">
                    <a:lumMod val="10000"/>
                  </a:schemeClr>
                </a:solidFill>
                <a:ea typeface="Verdana" pitchFamily="34" charset="0"/>
              </a:rPr>
              <a:t>USA (Delaware, New Jersey)</a:t>
            </a:r>
          </a:p>
        </p:txBody>
      </p:sp>
      <p:pic>
        <p:nvPicPr>
          <p:cNvPr id="15" name="Graphic 14" descr="Map with pin">
            <a:extLst>
              <a:ext uri="{FF2B5EF4-FFF2-40B4-BE49-F238E27FC236}">
                <a16:creationId xmlns:a16="http://schemas.microsoft.com/office/drawing/2014/main" id="{FDA45E7A-266D-42AC-924F-10C26017A2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511" y="3361559"/>
            <a:ext cx="481025" cy="481025"/>
          </a:xfrm>
          <a:prstGeom prst="rect">
            <a:avLst/>
          </a:prstGeom>
        </p:spPr>
      </p:pic>
      <p:sp>
        <p:nvSpPr>
          <p:cNvPr id="16" name="TextBox 15">
            <a:extLst>
              <a:ext uri="{FF2B5EF4-FFF2-40B4-BE49-F238E27FC236}">
                <a16:creationId xmlns:a16="http://schemas.microsoft.com/office/drawing/2014/main" id="{0C0EC0FB-D342-4E9C-896B-9641471B1196}"/>
              </a:ext>
            </a:extLst>
          </p:cNvPr>
          <p:cNvSpPr txBox="1"/>
          <p:nvPr/>
        </p:nvSpPr>
        <p:spPr>
          <a:xfrm>
            <a:off x="1019536" y="4147836"/>
            <a:ext cx="1232129" cy="307777"/>
          </a:xfrm>
          <a:prstGeom prst="rect">
            <a:avLst/>
          </a:prstGeom>
          <a:noFill/>
        </p:spPr>
        <p:txBody>
          <a:bodyPr wrap="square" rtlCol="0">
            <a:spAutoFit/>
          </a:bodyPr>
          <a:lstStyle/>
          <a:p>
            <a:r>
              <a:rPr lang="en-IN" sz="1400" dirty="0">
                <a:solidFill>
                  <a:schemeClr val="bg2">
                    <a:lumMod val="10000"/>
                  </a:schemeClr>
                </a:solidFill>
                <a:ea typeface="Verdana" pitchFamily="34" charset="0"/>
              </a:rPr>
              <a:t>UAE(Dubai)</a:t>
            </a:r>
          </a:p>
        </p:txBody>
      </p:sp>
      <p:pic>
        <p:nvPicPr>
          <p:cNvPr id="17" name="Graphic 16" descr="Map with pin">
            <a:extLst>
              <a:ext uri="{FF2B5EF4-FFF2-40B4-BE49-F238E27FC236}">
                <a16:creationId xmlns:a16="http://schemas.microsoft.com/office/drawing/2014/main" id="{ADC3AA5D-9C1C-4D9A-96B2-60DE56AEBCA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511" y="4054336"/>
            <a:ext cx="481025" cy="481025"/>
          </a:xfrm>
          <a:prstGeom prst="rect">
            <a:avLst/>
          </a:prstGeom>
        </p:spPr>
      </p:pic>
      <p:sp>
        <p:nvSpPr>
          <p:cNvPr id="18" name="TextBox 17">
            <a:extLst>
              <a:ext uri="{FF2B5EF4-FFF2-40B4-BE49-F238E27FC236}">
                <a16:creationId xmlns:a16="http://schemas.microsoft.com/office/drawing/2014/main" id="{7C0EDCF5-64A8-4FDB-AFD5-5D02A9B2C09B}"/>
              </a:ext>
            </a:extLst>
          </p:cNvPr>
          <p:cNvSpPr txBox="1"/>
          <p:nvPr/>
        </p:nvSpPr>
        <p:spPr>
          <a:xfrm>
            <a:off x="1048560" y="4806646"/>
            <a:ext cx="2401132" cy="307777"/>
          </a:xfrm>
          <a:prstGeom prst="rect">
            <a:avLst/>
          </a:prstGeom>
          <a:noFill/>
        </p:spPr>
        <p:txBody>
          <a:bodyPr wrap="square" rtlCol="0">
            <a:spAutoFit/>
          </a:bodyPr>
          <a:lstStyle/>
          <a:p>
            <a:r>
              <a:rPr lang="en-IN" sz="1400" dirty="0">
                <a:solidFill>
                  <a:schemeClr val="bg2">
                    <a:lumMod val="10000"/>
                  </a:schemeClr>
                </a:solidFill>
                <a:ea typeface="Verdana" pitchFamily="34" charset="0"/>
              </a:rPr>
              <a:t>India</a:t>
            </a:r>
          </a:p>
        </p:txBody>
      </p:sp>
      <p:pic>
        <p:nvPicPr>
          <p:cNvPr id="19" name="Graphic 18" descr="Map with pin">
            <a:extLst>
              <a:ext uri="{FF2B5EF4-FFF2-40B4-BE49-F238E27FC236}">
                <a16:creationId xmlns:a16="http://schemas.microsoft.com/office/drawing/2014/main" id="{219AFAD9-2B7A-4AF9-A0E1-25C22B8D83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8511" y="4720024"/>
            <a:ext cx="481025" cy="481025"/>
          </a:xfrm>
          <a:prstGeom prst="rect">
            <a:avLst/>
          </a:prstGeom>
        </p:spPr>
      </p:pic>
      <p:sp>
        <p:nvSpPr>
          <p:cNvPr id="20" name="TextBox 19">
            <a:extLst>
              <a:ext uri="{FF2B5EF4-FFF2-40B4-BE49-F238E27FC236}">
                <a16:creationId xmlns:a16="http://schemas.microsoft.com/office/drawing/2014/main" id="{907D5DB9-139C-4F5A-856D-39FB23D8FC88}"/>
              </a:ext>
            </a:extLst>
          </p:cNvPr>
          <p:cNvSpPr txBox="1"/>
          <p:nvPr/>
        </p:nvSpPr>
        <p:spPr>
          <a:xfrm>
            <a:off x="469028" y="2842030"/>
            <a:ext cx="4384061" cy="307777"/>
          </a:xfrm>
          <a:prstGeom prst="rect">
            <a:avLst/>
          </a:prstGeom>
          <a:noFill/>
        </p:spPr>
        <p:txBody>
          <a:bodyPr wrap="square" rtlCol="0">
            <a:spAutoFit/>
          </a:bodyPr>
          <a:lstStyle/>
          <a:p>
            <a:r>
              <a:rPr lang="en-US" sz="1400" dirty="0" err="1">
                <a:solidFill>
                  <a:srgbClr val="002060"/>
                </a:solidFill>
                <a:ea typeface="Verdana" pitchFamily="34" charset="0"/>
                <a:hlinkClick r:id="rId5">
                  <a:extLst>
                    <a:ext uri="{A12FA001-AC4F-418D-AE19-62706E023703}">
                      <ahyp:hlinkClr xmlns:ahyp="http://schemas.microsoft.com/office/drawing/2018/hyperlinkcolor" val="tx"/>
                    </a:ext>
                  </a:extLst>
                </a:hlinkClick>
              </a:rPr>
              <a:t>i</a:t>
            </a:r>
            <a:r>
              <a:rPr lang="en-IN" sz="1400" dirty="0">
                <a:solidFill>
                  <a:srgbClr val="002060"/>
                </a:solidFill>
                <a:ea typeface="Verdana" pitchFamily="34" charset="0"/>
                <a:hlinkClick r:id="rId5">
                  <a:extLst>
                    <a:ext uri="{A12FA001-AC4F-418D-AE19-62706E023703}">
                      <ahyp:hlinkClr xmlns:ahyp="http://schemas.microsoft.com/office/drawing/2018/hyperlinkcolor" val="tx"/>
                    </a:ext>
                  </a:extLst>
                </a:hlinkClick>
              </a:rPr>
              <a:t>nfo@sightspectrum.com</a:t>
            </a:r>
            <a:r>
              <a:rPr lang="en-IN" sz="1400" dirty="0">
                <a:solidFill>
                  <a:srgbClr val="002060"/>
                </a:solidFill>
                <a:ea typeface="Verdana" pitchFamily="34" charset="0"/>
              </a:rPr>
              <a:t>     </a:t>
            </a:r>
            <a:r>
              <a:rPr lang="en-IN" sz="1400" dirty="0">
                <a:solidFill>
                  <a:srgbClr val="002060"/>
                </a:solidFill>
                <a:ea typeface="Verdana" pitchFamily="34" charset="0"/>
                <a:hlinkClick r:id="rId6">
                  <a:extLst>
                    <a:ext uri="{A12FA001-AC4F-418D-AE19-62706E023703}">
                      <ahyp:hlinkClr xmlns:ahyp="http://schemas.microsoft.com/office/drawing/2018/hyperlinkcolor" val="tx"/>
                    </a:ext>
                  </a:extLst>
                </a:hlinkClick>
              </a:rPr>
              <a:t>www.sightspectrum.com</a:t>
            </a:r>
            <a:endParaRPr lang="en-IN" sz="1400" dirty="0">
              <a:solidFill>
                <a:srgbClr val="002060"/>
              </a:solidFill>
            </a:endParaRPr>
          </a:p>
        </p:txBody>
      </p:sp>
      <p:sp>
        <p:nvSpPr>
          <p:cNvPr id="22" name="Title 1">
            <a:extLst>
              <a:ext uri="{FF2B5EF4-FFF2-40B4-BE49-F238E27FC236}">
                <a16:creationId xmlns:a16="http://schemas.microsoft.com/office/drawing/2014/main" id="{E05C5CAD-9829-4812-9AE2-F441704A52E9}"/>
              </a:ext>
            </a:extLst>
          </p:cNvPr>
          <p:cNvSpPr>
            <a:spLocks noGrp="1"/>
          </p:cNvSpPr>
          <p:nvPr>
            <p:ph type="title" idx="4294967295"/>
          </p:nvPr>
        </p:nvSpPr>
        <p:spPr>
          <a:xfrm>
            <a:off x="1070282" y="1349679"/>
            <a:ext cx="3638550" cy="708071"/>
          </a:xfrm>
        </p:spPr>
        <p:txBody>
          <a:bodyPr>
            <a:noAutofit/>
          </a:bodyPr>
          <a:lstStyle/>
          <a:p>
            <a:r>
              <a:rPr lang="en-US" sz="4400" dirty="0">
                <a:solidFill>
                  <a:srgbClr val="002060"/>
                </a:solidFill>
                <a:latin typeface="Trebuchet MS" panose="020B0603020202020204" pitchFamily="34" charset="0"/>
              </a:rPr>
              <a:t>Thank You</a:t>
            </a:r>
          </a:p>
        </p:txBody>
      </p:sp>
      <p:sp>
        <p:nvSpPr>
          <p:cNvPr id="13" name="Title 1">
            <a:extLst>
              <a:ext uri="{FF2B5EF4-FFF2-40B4-BE49-F238E27FC236}">
                <a16:creationId xmlns:a16="http://schemas.microsoft.com/office/drawing/2014/main" id="{B6FA353E-10D7-4DE8-B6BA-F4CCBF878656}"/>
              </a:ext>
            </a:extLst>
          </p:cNvPr>
          <p:cNvSpPr txBox="1">
            <a:spLocks/>
          </p:cNvSpPr>
          <p:nvPr/>
        </p:nvSpPr>
        <p:spPr>
          <a:xfrm>
            <a:off x="973553" y="2226370"/>
            <a:ext cx="3053914" cy="6348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2060"/>
                </a:solidFill>
                <a:latin typeface="Trebuchet MS (Headings)"/>
              </a:rPr>
              <a:t>SightSpectrum</a:t>
            </a:r>
          </a:p>
        </p:txBody>
      </p:sp>
      <p:pic>
        <p:nvPicPr>
          <p:cNvPr id="23" name="Picture 22">
            <a:extLst>
              <a:ext uri="{FF2B5EF4-FFF2-40B4-BE49-F238E27FC236}">
                <a16:creationId xmlns:a16="http://schemas.microsoft.com/office/drawing/2014/main" id="{3DC5D914-5103-482D-B5C8-76EAAFB83BD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9028" y="1291408"/>
            <a:ext cx="487547" cy="794982"/>
          </a:xfrm>
          <a:prstGeom prst="rect">
            <a:avLst/>
          </a:prstGeom>
        </p:spPr>
      </p:pic>
      <p:cxnSp>
        <p:nvCxnSpPr>
          <p:cNvPr id="21" name="Straight Connector 20">
            <a:extLst>
              <a:ext uri="{FF2B5EF4-FFF2-40B4-BE49-F238E27FC236}">
                <a16:creationId xmlns:a16="http://schemas.microsoft.com/office/drawing/2014/main" id="{E0E337C2-20E7-411C-B5B5-8A29FF4F34AC}"/>
              </a:ext>
            </a:extLst>
          </p:cNvPr>
          <p:cNvCxnSpPr/>
          <p:nvPr/>
        </p:nvCxnSpPr>
        <p:spPr>
          <a:xfrm>
            <a:off x="538510" y="2168275"/>
            <a:ext cx="392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Slide Number Placeholder 53">
            <a:extLst>
              <a:ext uri="{FF2B5EF4-FFF2-40B4-BE49-F238E27FC236}">
                <a16:creationId xmlns:a16="http://schemas.microsoft.com/office/drawing/2014/main" id="{AC4EEF70-BCA4-9663-F204-6D823300E796}"/>
              </a:ext>
            </a:extLst>
          </p:cNvPr>
          <p:cNvSpPr txBox="1">
            <a:spLocks/>
          </p:cNvSpPr>
          <p:nvPr/>
        </p:nvSpPr>
        <p:spPr>
          <a:xfrm>
            <a:off x="9448800" y="647711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808A33-48F2-4126-901F-07D730BE2FA3}" type="slidenum">
              <a:rPr lang="en-IN" smtClean="0"/>
              <a:pPr/>
              <a:t>33</a:t>
            </a:fld>
            <a:endParaRPr lang="en-IN" dirty="0"/>
          </a:p>
        </p:txBody>
      </p:sp>
    </p:spTree>
    <p:extLst>
      <p:ext uri="{BB962C8B-B14F-4D97-AF65-F5344CB8AC3E}">
        <p14:creationId xmlns:p14="http://schemas.microsoft.com/office/powerpoint/2010/main" val="42351786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qN09UDyt6cASFur_7JGK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L.6HZVvOOFzZCbsJacYZ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4EDC10E0F68E4982E8D85190B493D7" ma:contentTypeVersion="6" ma:contentTypeDescription="Create a new document." ma:contentTypeScope="" ma:versionID="71a41f8ae38dbae016faa467f2f41cc8">
  <xsd:schema xmlns:xsd="http://www.w3.org/2001/XMLSchema" xmlns:xs="http://www.w3.org/2001/XMLSchema" xmlns:p="http://schemas.microsoft.com/office/2006/metadata/properties" xmlns:ns2="29048250-c847-4e21-825b-f0dd5412c771" xmlns:ns3="09eac847-bf3a-4b2d-98f3-f299db72b39a" targetNamespace="http://schemas.microsoft.com/office/2006/metadata/properties" ma:root="true" ma:fieldsID="ed5990d3cce54343caa109366e7016b3" ns2:_="" ns3:_="">
    <xsd:import namespace="29048250-c847-4e21-825b-f0dd5412c771"/>
    <xsd:import namespace="09eac847-bf3a-4b2d-98f3-f299db72b39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048250-c847-4e21-825b-f0dd5412c77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9eac847-bf3a-4b2d-98f3-f299db72b39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1E4F355-A095-49C8-A2FF-AD0ADD13D478}"/>
</file>

<file path=customXml/itemProps2.xml><?xml version="1.0" encoding="utf-8"?>
<ds:datastoreItem xmlns:ds="http://schemas.openxmlformats.org/officeDocument/2006/customXml" ds:itemID="{A85F39EB-7FB1-4882-A357-4A50014AF311}"/>
</file>

<file path=customXml/itemProps3.xml><?xml version="1.0" encoding="utf-8"?>
<ds:datastoreItem xmlns:ds="http://schemas.openxmlformats.org/officeDocument/2006/customXml" ds:itemID="{5129105D-52AD-4D91-B806-32025D1FB8BA}"/>
</file>

<file path=docProps/app.xml><?xml version="1.0" encoding="utf-8"?>
<Properties xmlns="http://schemas.openxmlformats.org/officeDocument/2006/extended-properties" xmlns:vt="http://schemas.openxmlformats.org/officeDocument/2006/docPropsVTypes">
  <Template/>
  <TotalTime>11351</TotalTime>
  <Words>5623</Words>
  <Application>Microsoft Office PowerPoint</Application>
  <PresentationFormat>Widescreen</PresentationFormat>
  <Paragraphs>819</Paragraphs>
  <Slides>33</Slides>
  <Notes>12</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6" baseType="lpstr">
      <vt:lpstr>Arial</vt:lpstr>
      <vt:lpstr>Arial</vt:lpstr>
      <vt:lpstr>Arial Rounded</vt:lpstr>
      <vt:lpstr>Calibri</vt:lpstr>
      <vt:lpstr>Calibri Light</vt:lpstr>
      <vt:lpstr>Comfortaa</vt:lpstr>
      <vt:lpstr>Segoe UI</vt:lpstr>
      <vt:lpstr>Trebuchet MS</vt:lpstr>
      <vt:lpstr>Trebuchet MS (Headings)</vt:lpstr>
      <vt:lpstr>Wingdings</vt:lpstr>
      <vt:lpstr>Office Theme</vt:lpstr>
      <vt:lpstr>1_Office Theme</vt:lpstr>
      <vt:lpstr>think-cell Slide</vt:lpstr>
      <vt:lpstr>PowerPoint Presentation</vt:lpstr>
      <vt:lpstr>PowerPoint Presentation</vt:lpstr>
      <vt:lpstr>Our Founders </vt:lpstr>
      <vt:lpstr>Our Competency Technology Landscape</vt:lpstr>
      <vt:lpstr>Partial Client List</vt:lpstr>
      <vt:lpstr>Service Spectrum</vt:lpstr>
      <vt:lpstr>PowerPoint Presentation</vt:lpstr>
      <vt:lpstr>PowerPoint Presentation</vt:lpstr>
      <vt:lpstr>Data Modernisation &gt; Microsoft/Azure Competency</vt:lpstr>
      <vt:lpstr>Data Modernisation &gt; AWS Competency</vt:lpstr>
      <vt:lpstr>Talend Competency</vt:lpstr>
      <vt:lpstr>PowerPoint Presentation</vt:lpstr>
      <vt:lpstr>Workforce Solutions</vt:lpstr>
      <vt:lpstr>Talent Factory – Skill@Scale &amp; Speed</vt:lpstr>
      <vt:lpstr>Our Key Ongoing Services Engagements</vt:lpstr>
      <vt:lpstr>Key Differentiators</vt:lpstr>
      <vt:lpstr>Case     Studies</vt:lpstr>
      <vt:lpstr>PowerPoint Presentation</vt:lpstr>
      <vt:lpstr>Leading Trade Association supporting World Airlines</vt:lpstr>
      <vt:lpstr>Leading Provider of Commercial Services to the Life Sciences Industry</vt:lpstr>
      <vt:lpstr>An American Telecom Company</vt:lpstr>
      <vt:lpstr>PowerPoint Presentation</vt:lpstr>
      <vt:lpstr>A Government Entity in UAE</vt:lpstr>
      <vt:lpstr>Large Bank in USA</vt:lpstr>
      <vt:lpstr>3rd Largest Bank in South Africa</vt:lpstr>
      <vt:lpstr>A Consumer Goods firm in the US</vt:lpstr>
      <vt:lpstr>Patient 360 @ Healthcare firm in US</vt:lpstr>
      <vt:lpstr>Ministry of Education  - UAE</vt:lpstr>
      <vt:lpstr>Sweden based Redefining Video Surveillance organisation</vt:lpstr>
      <vt:lpstr>Nop Commerce E-Commerce website from Exaze IT.</vt:lpstr>
      <vt:lpstr>NCC – Construction Company’s Assignment and payroll System</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it 24slides7</dc:creator>
  <cp:lastModifiedBy>Yashwanth Karunakaran</cp:lastModifiedBy>
  <cp:revision>283</cp:revision>
  <dcterms:created xsi:type="dcterms:W3CDTF">2020-07-24T05:21:29Z</dcterms:created>
  <dcterms:modified xsi:type="dcterms:W3CDTF">2023-08-02T08:50:15Z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0x0101007D4EDC10E0F68E4982E8D85190B493D7</vt:lpwstr>
  </property>
</Properties>
</file>